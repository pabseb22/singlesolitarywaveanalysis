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.xml" ContentType="application/vnd.openxmlformats-officedocument.presentationml.notesSlide+xml"/>
  <Override PartName="/ppt/charts/chart2.xml" ContentType="application/vnd.openxmlformats-officedocument.drawingml.chart+xml"/>
  <Override PartName="/ppt/notesSlides/notesSlide3.xml" ContentType="application/vnd.openxmlformats-officedocument.presentationml.notesSlide+xml"/>
  <Override PartName="/ppt/charts/chart3.xml" ContentType="application/vnd.openxmlformats-officedocument.drawingml.chart+xml"/>
  <Override PartName="/ppt/notesSlides/notesSlide4.xml" ContentType="application/vnd.openxmlformats-officedocument.presentationml.notesSlide+xml"/>
  <Override PartName="/ppt/charts/chart4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5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6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5.xml" ContentType="application/vnd.openxmlformats-officedocument.presentationml.notes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notesSlides/notesSlide6.xml" ContentType="application/vnd.openxmlformats-officedocument.presentationml.notes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notesSlides/notesSlide7.xml" ContentType="application/vnd.openxmlformats-officedocument.presentationml.notesSlide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7" r:id="rId9"/>
    <p:sldId id="266" r:id="rId10"/>
    <p:sldId id="265" r:id="rId11"/>
    <p:sldId id="263" r:id="rId12"/>
    <p:sldId id="264" r:id="rId13"/>
  </p:sldIdLst>
  <p:sldSz cx="3240088" cy="43195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FBF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884"/>
    <p:restoredTop sz="82044"/>
  </p:normalViewPr>
  <p:slideViewPr>
    <p:cSldViewPr snapToGrid="0">
      <p:cViewPr>
        <p:scale>
          <a:sx n="315" d="100"/>
          <a:sy n="315" d="100"/>
        </p:scale>
        <p:origin x="1168" y="-1904"/>
      </p:cViewPr>
      <p:guideLst/>
    </p:cSldViewPr>
  </p:slideViewPr>
  <p:notesTextViewPr>
    <p:cViewPr>
      <p:scale>
        <a:sx n="114" d="100"/>
        <a:sy n="114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mariajosetorresconstante/Documents/GitHub/SingleSolitaryWaveAnalysis/Pastas_Mortero_2025/Plantilla_RESULTADOS_CPT%20(072025)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oleObject" Target="file:////Users/mariajosetorresconstante/Documents/GitHub/SingleSolitaryWaveAnalysis/Pastas_Mortero_2025/Plantilla_RESULTADOS_CPT%20(072025).xlsx" TargetMode="External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oleObject" Target="file:////Users/mariajosetorresconstante/Documents/GitHub/SingleSolitaryWaveAnalysis/Pastas_Mortero_2025/Plantilla_RESULTADOS_CPT%20(072025).xlsx" TargetMode="Externa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mariajosetorresconstante/Documents/GitHub/SingleSolitaryWaveAnalysis/Pastas_Mortero_2025/Plantilla_RESULTADOS_CPT%20(072025)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mariajosetorresconstante/Documents/GitHub/SingleSolitaryWaveAnalysis/Pastas_Mortero_2025/Plantilla_RESULTADOS_CPT%20(072025)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mariajosetorresconstante/Documents/GitHub/SingleSolitaryWaveAnalysis/Pastas_Mortero_2025/Plantilla_RESULTADOS_CPT%20(072025)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oleObject" Target="file:////Users/mariajosetorresconstante/Documents/GitHub/SingleSolitaryWaveAnalysis/Pastas_Mortero_2025/MorterosSSWGraphs.xlsx" TargetMode="External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oleObject" Target="file:////Users/mariajosetorresconstante/Documents/GitHub/SingleSolitaryWaveAnalysis/Pastas_Mortero_2025/MorterosSSWGraphs.xlsx" TargetMode="External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oleObject" Target="file:////Users/mariajosetorresconstante/Documents/GitHub/SingleSolitaryWaveAnalysis/Pastas_Mortero_2025/MorterosSSWGraphs.xlsx" TargetMode="External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oleObject" Target="file:////Users/mariajosetorresconstante/Documents/GitHub/SingleSolitaryWaveAnalysis/Pastas_Mortero_2025/MorterosSSWGraphs.xlsx" TargetMode="External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oleObject" Target="file:////Users/mariajosetorresconstante/Documents/GitHub/SingleSolitaryWaveAnalysis/Pastas_Mortero_2025/MorterosSSWGraphs.xlsx" TargetMode="External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oleObject" Target="file:////Users/mariajosetorresconstante/Documents/GitHub/SingleSolitaryWaveAnalysis/Pastas_Mortero_2025/MorterosSSWGraphs.xlsx" TargetMode="External"/></Relationships>
</file>

<file path=ppt/charts/_rels/chart13.xml.rels><?xml version="1.0" encoding="UTF-8" standalone="yes"?>
<Relationships xmlns="http://schemas.openxmlformats.org/package/2006/relationships"><Relationship Id="rId1" Type="http://schemas.openxmlformats.org/officeDocument/2006/relationships/oleObject" Target="file:////Users/mariajosetorresconstante/Documents/GitHub/SingleSolitaryWaveAnalysis/Pastas_Mortero_2025/MorterosSSWGraphs.xlsx" TargetMode="External"/></Relationships>
</file>

<file path=ppt/charts/_rels/chart14.xml.rels><?xml version="1.0" encoding="UTF-8" standalone="yes"?>
<Relationships xmlns="http://schemas.openxmlformats.org/package/2006/relationships"><Relationship Id="rId1" Type="http://schemas.openxmlformats.org/officeDocument/2006/relationships/oleObject" Target="file:////Users/mariajosetorresconstante/Documents/GitHub/SingleSolitaryWaveAnalysis/Pastas_Mortero_2025/MorterosSSWGraphs.xlsx" TargetMode="External"/></Relationships>
</file>

<file path=ppt/charts/_rels/chart15.xml.rels><?xml version="1.0" encoding="UTF-8" standalone="yes"?>
<Relationships xmlns="http://schemas.openxmlformats.org/package/2006/relationships"><Relationship Id="rId1" Type="http://schemas.openxmlformats.org/officeDocument/2006/relationships/oleObject" Target="file:////Users/mariajosetorresconstante/Documents/GitHub/SingleSolitaryWaveAnalysis/Pastas_Mortero_2025/MorterosSSWGraphs.xlsx" TargetMode="External"/></Relationships>
</file>

<file path=ppt/charts/_rels/chart16.xml.rels><?xml version="1.0" encoding="UTF-8" standalone="yes"?>
<Relationships xmlns="http://schemas.openxmlformats.org/package/2006/relationships"><Relationship Id="rId1" Type="http://schemas.openxmlformats.org/officeDocument/2006/relationships/oleObject" Target="file:////Users/mariajosetorresconstante/Documents/GitHub/SingleSolitaryWaveAnalysis/Pastas_Mortero_2025/MorterosSSWGraphs.xlsx" TargetMode="External"/></Relationships>
</file>

<file path=ppt/charts/_rels/chart17.xml.rels><?xml version="1.0" encoding="UTF-8" standalone="yes"?>
<Relationships xmlns="http://schemas.openxmlformats.org/package/2006/relationships"><Relationship Id="rId1" Type="http://schemas.openxmlformats.org/officeDocument/2006/relationships/oleObject" Target="file:////Users/mariajosetorresconstante/Documents/GitHub/SingleSolitaryWaveAnalysis/Pastas_Mortero_2025/MorterosSSWGraphs.xlsx" TargetMode="External"/></Relationships>
</file>

<file path=ppt/charts/_rels/chart18.xml.rels><?xml version="1.0" encoding="UTF-8" standalone="yes"?>
<Relationships xmlns="http://schemas.openxmlformats.org/package/2006/relationships"><Relationship Id="rId1" Type="http://schemas.openxmlformats.org/officeDocument/2006/relationships/oleObject" Target="file:////Users/mariajosetorresconstante/Documents/GitHub/SingleSolitaryWaveAnalysis/Pastas_Mortero_2025/MorterosSSWGraphs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MX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6904730308291671"/>
          <c:y val="6.4646655356972629E-2"/>
          <c:w val="0.60452133612866055"/>
          <c:h val="0.68918656275075452"/>
        </c:manualLayout>
      </c:layout>
      <c:scatterChart>
        <c:scatterStyle val="lineMarker"/>
        <c:varyColors val="0"/>
        <c:ser>
          <c:idx val="0"/>
          <c:order val="0"/>
          <c:tx>
            <c:strRef>
              <c:f>'Penetración vs TOF (s)'!$C$4</c:f>
              <c:strCache>
                <c:ptCount val="1"/>
                <c:pt idx="0">
                  <c:v>Penetración (mm)</c:v>
                </c:pt>
              </c:strCache>
            </c:strRef>
          </c:tx>
          <c:spPr>
            <a:ln w="12700" cap="rnd">
              <a:solidFill>
                <a:srgbClr val="002060"/>
              </a:solidFill>
              <a:round/>
            </a:ln>
            <a:effectLst/>
          </c:spPr>
          <c:marker>
            <c:symbol val="circle"/>
            <c:size val="2"/>
            <c:spPr>
              <a:solidFill>
                <a:srgbClr val="002060"/>
              </a:solidFill>
              <a:ln w="9525">
                <a:solidFill>
                  <a:srgbClr val="002060"/>
                </a:solidFill>
              </a:ln>
              <a:effectLst/>
            </c:spPr>
          </c:marker>
          <c:xVal>
            <c:numRef>
              <c:f>'Penetración vs TOF (s)'!$B$5:$B$12</c:f>
              <c:numCache>
                <c:formatCode>General</c:formatCode>
                <c:ptCount val="8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20</c:v>
                </c:pt>
                <c:pt idx="4">
                  <c:v>30</c:v>
                </c:pt>
                <c:pt idx="5">
                  <c:v>40</c:v>
                </c:pt>
                <c:pt idx="6">
                  <c:v>60</c:v>
                </c:pt>
                <c:pt idx="7">
                  <c:v>90</c:v>
                </c:pt>
              </c:numCache>
            </c:numRef>
          </c:xVal>
          <c:yVal>
            <c:numRef>
              <c:f>'Penetración vs TOF (s)'!$C$5:$C$12</c:f>
              <c:numCache>
                <c:formatCode>0.00</c:formatCode>
                <c:ptCount val="8"/>
                <c:pt idx="0">
                  <c:v>25.166666666666668</c:v>
                </c:pt>
                <c:pt idx="1">
                  <c:v>24.599999999999998</c:v>
                </c:pt>
                <c:pt idx="2">
                  <c:v>20.166666666666668</c:v>
                </c:pt>
                <c:pt idx="3">
                  <c:v>20.2</c:v>
                </c:pt>
                <c:pt idx="4">
                  <c:v>17.633333333333333</c:v>
                </c:pt>
                <c:pt idx="5">
                  <c:v>15.266666666666666</c:v>
                </c:pt>
                <c:pt idx="6">
                  <c:v>13.166666666666666</c:v>
                </c:pt>
                <c:pt idx="7">
                  <c:v>5.8999999999999995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DFE3-9448-8ABF-7F76C286965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63225792"/>
        <c:axId val="1963063280"/>
      </c:scatterChart>
      <c:scatterChart>
        <c:scatterStyle val="lineMarker"/>
        <c:varyColors val="0"/>
        <c:ser>
          <c:idx val="1"/>
          <c:order val="1"/>
          <c:tx>
            <c:strRef>
              <c:f>'Penetración vs TOF (s)'!$D$4</c:f>
              <c:strCache>
                <c:ptCount val="1"/>
                <c:pt idx="0">
                  <c:v>TOF (s)</c:v>
                </c:pt>
              </c:strCache>
            </c:strRef>
          </c:tx>
          <c:spPr>
            <a:ln w="12700" cap="rnd">
              <a:solidFill>
                <a:srgbClr val="0070C0"/>
              </a:solidFill>
              <a:round/>
            </a:ln>
            <a:effectLst/>
          </c:spPr>
          <c:marker>
            <c:symbol val="circle"/>
            <c:size val="2"/>
            <c:spPr>
              <a:solidFill>
                <a:srgbClr val="0070C0"/>
              </a:solidFill>
              <a:ln w="9525">
                <a:solidFill>
                  <a:srgbClr val="0070C0"/>
                </a:solidFill>
              </a:ln>
              <a:effectLst/>
            </c:spPr>
          </c:marker>
          <c:xVal>
            <c:numRef>
              <c:f>'Penetración vs TOF (s)'!$B$5:$B$12</c:f>
              <c:numCache>
                <c:formatCode>General</c:formatCode>
                <c:ptCount val="8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20</c:v>
                </c:pt>
                <c:pt idx="4">
                  <c:v>30</c:v>
                </c:pt>
                <c:pt idx="5">
                  <c:v>40</c:v>
                </c:pt>
                <c:pt idx="6">
                  <c:v>60</c:v>
                </c:pt>
                <c:pt idx="7">
                  <c:v>90</c:v>
                </c:pt>
              </c:numCache>
            </c:numRef>
          </c:xVal>
          <c:yVal>
            <c:numRef>
              <c:f>'Penetración vs TOF (s)'!$D$5:$D$12</c:f>
              <c:numCache>
                <c:formatCode>General</c:formatCode>
                <c:ptCount val="8"/>
                <c:pt idx="0">
                  <c:v>3.4375671399828889E-3</c:v>
                </c:pt>
                <c:pt idx="1">
                  <c:v>2.9297447215697048E-3</c:v>
                </c:pt>
                <c:pt idx="2">
                  <c:v>2.8906814586235896E-3</c:v>
                </c:pt>
                <c:pt idx="3">
                  <c:v>2.7344284068107072E-3</c:v>
                </c:pt>
                <c:pt idx="4">
                  <c:v>2.5977069864779878E-3</c:v>
                </c:pt>
                <c:pt idx="5">
                  <c:v>2.5586437235176618E-3</c:v>
                </c:pt>
                <c:pt idx="6">
                  <c:v>2.5586437235105564E-3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DFE3-9448-8ABF-7F76C286965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42465232"/>
        <c:axId val="342460800"/>
      </c:scatterChart>
      <c:valAx>
        <c:axId val="1963225792"/>
        <c:scaling>
          <c:orientation val="minMax"/>
          <c:max val="120"/>
          <c:min val="0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s-MX" b="1"/>
                  <a:t>Tiempo</a:t>
                </a:r>
                <a:r>
                  <a:rPr lang="es-MX" b="1" baseline="0"/>
                  <a:t> (min)</a:t>
                </a:r>
                <a:endParaRPr lang="es-MX" b="1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pPr>
              <a:endParaRPr lang="es-MX"/>
            </a:p>
          </c:txPr>
        </c:title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s-EC"/>
          </a:p>
        </c:txPr>
        <c:crossAx val="1963063280"/>
        <c:crosses val="autoZero"/>
        <c:crossBetween val="midCat"/>
        <c:majorUnit val="25"/>
      </c:valAx>
      <c:valAx>
        <c:axId val="1963063280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s-MX" b="1"/>
                  <a:t>Penetración (mm)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pPr>
              <a:endParaRPr lang="es-EC"/>
            </a:p>
          </c:txPr>
        </c:title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s-EC"/>
          </a:p>
        </c:txPr>
        <c:crossAx val="1963225792"/>
        <c:crosses val="autoZero"/>
        <c:crossBetween val="midCat"/>
      </c:valAx>
      <c:valAx>
        <c:axId val="342460800"/>
        <c:scaling>
          <c:orientation val="minMax"/>
          <c:min val="2E-3"/>
        </c:scaling>
        <c:delete val="0"/>
        <c:axPos val="r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s-MX" sz="1000" b="1" i="0" u="none" strike="noStrike" kern="1200" baseline="0">
                    <a:solidFill>
                      <a:sysClr val="windowText" lastClr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TOF (s)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pPr>
              <a:endParaRPr lang="es-EC"/>
            </a:p>
          </c:txPr>
        </c:title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s-EC"/>
          </a:p>
        </c:txPr>
        <c:crossAx val="342465232"/>
        <c:crosses val="max"/>
        <c:crossBetween val="midCat"/>
      </c:valAx>
      <c:valAx>
        <c:axId val="342465232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342460800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16524709626338485"/>
          <c:y val="0.57818818301104313"/>
          <c:w val="0.4124633867653838"/>
          <c:h val="0.14963595186994036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defRPr>
          </a:pPr>
          <a:endParaRPr lang="es-EC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>
          <a:solidFill>
            <a:schemeClr val="tx1"/>
          </a:solidFill>
          <a:latin typeface="Times New Roman" panose="02020603050405020304" pitchFamily="18" charset="0"/>
          <a:cs typeface="Times New Roman" panose="02020603050405020304" pitchFamily="18" charset="0"/>
        </a:defRPr>
      </a:pPr>
      <a:endParaRPr lang="es-EC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MX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6922153691665509"/>
          <c:y val="6.4675955868498086E-2"/>
          <c:w val="0.61194246063362834"/>
          <c:h val="0.68904568937300437"/>
        </c:manualLayout>
      </c:layout>
      <c:scatterChart>
        <c:scatterStyle val="lineMarker"/>
        <c:varyColors val="0"/>
        <c:ser>
          <c:idx val="0"/>
          <c:order val="0"/>
          <c:tx>
            <c:strRef>
              <c:f>'Penetración vs TOF (s)'!$H$4</c:f>
              <c:strCache>
                <c:ptCount val="1"/>
                <c:pt idx="0">
                  <c:v>Penetración (mm)</c:v>
                </c:pt>
              </c:strCache>
            </c:strRef>
          </c:tx>
          <c:spPr>
            <a:ln w="1270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2"/>
            <c:spPr>
              <a:solidFill>
                <a:schemeClr val="accent2"/>
              </a:solidFill>
              <a:ln>
                <a:solidFill>
                  <a:schemeClr val="accent2"/>
                </a:solidFill>
              </a:ln>
            </c:spPr>
          </c:marker>
          <c:xVal>
            <c:numRef>
              <c:f>'Penetración vs TOF (s)'!$G$6:$G$13</c:f>
              <c:numCache>
                <c:formatCode>General</c:formatCode>
                <c:ptCount val="8"/>
                <c:pt idx="0">
                  <c:v>5</c:v>
                </c:pt>
                <c:pt idx="1">
                  <c:v>10</c:v>
                </c:pt>
                <c:pt idx="2">
                  <c:v>20</c:v>
                </c:pt>
                <c:pt idx="3">
                  <c:v>30</c:v>
                </c:pt>
                <c:pt idx="4">
                  <c:v>40</c:v>
                </c:pt>
                <c:pt idx="5">
                  <c:v>60</c:v>
                </c:pt>
                <c:pt idx="6">
                  <c:v>90</c:v>
                </c:pt>
                <c:pt idx="7">
                  <c:v>120</c:v>
                </c:pt>
              </c:numCache>
            </c:numRef>
          </c:xVal>
          <c:yVal>
            <c:numRef>
              <c:f>'Penetración vs TOF (s)'!$H$6:$H$13</c:f>
              <c:numCache>
                <c:formatCode>0.0</c:formatCode>
                <c:ptCount val="8"/>
                <c:pt idx="0">
                  <c:v>39.700000000000003</c:v>
                </c:pt>
                <c:pt idx="1">
                  <c:v>39.700000000000003</c:v>
                </c:pt>
                <c:pt idx="2">
                  <c:v>39.700000000000003</c:v>
                </c:pt>
                <c:pt idx="3">
                  <c:v>36.5</c:v>
                </c:pt>
                <c:pt idx="4">
                  <c:v>34.799999999999997</c:v>
                </c:pt>
                <c:pt idx="5">
                  <c:v>29.633333333333336</c:v>
                </c:pt>
                <c:pt idx="6">
                  <c:v>23.400000000000002</c:v>
                </c:pt>
                <c:pt idx="7">
                  <c:v>15.633333333333333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2D26-A847-9954-A68C7400CD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63225792"/>
        <c:axId val="1963063280"/>
      </c:scatterChart>
      <c:scatterChart>
        <c:scatterStyle val="lineMarker"/>
        <c:varyColors val="0"/>
        <c:ser>
          <c:idx val="1"/>
          <c:order val="1"/>
          <c:tx>
            <c:strRef>
              <c:f>'Penetración vs TOF (s)'!$I$4</c:f>
              <c:strCache>
                <c:ptCount val="1"/>
                <c:pt idx="0">
                  <c:v>TOF (s)</c:v>
                </c:pt>
              </c:strCache>
            </c:strRef>
          </c:tx>
          <c:spPr>
            <a:ln w="12700" cap="rnd">
              <a:solidFill>
                <a:schemeClr val="accent2">
                  <a:lumMod val="60000"/>
                  <a:lumOff val="40000"/>
                </a:schemeClr>
              </a:solidFill>
              <a:round/>
            </a:ln>
            <a:effectLst/>
          </c:spPr>
          <c:marker>
            <c:symbol val="circle"/>
            <c:size val="2"/>
            <c:spPr>
              <a:solidFill>
                <a:schemeClr val="accent2">
                  <a:lumMod val="60000"/>
                  <a:lumOff val="40000"/>
                </a:schemeClr>
              </a:solidFill>
              <a:ln>
                <a:solidFill>
                  <a:schemeClr val="accent2">
                    <a:lumMod val="60000"/>
                    <a:lumOff val="40000"/>
                  </a:schemeClr>
                </a:solidFill>
              </a:ln>
            </c:spPr>
          </c:marker>
          <c:xVal>
            <c:numRef>
              <c:f>'Penetración vs TOF (s)'!$G$6:$G$13</c:f>
              <c:numCache>
                <c:formatCode>General</c:formatCode>
                <c:ptCount val="8"/>
                <c:pt idx="0">
                  <c:v>5</c:v>
                </c:pt>
                <c:pt idx="1">
                  <c:v>10</c:v>
                </c:pt>
                <c:pt idx="2">
                  <c:v>20</c:v>
                </c:pt>
                <c:pt idx="3">
                  <c:v>30</c:v>
                </c:pt>
                <c:pt idx="4">
                  <c:v>40</c:v>
                </c:pt>
                <c:pt idx="5">
                  <c:v>60</c:v>
                </c:pt>
                <c:pt idx="6">
                  <c:v>90</c:v>
                </c:pt>
                <c:pt idx="7">
                  <c:v>120</c:v>
                </c:pt>
              </c:numCache>
            </c:numRef>
          </c:xVal>
          <c:yVal>
            <c:numRef>
              <c:f>'Penetración vs TOF (s)'!$I$6:$I$13</c:f>
              <c:numCache>
                <c:formatCode>General</c:formatCode>
                <c:ptCount val="8"/>
                <c:pt idx="0">
                  <c:v>4.0235160842883033E-3</c:v>
                </c:pt>
                <c:pt idx="1">
                  <c:v>3.9844528213421881E-3</c:v>
                </c:pt>
                <c:pt idx="2">
                  <c:v>3.847731401005916E-3</c:v>
                </c:pt>
                <c:pt idx="3">
                  <c:v>3.7500732436193118E-3</c:v>
                </c:pt>
                <c:pt idx="4">
                  <c:v>3.6133518232777107E-3</c:v>
                </c:pt>
                <c:pt idx="5">
                  <c:v>3.7110099806625385E-3</c:v>
                </c:pt>
                <c:pt idx="6">
                  <c:v>3.3203773511161216E-3</c:v>
                </c:pt>
                <c:pt idx="7">
                  <c:v>3.1836559307834023E-3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2D26-A847-9954-A68C7400CD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80001168"/>
        <c:axId val="579998576"/>
      </c:scatterChart>
      <c:valAx>
        <c:axId val="1963225792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s-MX" b="1"/>
                  <a:t>Tiempo</a:t>
                </a:r>
                <a:r>
                  <a:rPr lang="es-MX" b="1" baseline="0"/>
                  <a:t> (min)</a:t>
                </a:r>
                <a:endParaRPr lang="es-MX" b="1"/>
              </a:p>
            </c:rich>
          </c:tx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s-EC"/>
          </a:p>
        </c:txPr>
        <c:crossAx val="1963063280"/>
        <c:crosses val="autoZero"/>
        <c:crossBetween val="midCat"/>
        <c:majorUnit val="25"/>
      </c:valAx>
      <c:valAx>
        <c:axId val="1963063280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s-MX" b="1"/>
                  <a:t>Penetración (mm)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</c:title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s-EC"/>
          </a:p>
        </c:txPr>
        <c:crossAx val="1963225792"/>
        <c:crosses val="autoZero"/>
        <c:crossBetween val="midCat"/>
      </c:valAx>
      <c:valAx>
        <c:axId val="579998576"/>
        <c:scaling>
          <c:orientation val="minMax"/>
          <c:max val="4.4999999999999997E-3"/>
          <c:min val="3.0000000000000001E-3"/>
        </c:scaling>
        <c:delete val="0"/>
        <c:axPos val="r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s-MX" b="1"/>
                  <a:t>TOF (s)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s-EC"/>
          </a:p>
        </c:txPr>
        <c:crossAx val="580001168"/>
        <c:crosses val="max"/>
        <c:crossBetween val="midCat"/>
      </c:valAx>
      <c:valAx>
        <c:axId val="580001168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579998576"/>
        <c:crosses val="autoZero"/>
        <c:crossBetween val="midCat"/>
      </c:valAx>
    </c:plotArea>
    <c:legend>
      <c:legendPos val="r"/>
      <c:layout>
        <c:manualLayout>
          <c:xMode val="edge"/>
          <c:yMode val="edge"/>
          <c:x val="0.12638112111928337"/>
          <c:y val="0.58867306023713095"/>
          <c:w val="0.44314564810074536"/>
          <c:h val="0.16955193034811591"/>
        </c:manualLayout>
      </c:layout>
      <c:overlay val="0"/>
      <c:txPr>
        <a:bodyPr/>
        <a:lstStyle/>
        <a:p>
          <a:pPr>
            <a:defRPr sz="800"/>
          </a:pPr>
          <a:endParaRPr lang="es-EC"/>
        </a:p>
      </c:txPr>
    </c:legend>
    <c:plotVisOnly val="1"/>
    <c:dispBlanksAs val="gap"/>
    <c:showDLblsOverMax val="0"/>
    <c:extLst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>
          <a:solidFill>
            <a:schemeClr val="tx1"/>
          </a:solidFill>
          <a:latin typeface="Times New Roman" panose="02020603050405020304" pitchFamily="18" charset="0"/>
          <a:cs typeface="Times New Roman" panose="02020603050405020304" pitchFamily="18" charset="0"/>
        </a:defRPr>
      </a:pPr>
      <a:endParaRPr lang="es-EC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MX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6890335199775794"/>
          <c:y val="6.7245352152404833E-2"/>
          <c:w val="0.6193724852479674"/>
          <c:h val="0.67669233735120704"/>
        </c:manualLayout>
      </c:layout>
      <c:scatterChart>
        <c:scatterStyle val="lineMarker"/>
        <c:varyColors val="0"/>
        <c:ser>
          <c:idx val="0"/>
          <c:order val="0"/>
          <c:tx>
            <c:strRef>
              <c:f>'Penetración vs TOF (s)'!$M$4</c:f>
              <c:strCache>
                <c:ptCount val="1"/>
                <c:pt idx="0">
                  <c:v>Penetración (mm)</c:v>
                </c:pt>
              </c:strCache>
            </c:strRef>
          </c:tx>
          <c:spPr>
            <a:ln w="12700" cap="rnd">
              <a:solidFill>
                <a:schemeClr val="accent6">
                  <a:lumMod val="50000"/>
                </a:schemeClr>
              </a:solidFill>
              <a:round/>
            </a:ln>
            <a:effectLst/>
          </c:spPr>
          <c:marker>
            <c:symbol val="circle"/>
            <c:size val="2"/>
            <c:spPr>
              <a:solidFill>
                <a:schemeClr val="accent6">
                  <a:lumMod val="50000"/>
                </a:schemeClr>
              </a:solidFill>
              <a:ln w="9525">
                <a:solidFill>
                  <a:schemeClr val="accent6">
                    <a:lumMod val="50000"/>
                  </a:schemeClr>
                </a:solidFill>
              </a:ln>
              <a:effectLst/>
            </c:spPr>
          </c:marker>
          <c:xVal>
            <c:numRef>
              <c:f>'Penetración vs TOF (s)'!$L$6:$L$13</c:f>
              <c:numCache>
                <c:formatCode>General</c:formatCode>
                <c:ptCount val="8"/>
                <c:pt idx="0">
                  <c:v>5</c:v>
                </c:pt>
                <c:pt idx="1">
                  <c:v>10</c:v>
                </c:pt>
                <c:pt idx="2">
                  <c:v>20</c:v>
                </c:pt>
                <c:pt idx="3">
                  <c:v>30</c:v>
                </c:pt>
                <c:pt idx="4">
                  <c:v>40</c:v>
                </c:pt>
                <c:pt idx="5">
                  <c:v>60</c:v>
                </c:pt>
                <c:pt idx="6">
                  <c:v>90</c:v>
                </c:pt>
                <c:pt idx="7">
                  <c:v>120</c:v>
                </c:pt>
              </c:numCache>
            </c:numRef>
          </c:xVal>
          <c:yVal>
            <c:numRef>
              <c:f>'Penetración vs TOF (s)'!$M$6:$M$13</c:f>
              <c:numCache>
                <c:formatCode>0.0</c:formatCode>
                <c:ptCount val="8"/>
                <c:pt idx="0">
                  <c:v>39.5</c:v>
                </c:pt>
                <c:pt idx="1">
                  <c:v>39.5</c:v>
                </c:pt>
                <c:pt idx="2">
                  <c:v>39.5</c:v>
                </c:pt>
                <c:pt idx="3">
                  <c:v>39.5</c:v>
                </c:pt>
                <c:pt idx="4">
                  <c:v>39.5</c:v>
                </c:pt>
                <c:pt idx="5">
                  <c:v>32.275000000000006</c:v>
                </c:pt>
                <c:pt idx="6">
                  <c:v>30.099999999999998</c:v>
                </c:pt>
                <c:pt idx="7">
                  <c:v>24.433333333333334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6574-DB40-8F69-29DFDF0D3F8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63225792"/>
        <c:axId val="1963063280"/>
      </c:scatterChart>
      <c:scatterChart>
        <c:scatterStyle val="lineMarker"/>
        <c:varyColors val="0"/>
        <c:ser>
          <c:idx val="1"/>
          <c:order val="1"/>
          <c:tx>
            <c:strRef>
              <c:f>'Penetración vs TOF (s)'!$N$4</c:f>
              <c:strCache>
                <c:ptCount val="1"/>
                <c:pt idx="0">
                  <c:v>TOF (s)</c:v>
                </c:pt>
              </c:strCache>
            </c:strRef>
          </c:tx>
          <c:spPr>
            <a:ln w="12700" cap="rnd">
              <a:solidFill>
                <a:schemeClr val="accent6"/>
              </a:solidFill>
              <a:round/>
            </a:ln>
            <a:effectLst/>
          </c:spPr>
          <c:marker>
            <c:symbol val="circle"/>
            <c:size val="2"/>
            <c:spPr>
              <a:solidFill>
                <a:schemeClr val="accent6"/>
              </a:solidFill>
              <a:ln w="9525">
                <a:solidFill>
                  <a:schemeClr val="accent6"/>
                </a:solidFill>
              </a:ln>
              <a:effectLst/>
            </c:spPr>
          </c:marker>
          <c:xVal>
            <c:numRef>
              <c:f>'Penetración vs TOF (s)'!$L$6:$L$14</c:f>
              <c:numCache>
                <c:formatCode>General</c:formatCode>
                <c:ptCount val="9"/>
                <c:pt idx="0">
                  <c:v>5</c:v>
                </c:pt>
                <c:pt idx="1">
                  <c:v>10</c:v>
                </c:pt>
                <c:pt idx="2">
                  <c:v>20</c:v>
                </c:pt>
                <c:pt idx="3">
                  <c:v>30</c:v>
                </c:pt>
                <c:pt idx="4">
                  <c:v>40</c:v>
                </c:pt>
                <c:pt idx="5">
                  <c:v>60</c:v>
                </c:pt>
                <c:pt idx="6">
                  <c:v>90</c:v>
                </c:pt>
                <c:pt idx="7">
                  <c:v>120</c:v>
                </c:pt>
                <c:pt idx="8">
                  <c:v>137</c:v>
                </c:pt>
              </c:numCache>
            </c:numRef>
          </c:xVal>
          <c:yVal>
            <c:numRef>
              <c:f>'Penetración vs TOF (s)'!$N$6:$N$14</c:f>
              <c:numCache>
                <c:formatCode>General</c:formatCode>
                <c:ptCount val="9"/>
                <c:pt idx="0">
                  <c:v>4.1146636978582523E-3</c:v>
                </c:pt>
                <c:pt idx="1">
                  <c:v>4.1741886699789687E-3</c:v>
                </c:pt>
                <c:pt idx="2">
                  <c:v>4.2539893357297128E-3</c:v>
                </c:pt>
                <c:pt idx="3">
                  <c:v>4.2481298462847166E-3</c:v>
                </c:pt>
                <c:pt idx="4">
                  <c:v>4.3018418328450991E-3</c:v>
                </c:pt>
                <c:pt idx="5">
                  <c:v>3.9953037277208458E-3</c:v>
                </c:pt>
                <c:pt idx="6">
                  <c:v>3.4961620344202199E-3</c:v>
                </c:pt>
                <c:pt idx="7">
                  <c:v>3.200397329192375E-3</c:v>
                </c:pt>
                <c:pt idx="8">
                  <c:v>2.9046326239645301E-3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6574-DB40-8F69-29DFDF0D3F8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80001168"/>
        <c:axId val="579998576"/>
      </c:scatterChart>
      <c:valAx>
        <c:axId val="1963225792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s-MX" b="1"/>
                  <a:t>Tiempo</a:t>
                </a:r>
                <a:r>
                  <a:rPr lang="es-MX" b="1" baseline="0"/>
                  <a:t> (min)</a:t>
                </a:r>
                <a:endParaRPr lang="es-MX" b="1"/>
              </a:p>
            </c:rich>
          </c:tx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s-EC"/>
          </a:p>
        </c:txPr>
        <c:crossAx val="1963063280"/>
        <c:crosses val="autoZero"/>
        <c:crossBetween val="midCat"/>
        <c:majorUnit val="25"/>
      </c:valAx>
      <c:valAx>
        <c:axId val="1963063280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s-MX" b="1"/>
                  <a:t>Penetración (mm)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</c:title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s-EC"/>
          </a:p>
        </c:txPr>
        <c:crossAx val="1963225792"/>
        <c:crosses val="autoZero"/>
        <c:crossBetween val="midCat"/>
      </c:valAx>
      <c:valAx>
        <c:axId val="579998576"/>
        <c:scaling>
          <c:orientation val="minMax"/>
        </c:scaling>
        <c:delete val="0"/>
        <c:axPos val="r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s-MX" b="1"/>
                  <a:t>TOF (s)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s-EC"/>
          </a:p>
        </c:txPr>
        <c:crossAx val="580001168"/>
        <c:crosses val="max"/>
        <c:crossBetween val="midCat"/>
      </c:valAx>
      <c:valAx>
        <c:axId val="580001168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579998576"/>
        <c:crosses val="autoZero"/>
        <c:crossBetween val="midCat"/>
      </c:valAx>
    </c:plotArea>
    <c:legend>
      <c:legendPos val="r"/>
      <c:layout>
        <c:manualLayout>
          <c:xMode val="edge"/>
          <c:yMode val="edge"/>
          <c:x val="0.10838164026052054"/>
          <c:y val="0.54323028957860697"/>
          <c:w val="0.50091753166907094"/>
          <c:h val="0.17640713426494864"/>
        </c:manualLayout>
      </c:layout>
      <c:overlay val="0"/>
      <c:txPr>
        <a:bodyPr/>
        <a:lstStyle/>
        <a:p>
          <a:pPr>
            <a:defRPr sz="800"/>
          </a:pPr>
          <a:endParaRPr lang="es-EC"/>
        </a:p>
      </c:txPr>
    </c:legend>
    <c:plotVisOnly val="1"/>
    <c:dispBlanksAs val="gap"/>
    <c:showDLblsOverMax val="0"/>
    <c:extLst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>
          <a:solidFill>
            <a:schemeClr val="tx1"/>
          </a:solidFill>
          <a:latin typeface="Times New Roman" panose="02020603050405020304" pitchFamily="18" charset="0"/>
          <a:cs typeface="Times New Roman" panose="02020603050405020304" pitchFamily="18" charset="0"/>
        </a:defRPr>
      </a:pPr>
      <a:endParaRPr lang="es-EC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MX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3942521569804581"/>
          <c:y val="6.4646655356972629E-2"/>
          <c:w val="0.71072371408560187"/>
          <c:h val="0.68918656275075452"/>
        </c:manualLayout>
      </c:layout>
      <c:scatterChart>
        <c:scatterStyle val="lineMarker"/>
        <c:varyColors val="0"/>
        <c:ser>
          <c:idx val="1"/>
          <c:order val="0"/>
          <c:tx>
            <c:v>TOF 0.3</c:v>
          </c:tx>
          <c:spPr>
            <a:ln w="12700" cap="rnd">
              <a:solidFill>
                <a:srgbClr val="0070C0"/>
              </a:solidFill>
              <a:round/>
            </a:ln>
            <a:effectLst/>
          </c:spPr>
          <c:marker>
            <c:symbol val="circle"/>
            <c:size val="2"/>
            <c:spPr>
              <a:solidFill>
                <a:srgbClr val="0070C0"/>
              </a:solidFill>
              <a:ln w="9525">
                <a:solidFill>
                  <a:srgbClr val="0070C0"/>
                </a:solidFill>
              </a:ln>
              <a:effectLst/>
            </c:spPr>
          </c:marker>
          <c:xVal>
            <c:numRef>
              <c:f>'Penetración vs TOF (s)'!$B$5:$B$12</c:f>
              <c:numCache>
                <c:formatCode>General</c:formatCode>
                <c:ptCount val="8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20</c:v>
                </c:pt>
                <c:pt idx="4">
                  <c:v>30</c:v>
                </c:pt>
                <c:pt idx="5">
                  <c:v>40</c:v>
                </c:pt>
                <c:pt idx="6">
                  <c:v>60</c:v>
                </c:pt>
                <c:pt idx="7">
                  <c:v>90</c:v>
                </c:pt>
              </c:numCache>
            </c:numRef>
          </c:xVal>
          <c:yVal>
            <c:numRef>
              <c:f>'Penetración vs TOF (s)'!$D$5:$D$12</c:f>
              <c:numCache>
                <c:formatCode>General</c:formatCode>
                <c:ptCount val="8"/>
                <c:pt idx="0">
                  <c:v>3.4375671399828889E-3</c:v>
                </c:pt>
                <c:pt idx="1">
                  <c:v>2.9297447215697048E-3</c:v>
                </c:pt>
                <c:pt idx="2">
                  <c:v>2.8906814586235896E-3</c:v>
                </c:pt>
                <c:pt idx="3">
                  <c:v>2.7344284068107072E-3</c:v>
                </c:pt>
                <c:pt idx="4">
                  <c:v>2.5977069864779878E-3</c:v>
                </c:pt>
                <c:pt idx="5">
                  <c:v>2.5586437235176618E-3</c:v>
                </c:pt>
                <c:pt idx="6">
                  <c:v>2.5586437235105564E-3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A57E-3C45-9CE5-F47A3B69F454}"/>
            </c:ext>
          </c:extLst>
        </c:ser>
        <c:ser>
          <c:idx val="0"/>
          <c:order val="1"/>
          <c:tx>
            <c:v>TOF 0.35</c:v>
          </c:tx>
          <c:spPr>
            <a:ln w="1270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2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'Penetración vs TOF (s)'!$G$5:$G$13</c:f>
              <c:numCache>
                <c:formatCode>General</c:formatCode>
                <c:ptCount val="9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20</c:v>
                </c:pt>
                <c:pt idx="4">
                  <c:v>30</c:v>
                </c:pt>
                <c:pt idx="5">
                  <c:v>40</c:v>
                </c:pt>
                <c:pt idx="6">
                  <c:v>60</c:v>
                </c:pt>
                <c:pt idx="7">
                  <c:v>90</c:v>
                </c:pt>
                <c:pt idx="8">
                  <c:v>120</c:v>
                </c:pt>
              </c:numCache>
            </c:numRef>
          </c:xVal>
          <c:yVal>
            <c:numRef>
              <c:f>'Penetración vs TOF (s)'!$I$5:$I$13</c:f>
              <c:numCache>
                <c:formatCode>General</c:formatCode>
                <c:ptCount val="9"/>
                <c:pt idx="0">
                  <c:v>3.6719467177022125E-3</c:v>
                </c:pt>
                <c:pt idx="1">
                  <c:v>4.0235160842883033E-3</c:v>
                </c:pt>
                <c:pt idx="2">
                  <c:v>3.9844528213421881E-3</c:v>
                </c:pt>
                <c:pt idx="3">
                  <c:v>3.847731401005916E-3</c:v>
                </c:pt>
                <c:pt idx="4">
                  <c:v>3.7500732436193118E-3</c:v>
                </c:pt>
                <c:pt idx="5">
                  <c:v>3.6133518232777107E-3</c:v>
                </c:pt>
                <c:pt idx="6">
                  <c:v>3.7110099806625385E-3</c:v>
                </c:pt>
                <c:pt idx="7">
                  <c:v>3.3203773511161216E-3</c:v>
                </c:pt>
                <c:pt idx="8">
                  <c:v>3.1836559307834023E-3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A57E-3C45-9CE5-F47A3B69F454}"/>
            </c:ext>
          </c:extLst>
        </c:ser>
        <c:ser>
          <c:idx val="2"/>
          <c:order val="2"/>
          <c:tx>
            <c:v>TOF 0.4</c:v>
          </c:tx>
          <c:spPr>
            <a:ln w="1270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2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xVal>
            <c:numRef>
              <c:f>'Penetración vs TOF (s)'!$L$5:$L$14</c:f>
              <c:numCache>
                <c:formatCode>General</c:formatCode>
                <c:ptCount val="10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20</c:v>
                </c:pt>
                <c:pt idx="4">
                  <c:v>30</c:v>
                </c:pt>
                <c:pt idx="5">
                  <c:v>40</c:v>
                </c:pt>
                <c:pt idx="6">
                  <c:v>60</c:v>
                </c:pt>
                <c:pt idx="7">
                  <c:v>90</c:v>
                </c:pt>
                <c:pt idx="8">
                  <c:v>120</c:v>
                </c:pt>
                <c:pt idx="9">
                  <c:v>137</c:v>
                </c:pt>
              </c:numCache>
            </c:numRef>
          </c:xVal>
          <c:yVal>
            <c:numRef>
              <c:f>'Penetración vs TOF (s)'!$N$5:$N$14</c:f>
              <c:numCache>
                <c:formatCode>General</c:formatCode>
                <c:ptCount val="10"/>
                <c:pt idx="0">
                  <c:v>3.541735841195178E-3</c:v>
                </c:pt>
                <c:pt idx="1">
                  <c:v>4.1146636978582523E-3</c:v>
                </c:pt>
                <c:pt idx="2">
                  <c:v>4.1741886699789687E-3</c:v>
                </c:pt>
                <c:pt idx="3">
                  <c:v>4.2539893357297128E-3</c:v>
                </c:pt>
                <c:pt idx="4">
                  <c:v>4.2481298462847166E-3</c:v>
                </c:pt>
                <c:pt idx="5">
                  <c:v>4.3018418328450991E-3</c:v>
                </c:pt>
                <c:pt idx="6">
                  <c:v>3.9953037277208458E-3</c:v>
                </c:pt>
                <c:pt idx="7">
                  <c:v>3.4961620344202199E-3</c:v>
                </c:pt>
                <c:pt idx="8">
                  <c:v>3.200397329192375E-3</c:v>
                </c:pt>
                <c:pt idx="9">
                  <c:v>2.9046326239645301E-3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A57E-3C45-9CE5-F47A3B69F45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63225792"/>
        <c:axId val="1963063280"/>
      </c:scatterChart>
      <c:valAx>
        <c:axId val="1963225792"/>
        <c:scaling>
          <c:orientation val="minMax"/>
          <c:max val="150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s-MX" b="1"/>
                  <a:t>Tiempo</a:t>
                </a:r>
                <a:r>
                  <a:rPr lang="es-MX" b="1" baseline="0"/>
                  <a:t> (min)</a:t>
                </a:r>
                <a:endParaRPr lang="es-MX" b="1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pPr>
              <a:endParaRPr lang="es-MX"/>
            </a:p>
          </c:txPr>
        </c:title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s-EC"/>
          </a:p>
        </c:txPr>
        <c:crossAx val="1963063280"/>
        <c:crosses val="autoZero"/>
        <c:crossBetween val="midCat"/>
        <c:majorUnit val="25"/>
      </c:valAx>
      <c:valAx>
        <c:axId val="1963063280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s-MX" b="1"/>
                  <a:t>TOF (s)</a:t>
                </a:r>
              </a:p>
            </c:rich>
          </c:tx>
          <c:layout>
            <c:manualLayout>
              <c:xMode val="edge"/>
              <c:yMode val="edge"/>
              <c:x val="3.2275970352582603E-2"/>
              <c:y val="0.15708655384114395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pPr>
              <a:endParaRPr lang="es-EC"/>
            </a:p>
          </c:txPr>
        </c:title>
        <c:numFmt formatCode="0.000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s-EC"/>
          </a:p>
        </c:txPr>
        <c:crossAx val="1963225792"/>
        <c:crosses val="autoZero"/>
        <c:crossBetween val="midCat"/>
        <c:majorUnit val="1E-3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69108146610102439"/>
          <c:y val="0.44829424455038408"/>
          <c:w val="0.25520762490756982"/>
          <c:h val="0.278899646363822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defRPr>
          </a:pPr>
          <a:endParaRPr lang="es-EC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>
          <a:solidFill>
            <a:schemeClr val="tx1"/>
          </a:solidFill>
          <a:latin typeface="Times New Roman" panose="02020603050405020304" pitchFamily="18" charset="0"/>
          <a:cs typeface="Times New Roman" panose="02020603050405020304" pitchFamily="18" charset="0"/>
        </a:defRPr>
      </a:pPr>
      <a:endParaRPr lang="es-EC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MX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3942521569804581"/>
          <c:y val="6.4646655356972629E-2"/>
          <c:w val="0.71072371408560187"/>
          <c:h val="0.68918656275075452"/>
        </c:manualLayout>
      </c:layout>
      <c:scatterChart>
        <c:scatterStyle val="lineMarker"/>
        <c:varyColors val="0"/>
        <c:ser>
          <c:idx val="1"/>
          <c:order val="0"/>
          <c:tx>
            <c:v>REF 0.3</c:v>
          </c:tx>
          <c:spPr>
            <a:ln w="12700" cap="rnd">
              <a:noFill/>
              <a:round/>
            </a:ln>
            <a:effectLst/>
          </c:spPr>
          <c:marker>
            <c:symbol val="circle"/>
            <c:size val="3"/>
            <c:spPr>
              <a:solidFill>
                <a:srgbClr val="0070C0"/>
              </a:solidFill>
              <a:ln w="9525">
                <a:solidFill>
                  <a:srgbClr val="0070C0"/>
                </a:solidFill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Ref>
                <c:f>'Penetración vs TOF (s)'!$E$6:$E$11</c:f>
                <c:numCache>
                  <c:formatCode>General</c:formatCode>
                  <c:ptCount val="6"/>
                  <c:pt idx="0">
                    <c:v>8.940364230095183E-5</c:v>
                  </c:pt>
                  <c:pt idx="1">
                    <c:v>1.2852347801041276E-4</c:v>
                  </c:pt>
                  <c:pt idx="2">
                    <c:v>4.4904551539621803E-5</c:v>
                  </c:pt>
                  <c:pt idx="3">
                    <c:v>6.2987618886990238E-5</c:v>
                  </c:pt>
                  <c:pt idx="4">
                    <c:v>3.1895020643505946E-5</c:v>
                  </c:pt>
                  <c:pt idx="5">
                    <c:v>2.7498309601655101E-5</c:v>
                  </c:pt>
                </c:numCache>
              </c:numRef>
            </c:plus>
            <c:minus>
              <c:numRef>
                <c:f>'Penetración vs TOF (s)'!$E$6:$E$11</c:f>
                <c:numCache>
                  <c:formatCode>General</c:formatCode>
                  <c:ptCount val="6"/>
                  <c:pt idx="0">
                    <c:v>8.940364230095183E-5</c:v>
                  </c:pt>
                  <c:pt idx="1">
                    <c:v>1.2852347801041276E-4</c:v>
                  </c:pt>
                  <c:pt idx="2">
                    <c:v>4.4904551539621803E-5</c:v>
                  </c:pt>
                  <c:pt idx="3">
                    <c:v>6.2987618886990238E-5</c:v>
                  </c:pt>
                  <c:pt idx="4">
                    <c:v>3.1895020643505946E-5</c:v>
                  </c:pt>
                  <c:pt idx="5">
                    <c:v>2.7498309601655101E-5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xVal>
            <c:numRef>
              <c:f>'Penetración vs TOF (s)'!$C$6:$C$11</c:f>
              <c:numCache>
                <c:formatCode>0.00</c:formatCode>
                <c:ptCount val="6"/>
                <c:pt idx="0">
                  <c:v>24.599999999999998</c:v>
                </c:pt>
                <c:pt idx="1">
                  <c:v>20.166666666666668</c:v>
                </c:pt>
                <c:pt idx="2">
                  <c:v>20.2</c:v>
                </c:pt>
                <c:pt idx="3">
                  <c:v>17.633333333333333</c:v>
                </c:pt>
                <c:pt idx="4">
                  <c:v>15.266666666666666</c:v>
                </c:pt>
                <c:pt idx="5">
                  <c:v>13.166666666666666</c:v>
                </c:pt>
              </c:numCache>
            </c:numRef>
          </c:xVal>
          <c:yVal>
            <c:numRef>
              <c:f>'Penetración vs TOF (s)'!$D$6:$D$11</c:f>
              <c:numCache>
                <c:formatCode>General</c:formatCode>
                <c:ptCount val="6"/>
                <c:pt idx="0">
                  <c:v>2.9297447215697048E-3</c:v>
                </c:pt>
                <c:pt idx="1">
                  <c:v>2.8906814586235896E-3</c:v>
                </c:pt>
                <c:pt idx="2">
                  <c:v>2.7344284068107072E-3</c:v>
                </c:pt>
                <c:pt idx="3">
                  <c:v>2.5977069864779878E-3</c:v>
                </c:pt>
                <c:pt idx="4">
                  <c:v>2.5586437235176618E-3</c:v>
                </c:pt>
                <c:pt idx="5">
                  <c:v>2.5586437235105564E-3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8D68-6A41-95A1-A8D02CB10019}"/>
            </c:ext>
          </c:extLst>
        </c:ser>
        <c:ser>
          <c:idx val="0"/>
          <c:order val="1"/>
          <c:tx>
            <c:v>REF 0.35</c:v>
          </c:tx>
          <c:spPr>
            <a:ln w="12700" cap="rnd">
              <a:noFill/>
              <a:round/>
            </a:ln>
            <a:effectLst/>
          </c:spPr>
          <c:marker>
            <c:symbol val="triangle"/>
            <c:size val="3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Ref>
                <c:f>'Penetración vs TOF (s)'!$J$6:$J$13</c:f>
                <c:numCache>
                  <c:formatCode>General</c:formatCode>
                  <c:ptCount val="8"/>
                  <c:pt idx="0">
                    <c:v>1.9776949001413391E-4</c:v>
                  </c:pt>
                  <c:pt idx="1">
                    <c:v>1.9738064153432868E-4</c:v>
                  </c:pt>
                  <c:pt idx="2">
                    <c:v>2.0435227091629576E-4</c:v>
                  </c:pt>
                  <c:pt idx="3">
                    <c:v>2.2364452479433801E-4</c:v>
                  </c:pt>
                  <c:pt idx="4">
                    <c:v>2.634616412119325E-4</c:v>
                  </c:pt>
                  <c:pt idx="5">
                    <c:v>1.5742866536129987E-4</c:v>
                  </c:pt>
                  <c:pt idx="6">
                    <c:v>9.0677208722116182E-5</c:v>
                  </c:pt>
                  <c:pt idx="7">
                    <c:v>2.0020772926775536E-4</c:v>
                  </c:pt>
                </c:numCache>
              </c:numRef>
            </c:plus>
            <c:minus>
              <c:numRef>
                <c:f>'Penetración vs TOF (s)'!$J$6:$J$13</c:f>
                <c:numCache>
                  <c:formatCode>General</c:formatCode>
                  <c:ptCount val="8"/>
                  <c:pt idx="0">
                    <c:v>1.9776949001413391E-4</c:v>
                  </c:pt>
                  <c:pt idx="1">
                    <c:v>1.9738064153432868E-4</c:v>
                  </c:pt>
                  <c:pt idx="2">
                    <c:v>2.0435227091629576E-4</c:v>
                  </c:pt>
                  <c:pt idx="3">
                    <c:v>2.2364452479433801E-4</c:v>
                  </c:pt>
                  <c:pt idx="4">
                    <c:v>2.634616412119325E-4</c:v>
                  </c:pt>
                  <c:pt idx="5">
                    <c:v>1.5742866536129987E-4</c:v>
                  </c:pt>
                  <c:pt idx="6">
                    <c:v>9.0677208722116182E-5</c:v>
                  </c:pt>
                  <c:pt idx="7">
                    <c:v>2.0020772926775536E-4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xVal>
            <c:numRef>
              <c:f>'Penetración vs TOF (s)'!$H$6:$H$13</c:f>
              <c:numCache>
                <c:formatCode>0.0</c:formatCode>
                <c:ptCount val="8"/>
                <c:pt idx="0">
                  <c:v>39.700000000000003</c:v>
                </c:pt>
                <c:pt idx="1">
                  <c:v>39.700000000000003</c:v>
                </c:pt>
                <c:pt idx="2">
                  <c:v>39.700000000000003</c:v>
                </c:pt>
                <c:pt idx="3">
                  <c:v>36.5</c:v>
                </c:pt>
                <c:pt idx="4">
                  <c:v>34.799999999999997</c:v>
                </c:pt>
                <c:pt idx="5">
                  <c:v>29.633333333333336</c:v>
                </c:pt>
                <c:pt idx="6">
                  <c:v>23.400000000000002</c:v>
                </c:pt>
                <c:pt idx="7">
                  <c:v>15.633333333333333</c:v>
                </c:pt>
              </c:numCache>
            </c:numRef>
          </c:xVal>
          <c:yVal>
            <c:numRef>
              <c:f>'Penetración vs TOF (s)'!$I$6:$I$13</c:f>
              <c:numCache>
                <c:formatCode>General</c:formatCode>
                <c:ptCount val="8"/>
                <c:pt idx="0">
                  <c:v>4.0235160842883033E-3</c:v>
                </c:pt>
                <c:pt idx="1">
                  <c:v>3.9844528213421881E-3</c:v>
                </c:pt>
                <c:pt idx="2">
                  <c:v>3.847731401005916E-3</c:v>
                </c:pt>
                <c:pt idx="3">
                  <c:v>3.7500732436193118E-3</c:v>
                </c:pt>
                <c:pt idx="4">
                  <c:v>3.6133518232777107E-3</c:v>
                </c:pt>
                <c:pt idx="5">
                  <c:v>3.7110099806625385E-3</c:v>
                </c:pt>
                <c:pt idx="6">
                  <c:v>3.3203773511161216E-3</c:v>
                </c:pt>
                <c:pt idx="7">
                  <c:v>3.1836559307834023E-3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8D68-6A41-95A1-A8D02CB10019}"/>
            </c:ext>
          </c:extLst>
        </c:ser>
        <c:ser>
          <c:idx val="2"/>
          <c:order val="2"/>
          <c:tx>
            <c:v>REF 0.4</c:v>
          </c:tx>
          <c:spPr>
            <a:ln w="12700" cap="rnd">
              <a:noFill/>
              <a:round/>
            </a:ln>
            <a:effectLst/>
          </c:spPr>
          <c:marker>
            <c:symbol val="square"/>
            <c:size val="3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Ref>
                <c:f>'Penetración vs TOF (s)'!$O$5:$O$13</c:f>
                <c:numCache>
                  <c:formatCode>General</c:formatCode>
                  <c:ptCount val="9"/>
                  <c:pt idx="0">
                    <c:v>1.7012338793565899E-4</c:v>
                  </c:pt>
                  <c:pt idx="1">
                    <c:v>1.749871409192086E-4</c:v>
                  </c:pt>
                  <c:pt idx="2">
                    <c:v>1.1972018400394134E-4</c:v>
                  </c:pt>
                  <c:pt idx="3">
                    <c:v>2.9016143340506438E-4</c:v>
                  </c:pt>
                  <c:pt idx="4">
                    <c:v>4.3089275756920002E-4</c:v>
                  </c:pt>
                  <c:pt idx="5">
                    <c:v>9.4850825756940651E-5</c:v>
                  </c:pt>
                  <c:pt idx="6">
                    <c:v>3.0165324565052166E-4</c:v>
                  </c:pt>
                  <c:pt idx="7">
                    <c:v>1.0331871738549517E-4</c:v>
                  </c:pt>
                  <c:pt idx="8">
                    <c:v>1.131679457517058E-4</c:v>
                  </c:pt>
                </c:numCache>
              </c:numRef>
            </c:plus>
            <c:minus>
              <c:numRef>
                <c:f>'Penetración vs TOF (s)'!$O$5:$O$13</c:f>
                <c:numCache>
                  <c:formatCode>General</c:formatCode>
                  <c:ptCount val="9"/>
                  <c:pt idx="0">
                    <c:v>1.7012338793565899E-4</c:v>
                  </c:pt>
                  <c:pt idx="1">
                    <c:v>1.749871409192086E-4</c:v>
                  </c:pt>
                  <c:pt idx="2">
                    <c:v>1.1972018400394134E-4</c:v>
                  </c:pt>
                  <c:pt idx="3">
                    <c:v>2.9016143340506438E-4</c:v>
                  </c:pt>
                  <c:pt idx="4">
                    <c:v>4.3089275756920002E-4</c:v>
                  </c:pt>
                  <c:pt idx="5">
                    <c:v>9.4850825756940651E-5</c:v>
                  </c:pt>
                  <c:pt idx="6">
                    <c:v>3.0165324565052166E-4</c:v>
                  </c:pt>
                  <c:pt idx="7">
                    <c:v>1.0331871738549517E-4</c:v>
                  </c:pt>
                  <c:pt idx="8">
                    <c:v>1.131679457517058E-4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xVal>
            <c:numRef>
              <c:f>'Penetración vs TOF (s)'!$M$6:$M$13</c:f>
              <c:numCache>
                <c:formatCode>0.0</c:formatCode>
                <c:ptCount val="8"/>
                <c:pt idx="0">
                  <c:v>39.5</c:v>
                </c:pt>
                <c:pt idx="1">
                  <c:v>39.5</c:v>
                </c:pt>
                <c:pt idx="2">
                  <c:v>39.5</c:v>
                </c:pt>
                <c:pt idx="3">
                  <c:v>39.5</c:v>
                </c:pt>
                <c:pt idx="4">
                  <c:v>39.5</c:v>
                </c:pt>
                <c:pt idx="5">
                  <c:v>32.275000000000006</c:v>
                </c:pt>
                <c:pt idx="6">
                  <c:v>30.099999999999998</c:v>
                </c:pt>
                <c:pt idx="7">
                  <c:v>24.433333333333334</c:v>
                </c:pt>
              </c:numCache>
            </c:numRef>
          </c:xVal>
          <c:yVal>
            <c:numRef>
              <c:f>'Penetración vs TOF (s)'!$N$6:$N$13</c:f>
              <c:numCache>
                <c:formatCode>General</c:formatCode>
                <c:ptCount val="8"/>
                <c:pt idx="0">
                  <c:v>4.1146636978582523E-3</c:v>
                </c:pt>
                <c:pt idx="1">
                  <c:v>4.1741886699789687E-3</c:v>
                </c:pt>
                <c:pt idx="2">
                  <c:v>4.2539893357297128E-3</c:v>
                </c:pt>
                <c:pt idx="3">
                  <c:v>4.2481298462847166E-3</c:v>
                </c:pt>
                <c:pt idx="4">
                  <c:v>4.3018418328450991E-3</c:v>
                </c:pt>
                <c:pt idx="5">
                  <c:v>3.9953037277208458E-3</c:v>
                </c:pt>
                <c:pt idx="6">
                  <c:v>3.4961620344202199E-3</c:v>
                </c:pt>
                <c:pt idx="7">
                  <c:v>3.200397329192375E-3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8D68-6A41-95A1-A8D02CB100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63225792"/>
        <c:axId val="1963063280"/>
      </c:scatterChart>
      <c:valAx>
        <c:axId val="1963225792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s-MX" b="1" baseline="0"/>
                  <a:t>Penetración (mm)</a:t>
                </a:r>
                <a:endParaRPr lang="es-MX" b="1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pPr>
              <a:endParaRPr lang="es-MX"/>
            </a:p>
          </c:txPr>
        </c:title>
        <c:numFmt formatCode="0.00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s-EC"/>
          </a:p>
        </c:txPr>
        <c:crossAx val="1963063280"/>
        <c:crosses val="autoZero"/>
        <c:crossBetween val="midCat"/>
      </c:valAx>
      <c:valAx>
        <c:axId val="1963063280"/>
        <c:scaling>
          <c:orientation val="minMax"/>
          <c:min val="2E-3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s-MX" b="1"/>
                  <a:t>TOF (s)</a:t>
                </a:r>
              </a:p>
            </c:rich>
          </c:tx>
          <c:layout>
            <c:manualLayout>
              <c:xMode val="edge"/>
              <c:yMode val="edge"/>
              <c:x val="3.2275892458457973E-2"/>
              <c:y val="0.27530544890784941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pPr>
              <a:endParaRPr lang="es-EC"/>
            </a:p>
          </c:txPr>
        </c:title>
        <c:numFmt formatCode="0.000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s-EC"/>
          </a:p>
        </c:txPr>
        <c:crossAx val="1963225792"/>
        <c:crosses val="autoZero"/>
        <c:crossBetween val="midCat"/>
        <c:majorUnit val="1E-3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21039746869922749"/>
          <c:y val="4.0389867758353494E-2"/>
          <c:w val="0.25384840321592234"/>
          <c:h val="0.28445526583652114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800" b="0" i="0" u="none" strike="noStrike" kern="1200" baseline="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defRPr>
          </a:pPr>
          <a:endParaRPr lang="es-EC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>
          <a:solidFill>
            <a:schemeClr val="tx1"/>
          </a:solidFill>
          <a:latin typeface="Times New Roman" panose="02020603050405020304" pitchFamily="18" charset="0"/>
          <a:cs typeface="Times New Roman" panose="02020603050405020304" pitchFamily="18" charset="0"/>
        </a:defRPr>
      </a:pPr>
      <a:endParaRPr lang="es-EC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MX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3942521569804581"/>
          <c:y val="6.4646655356972629E-2"/>
          <c:w val="0.71072371408560187"/>
          <c:h val="0.68918656275075452"/>
        </c:manualLayout>
      </c:layout>
      <c:scatterChart>
        <c:scatterStyle val="lineMarker"/>
        <c:varyColors val="0"/>
        <c:ser>
          <c:idx val="1"/>
          <c:order val="0"/>
          <c:tx>
            <c:v>F1 0.3</c:v>
          </c:tx>
          <c:spPr>
            <a:ln w="19050" cap="rnd">
              <a:noFill/>
              <a:round/>
            </a:ln>
            <a:effectLst/>
          </c:spPr>
          <c:marker>
            <c:symbol val="circle"/>
            <c:size val="3"/>
            <c:spPr>
              <a:solidFill>
                <a:srgbClr val="0070C0"/>
              </a:solidFill>
              <a:ln w="9525">
                <a:solidFill>
                  <a:srgbClr val="0070C0"/>
                </a:solidFill>
              </a:ln>
              <a:effectLst/>
            </c:spPr>
          </c:marker>
          <c:xVal>
            <c:numRef>
              <c:f>'F1 vs t (s)'!$F$5:$F$12</c:f>
              <c:numCache>
                <c:formatCode>General</c:formatCode>
                <c:ptCount val="8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20</c:v>
                </c:pt>
                <c:pt idx="4">
                  <c:v>30</c:v>
                </c:pt>
                <c:pt idx="5">
                  <c:v>40</c:v>
                </c:pt>
                <c:pt idx="6">
                  <c:v>60</c:v>
                </c:pt>
                <c:pt idx="7">
                  <c:v>90</c:v>
                </c:pt>
              </c:numCache>
            </c:numRef>
          </c:xVal>
          <c:yVal>
            <c:numRef>
              <c:f>'F1 vs t (s)'!$G$5:$G$12</c:f>
              <c:numCache>
                <c:formatCode>General</c:formatCode>
                <c:ptCount val="8"/>
                <c:pt idx="0">
                  <c:v>0.18307930058035402</c:v>
                </c:pt>
                <c:pt idx="1">
                  <c:v>0.27600739659675028</c:v>
                </c:pt>
                <c:pt idx="2">
                  <c:v>0.3017954301891102</c:v>
                </c:pt>
                <c:pt idx="3">
                  <c:v>0.31884141293322876</c:v>
                </c:pt>
                <c:pt idx="4">
                  <c:v>0.33297508535757386</c:v>
                </c:pt>
                <c:pt idx="5">
                  <c:v>0.32770140823320243</c:v>
                </c:pt>
                <c:pt idx="6">
                  <c:v>0.38555023761320883</c:v>
                </c:pt>
                <c:pt idx="7">
                  <c:v>0.31264946450125031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9525-014F-B0DD-E2F2E8678DA0}"/>
            </c:ext>
          </c:extLst>
        </c:ser>
        <c:ser>
          <c:idx val="0"/>
          <c:order val="1"/>
          <c:tx>
            <c:v>F1 0.35</c:v>
          </c:tx>
          <c:spPr>
            <a:ln w="19050" cap="rnd">
              <a:noFill/>
              <a:round/>
            </a:ln>
            <a:effectLst/>
          </c:spPr>
          <c:marker>
            <c:symbol val="square"/>
            <c:size val="3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'F1 vs t (s)'!$I$5:$I$13</c:f>
              <c:numCache>
                <c:formatCode>General</c:formatCode>
                <c:ptCount val="9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20</c:v>
                </c:pt>
                <c:pt idx="4">
                  <c:v>30</c:v>
                </c:pt>
                <c:pt idx="5">
                  <c:v>40</c:v>
                </c:pt>
                <c:pt idx="6">
                  <c:v>60</c:v>
                </c:pt>
                <c:pt idx="7">
                  <c:v>90</c:v>
                </c:pt>
                <c:pt idx="8">
                  <c:v>120</c:v>
                </c:pt>
              </c:numCache>
            </c:numRef>
          </c:xVal>
          <c:yVal>
            <c:numRef>
              <c:f>'F1 vs t (s)'!$J$5:$J$13</c:f>
              <c:numCache>
                <c:formatCode>General</c:formatCode>
                <c:ptCount val="9"/>
                <c:pt idx="0">
                  <c:v>0.19562545826442973</c:v>
                </c:pt>
                <c:pt idx="1">
                  <c:v>0.22695361628819324</c:v>
                </c:pt>
                <c:pt idx="2">
                  <c:v>0.2461456694444871</c:v>
                </c:pt>
                <c:pt idx="3">
                  <c:v>0.25616676237056574</c:v>
                </c:pt>
                <c:pt idx="4">
                  <c:v>0.18987509593944854</c:v>
                </c:pt>
                <c:pt idx="5">
                  <c:v>0.21192966816029518</c:v>
                </c:pt>
                <c:pt idx="6">
                  <c:v>0.17014563255238618</c:v>
                </c:pt>
                <c:pt idx="7">
                  <c:v>0.27719013013326149</c:v>
                </c:pt>
                <c:pt idx="8">
                  <c:v>0.29246330824746242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9525-014F-B0DD-E2F2E8678DA0}"/>
            </c:ext>
          </c:extLst>
        </c:ser>
        <c:ser>
          <c:idx val="2"/>
          <c:order val="2"/>
          <c:tx>
            <c:v>F1 0.4</c:v>
          </c:tx>
          <c:spPr>
            <a:ln w="19050" cap="rnd">
              <a:noFill/>
              <a:round/>
            </a:ln>
            <a:effectLst/>
          </c:spPr>
          <c:marker>
            <c:symbol val="triangle"/>
            <c:size val="4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xVal>
            <c:numRef>
              <c:f>'F1 vs t (s)'!$L$5:$L$13</c:f>
              <c:numCache>
                <c:formatCode>General</c:formatCode>
                <c:ptCount val="9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20</c:v>
                </c:pt>
                <c:pt idx="4">
                  <c:v>30</c:v>
                </c:pt>
                <c:pt idx="5">
                  <c:v>40</c:v>
                </c:pt>
                <c:pt idx="6">
                  <c:v>60</c:v>
                </c:pt>
                <c:pt idx="7">
                  <c:v>90</c:v>
                </c:pt>
                <c:pt idx="8">
                  <c:v>137</c:v>
                </c:pt>
              </c:numCache>
            </c:numRef>
          </c:xVal>
          <c:yVal>
            <c:numRef>
              <c:f>'F1 vs t (s)'!$M$5:$M$13</c:f>
              <c:numCache>
                <c:formatCode>General</c:formatCode>
                <c:ptCount val="9"/>
                <c:pt idx="0">
                  <c:v>0.25554833400260607</c:v>
                </c:pt>
                <c:pt idx="1">
                  <c:v>0.20614531143966999</c:v>
                </c:pt>
                <c:pt idx="2">
                  <c:v>0.18409018132730282</c:v>
                </c:pt>
                <c:pt idx="3">
                  <c:v>0.1637309979276084</c:v>
                </c:pt>
                <c:pt idx="4">
                  <c:v>0.15351844904509085</c:v>
                </c:pt>
                <c:pt idx="5">
                  <c:v>0.18153388410121452</c:v>
                </c:pt>
                <c:pt idx="6">
                  <c:v>0.21458461131905143</c:v>
                </c:pt>
                <c:pt idx="7">
                  <c:v>0.18376979080188016</c:v>
                </c:pt>
                <c:pt idx="8">
                  <c:v>0.26641803575973444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9525-014F-B0DD-E2F2E8678DA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63225792"/>
        <c:axId val="1963063280"/>
      </c:scatterChart>
      <c:valAx>
        <c:axId val="1963225792"/>
        <c:scaling>
          <c:orientation val="minMax"/>
          <c:max val="100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s-MX" b="1"/>
                  <a:t>Tiempo</a:t>
                </a:r>
                <a:r>
                  <a:rPr lang="es-MX" b="1" baseline="0"/>
                  <a:t> (min)</a:t>
                </a:r>
                <a:endParaRPr lang="es-MX" b="1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pPr>
              <a:endParaRPr lang="es-MX"/>
            </a:p>
          </c:txPr>
        </c:title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s-EC"/>
          </a:p>
        </c:txPr>
        <c:crossAx val="1963063280"/>
        <c:crosses val="autoZero"/>
        <c:crossBetween val="midCat"/>
        <c:majorUnit val="25"/>
      </c:valAx>
      <c:valAx>
        <c:axId val="1963063280"/>
        <c:scaling>
          <c:orientation val="minMax"/>
          <c:max val="0.45"/>
          <c:min val="0.1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s-MX" b="1"/>
                  <a:t>F1 (-)</a:t>
                </a:r>
              </a:p>
            </c:rich>
          </c:tx>
          <c:layout>
            <c:manualLayout>
              <c:xMode val="edge"/>
              <c:yMode val="edge"/>
              <c:x val="2.835992423128145E-2"/>
              <c:y val="0.28117436427606984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pPr>
              <a:endParaRPr lang="es-EC"/>
            </a:p>
          </c:txPr>
        </c:title>
        <c:numFmt formatCode="0.000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s-EC"/>
          </a:p>
        </c:txPr>
        <c:crossAx val="1963225792"/>
        <c:crosses val="autoZero"/>
        <c:crossBetween val="midCat"/>
        <c:majorUnit val="0.1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25688467852219099"/>
          <c:y val="4.9296305108068907E-2"/>
          <c:w val="0.7038954116603251"/>
          <c:h val="9.2735956521270951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800" b="0" i="0" u="none" strike="noStrike" kern="1200" baseline="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defRPr>
          </a:pPr>
          <a:endParaRPr lang="es-EC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>
          <a:solidFill>
            <a:schemeClr val="tx1"/>
          </a:solidFill>
          <a:latin typeface="Times New Roman" panose="02020603050405020304" pitchFamily="18" charset="0"/>
          <a:cs typeface="Times New Roman" panose="02020603050405020304" pitchFamily="18" charset="0"/>
        </a:defRPr>
      </a:pPr>
      <a:endParaRPr lang="es-EC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MX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3242175925925925"/>
          <c:y val="0.12935185185185186"/>
          <c:w val="0.81968865740740737"/>
          <c:h val="0.74129629629629634"/>
        </c:manualLayout>
      </c:layout>
      <c:scatterChart>
        <c:scatterStyle val="smoothMarker"/>
        <c:varyColors val="0"/>
        <c:ser>
          <c:idx val="0"/>
          <c:order val="0"/>
          <c:spPr>
            <a:ln w="12700" cap="rnd">
              <a:solidFill>
                <a:srgbClr val="0070C0"/>
              </a:solidFill>
              <a:round/>
            </a:ln>
            <a:effectLst/>
          </c:spPr>
          <c:marker>
            <c:symbol val="none"/>
          </c:marker>
          <c:xVal>
            <c:numRef>
              <c:f>'0.3'!$X$2:$X$350</c:f>
              <c:numCache>
                <c:formatCode>General</c:formatCode>
                <c:ptCount val="349"/>
                <c:pt idx="0">
                  <c:v>0</c:v>
                </c:pt>
                <c:pt idx="1">
                  <c:v>1.9531631494373869E-5</c:v>
                </c:pt>
                <c:pt idx="2">
                  <c:v>3.9063262995853165E-5</c:v>
                </c:pt>
                <c:pt idx="3">
                  <c:v>5.8594894497332461E-5</c:v>
                </c:pt>
                <c:pt idx="4">
                  <c:v>7.8126525899335775E-5</c:v>
                </c:pt>
                <c:pt idx="5">
                  <c:v>9.7658157400815071E-5</c:v>
                </c:pt>
                <c:pt idx="6">
                  <c:v>1.1718978889518894E-4</c:v>
                </c:pt>
                <c:pt idx="7">
                  <c:v>1.3672142039666824E-4</c:v>
                </c:pt>
                <c:pt idx="8">
                  <c:v>1.5625305189814753E-4</c:v>
                </c:pt>
                <c:pt idx="9">
                  <c:v>1.7578468330015085E-4</c:v>
                </c:pt>
                <c:pt idx="10">
                  <c:v>1.9531631479452471E-4</c:v>
                </c:pt>
                <c:pt idx="11">
                  <c:v>2.1484794629600401E-4</c:v>
                </c:pt>
                <c:pt idx="12">
                  <c:v>2.3437957779748331E-4</c:v>
                </c:pt>
                <c:pt idx="13">
                  <c:v>2.5391120919948662E-4</c:v>
                </c:pt>
                <c:pt idx="14">
                  <c:v>2.7344284070096592E-4</c:v>
                </c:pt>
                <c:pt idx="15">
                  <c:v>2.9297447219533979E-4</c:v>
                </c:pt>
                <c:pt idx="16">
                  <c:v>3.1250610369681908E-4</c:v>
                </c:pt>
                <c:pt idx="17">
                  <c:v>3.320377350988224E-4</c:v>
                </c:pt>
                <c:pt idx="18">
                  <c:v>3.5156936660030169E-4</c:v>
                </c:pt>
                <c:pt idx="19">
                  <c:v>3.7110099809467556E-4</c:v>
                </c:pt>
                <c:pt idx="20">
                  <c:v>3.9063262959615486E-4</c:v>
                </c:pt>
                <c:pt idx="21">
                  <c:v>4.1016426109763415E-4</c:v>
                </c:pt>
                <c:pt idx="22">
                  <c:v>4.2969589249963747E-4</c:v>
                </c:pt>
                <c:pt idx="23">
                  <c:v>4.4922752400111676E-4</c:v>
                </c:pt>
                <c:pt idx="24">
                  <c:v>4.6875915549549063E-4</c:v>
                </c:pt>
                <c:pt idx="25">
                  <c:v>4.8829078699696993E-4</c:v>
                </c:pt>
                <c:pt idx="26">
                  <c:v>5.0782241839897324E-4</c:v>
                </c:pt>
                <c:pt idx="27">
                  <c:v>5.2735404990045254E-4</c:v>
                </c:pt>
                <c:pt idx="28">
                  <c:v>5.4688568139482641E-4</c:v>
                </c:pt>
                <c:pt idx="29">
                  <c:v>5.664173128963057E-4</c:v>
                </c:pt>
                <c:pt idx="30">
                  <c:v>5.8594894429830902E-4</c:v>
                </c:pt>
                <c:pt idx="31">
                  <c:v>6.0548057579978831E-4</c:v>
                </c:pt>
                <c:pt idx="32">
                  <c:v>6.2501220729416218E-4</c:v>
                </c:pt>
                <c:pt idx="33">
                  <c:v>6.4454383879564148E-4</c:v>
                </c:pt>
                <c:pt idx="34">
                  <c:v>6.6407547029712077E-4</c:v>
                </c:pt>
                <c:pt idx="35">
                  <c:v>6.8360710169912409E-4</c:v>
                </c:pt>
                <c:pt idx="36">
                  <c:v>7.0313873320060338E-4</c:v>
                </c:pt>
                <c:pt idx="37">
                  <c:v>7.2267036469497725E-4</c:v>
                </c:pt>
                <c:pt idx="38">
                  <c:v>7.4220199619645655E-4</c:v>
                </c:pt>
                <c:pt idx="39">
                  <c:v>7.6173362759845986E-4</c:v>
                </c:pt>
                <c:pt idx="40">
                  <c:v>7.8126525909993916E-4</c:v>
                </c:pt>
                <c:pt idx="41">
                  <c:v>8.0079689059431303E-4</c:v>
                </c:pt>
                <c:pt idx="42">
                  <c:v>8.2032852209579232E-4</c:v>
                </c:pt>
                <c:pt idx="43">
                  <c:v>8.3986015359727162E-4</c:v>
                </c:pt>
                <c:pt idx="44">
                  <c:v>8.5939178499927493E-4</c:v>
                </c:pt>
                <c:pt idx="45">
                  <c:v>8.7892341650075423E-4</c:v>
                </c:pt>
                <c:pt idx="46">
                  <c:v>8.984550479951281E-4</c:v>
                </c:pt>
                <c:pt idx="47">
                  <c:v>9.1798667949660739E-4</c:v>
                </c:pt>
                <c:pt idx="48">
                  <c:v>9.3751831089861071E-4</c:v>
                </c:pt>
                <c:pt idx="49">
                  <c:v>9.5704994240009E-4</c:v>
                </c:pt>
                <c:pt idx="50">
                  <c:v>9.7658157389446387E-4</c:v>
                </c:pt>
                <c:pt idx="51">
                  <c:v>9.9611320539594317E-4</c:v>
                </c:pt>
                <c:pt idx="52">
                  <c:v>1.0156448367979465E-3</c:v>
                </c:pt>
                <c:pt idx="53">
                  <c:v>1.0351764682994258E-3</c:v>
                </c:pt>
                <c:pt idx="54">
                  <c:v>1.0547080998009051E-3</c:v>
                </c:pt>
                <c:pt idx="55">
                  <c:v>1.0742397312952789E-3</c:v>
                </c:pt>
                <c:pt idx="56">
                  <c:v>1.0937713627967582E-3</c:v>
                </c:pt>
                <c:pt idx="57">
                  <c:v>1.1133029941987616E-3</c:v>
                </c:pt>
                <c:pt idx="58">
                  <c:v>1.1328346257002408E-3</c:v>
                </c:pt>
                <c:pt idx="59">
                  <c:v>1.1523662571946147E-3</c:v>
                </c:pt>
                <c:pt idx="60">
                  <c:v>1.171897888696094E-3</c:v>
                </c:pt>
                <c:pt idx="61">
                  <c:v>1.1914295200980973E-3</c:v>
                </c:pt>
                <c:pt idx="62">
                  <c:v>1.2109611515995766E-3</c:v>
                </c:pt>
                <c:pt idx="63">
                  <c:v>1.2304927831010559E-3</c:v>
                </c:pt>
                <c:pt idx="64">
                  <c:v>1.2500244145954298E-3</c:v>
                </c:pt>
                <c:pt idx="65">
                  <c:v>1.2695560460969091E-3</c:v>
                </c:pt>
                <c:pt idx="66">
                  <c:v>1.2890876774989124E-3</c:v>
                </c:pt>
                <c:pt idx="67">
                  <c:v>1.3086193090003917E-3</c:v>
                </c:pt>
                <c:pt idx="68">
                  <c:v>1.3281509404947656E-3</c:v>
                </c:pt>
                <c:pt idx="69">
                  <c:v>1.3476825719962449E-3</c:v>
                </c:pt>
                <c:pt idx="70">
                  <c:v>1.3672142033982482E-3</c:v>
                </c:pt>
                <c:pt idx="71">
                  <c:v>1.3867458348997275E-3</c:v>
                </c:pt>
                <c:pt idx="72">
                  <c:v>1.4062774663941013E-3</c:v>
                </c:pt>
                <c:pt idx="73">
                  <c:v>1.4258090978955806E-3</c:v>
                </c:pt>
                <c:pt idx="74">
                  <c:v>1.4453407292975839E-3</c:v>
                </c:pt>
                <c:pt idx="75">
                  <c:v>1.4648723607990632E-3</c:v>
                </c:pt>
                <c:pt idx="76">
                  <c:v>1.4844039923005425E-3</c:v>
                </c:pt>
                <c:pt idx="77">
                  <c:v>1.5039356237949164E-3</c:v>
                </c:pt>
                <c:pt idx="78">
                  <c:v>1.5234672552963957E-3</c:v>
                </c:pt>
                <c:pt idx="79">
                  <c:v>1.542998886698399E-3</c:v>
                </c:pt>
                <c:pt idx="80">
                  <c:v>1.5625305181998783E-3</c:v>
                </c:pt>
                <c:pt idx="81">
                  <c:v>1.5820621496942522E-3</c:v>
                </c:pt>
                <c:pt idx="82">
                  <c:v>1.6015937811957315E-3</c:v>
                </c:pt>
                <c:pt idx="83">
                  <c:v>1.6211254125977348E-3</c:v>
                </c:pt>
                <c:pt idx="84">
                  <c:v>1.6406570440992141E-3</c:v>
                </c:pt>
                <c:pt idx="85">
                  <c:v>1.6601886756006934E-3</c:v>
                </c:pt>
                <c:pt idx="86">
                  <c:v>1.6797203070950673E-3</c:v>
                </c:pt>
                <c:pt idx="87">
                  <c:v>1.6992519384970706E-3</c:v>
                </c:pt>
                <c:pt idx="88">
                  <c:v>1.7187835699985499E-3</c:v>
                </c:pt>
                <c:pt idx="89">
                  <c:v>1.7383152015000292E-3</c:v>
                </c:pt>
                <c:pt idx="90">
                  <c:v>1.757846832994403E-3</c:v>
                </c:pt>
                <c:pt idx="91">
                  <c:v>1.7773784644958823E-3</c:v>
                </c:pt>
                <c:pt idx="92">
                  <c:v>1.7969100958978856E-3</c:v>
                </c:pt>
                <c:pt idx="93">
                  <c:v>1.8164417273993649E-3</c:v>
                </c:pt>
                <c:pt idx="94">
                  <c:v>1.8359733589008442E-3</c:v>
                </c:pt>
                <c:pt idx="95">
                  <c:v>1.8555049903952181E-3</c:v>
                </c:pt>
                <c:pt idx="96">
                  <c:v>1.8750366217972214E-3</c:v>
                </c:pt>
                <c:pt idx="97">
                  <c:v>1.8945682532987007E-3</c:v>
                </c:pt>
                <c:pt idx="98">
                  <c:v>1.91409988480018E-3</c:v>
                </c:pt>
                <c:pt idx="99">
                  <c:v>1.9336315162945539E-3</c:v>
                </c:pt>
                <c:pt idx="100">
                  <c:v>1.9531631477960332E-3</c:v>
                </c:pt>
                <c:pt idx="101">
                  <c:v>1.9726947791980365E-3</c:v>
                </c:pt>
                <c:pt idx="102">
                  <c:v>1.9922264106995158E-3</c:v>
                </c:pt>
                <c:pt idx="103">
                  <c:v>2.0117580422009951E-3</c:v>
                </c:pt>
                <c:pt idx="104">
                  <c:v>2.0312896736953689E-3</c:v>
                </c:pt>
                <c:pt idx="105">
                  <c:v>2.0508213050973723E-3</c:v>
                </c:pt>
                <c:pt idx="106">
                  <c:v>2.0703529365988516E-3</c:v>
                </c:pt>
                <c:pt idx="107">
                  <c:v>2.0898845681003309E-3</c:v>
                </c:pt>
                <c:pt idx="108">
                  <c:v>2.1094161995947047E-3</c:v>
                </c:pt>
                <c:pt idx="109">
                  <c:v>2.128947830996708E-3</c:v>
                </c:pt>
                <c:pt idx="110">
                  <c:v>2.1484794624981873E-3</c:v>
                </c:pt>
                <c:pt idx="111">
                  <c:v>2.1680110939996666E-3</c:v>
                </c:pt>
                <c:pt idx="112">
                  <c:v>2.1875427254940405E-3</c:v>
                </c:pt>
                <c:pt idx="113">
                  <c:v>2.2070743569955198E-3</c:v>
                </c:pt>
                <c:pt idx="114">
                  <c:v>2.2266059883975231E-3</c:v>
                </c:pt>
                <c:pt idx="115">
                  <c:v>2.2461376198990024E-3</c:v>
                </c:pt>
                <c:pt idx="116">
                  <c:v>2.2656692514004817E-3</c:v>
                </c:pt>
                <c:pt idx="117">
                  <c:v>2.2852008828948556E-3</c:v>
                </c:pt>
                <c:pt idx="118">
                  <c:v>2.3047325142968589E-3</c:v>
                </c:pt>
                <c:pt idx="119">
                  <c:v>2.3242641457983382E-3</c:v>
                </c:pt>
                <c:pt idx="120">
                  <c:v>2.3437957772998175E-3</c:v>
                </c:pt>
                <c:pt idx="121">
                  <c:v>2.3633274087941913E-3</c:v>
                </c:pt>
                <c:pt idx="122">
                  <c:v>2.3828590402956706E-3</c:v>
                </c:pt>
                <c:pt idx="123">
                  <c:v>2.402390671697674E-3</c:v>
                </c:pt>
                <c:pt idx="124">
                  <c:v>2.4219223031991532E-3</c:v>
                </c:pt>
                <c:pt idx="125">
                  <c:v>2.4414539347006325E-3</c:v>
                </c:pt>
                <c:pt idx="126">
                  <c:v>2.4609855661950064E-3</c:v>
                </c:pt>
                <c:pt idx="127">
                  <c:v>2.4805171975970097E-3</c:v>
                </c:pt>
                <c:pt idx="128">
                  <c:v>2.500048829098489E-3</c:v>
                </c:pt>
                <c:pt idx="129">
                  <c:v>2.5195804605999683E-3</c:v>
                </c:pt>
                <c:pt idx="130">
                  <c:v>2.5391120920943422E-3</c:v>
                </c:pt>
                <c:pt idx="131">
                  <c:v>2.5586437234963455E-3</c:v>
                </c:pt>
                <c:pt idx="132">
                  <c:v>2.5781753549978248E-3</c:v>
                </c:pt>
                <c:pt idx="133">
                  <c:v>2.5977069864993041E-3</c:v>
                </c:pt>
                <c:pt idx="134">
                  <c:v>2.6172386180007834E-3</c:v>
                </c:pt>
                <c:pt idx="135">
                  <c:v>2.6367702494951573E-3</c:v>
                </c:pt>
                <c:pt idx="136">
                  <c:v>2.6563018808971606E-3</c:v>
                </c:pt>
                <c:pt idx="137">
                  <c:v>2.6758335123986399E-3</c:v>
                </c:pt>
                <c:pt idx="138">
                  <c:v>2.6953651439001192E-3</c:v>
                </c:pt>
                <c:pt idx="139">
                  <c:v>2.714896775394493E-3</c:v>
                </c:pt>
                <c:pt idx="140">
                  <c:v>2.7344284067964963E-3</c:v>
                </c:pt>
                <c:pt idx="141">
                  <c:v>2.7539600382979756E-3</c:v>
                </c:pt>
                <c:pt idx="142">
                  <c:v>2.7734916697994549E-3</c:v>
                </c:pt>
                <c:pt idx="143">
                  <c:v>2.7930233013009342E-3</c:v>
                </c:pt>
                <c:pt idx="144">
                  <c:v>2.8125549326958321E-3</c:v>
                </c:pt>
                <c:pt idx="145">
                  <c:v>2.8320865641973114E-3</c:v>
                </c:pt>
                <c:pt idx="146">
                  <c:v>2.8516181956987907E-3</c:v>
                </c:pt>
                <c:pt idx="147">
                  <c:v>2.87114982720027E-3</c:v>
                </c:pt>
                <c:pt idx="148">
                  <c:v>2.8906814586946439E-3</c:v>
                </c:pt>
                <c:pt idx="149">
                  <c:v>2.9102130900966472E-3</c:v>
                </c:pt>
                <c:pt idx="150">
                  <c:v>2.9297447215981265E-3</c:v>
                </c:pt>
                <c:pt idx="151">
                  <c:v>2.9492763530996058E-3</c:v>
                </c:pt>
                <c:pt idx="152">
                  <c:v>2.9688079846010851E-3</c:v>
                </c:pt>
                <c:pt idx="153">
                  <c:v>2.988339615995983E-3</c:v>
                </c:pt>
                <c:pt idx="154">
                  <c:v>3.0078712474974623E-3</c:v>
                </c:pt>
                <c:pt idx="155">
                  <c:v>3.0274028789989416E-3</c:v>
                </c:pt>
                <c:pt idx="156">
                  <c:v>3.0469345105004209E-3</c:v>
                </c:pt>
                <c:pt idx="157">
                  <c:v>3.0664661419947947E-3</c:v>
                </c:pt>
                <c:pt idx="158">
                  <c:v>3.085997773396798E-3</c:v>
                </c:pt>
                <c:pt idx="159">
                  <c:v>3.1055294048982773E-3</c:v>
                </c:pt>
                <c:pt idx="160">
                  <c:v>3.1250610363997566E-3</c:v>
                </c:pt>
                <c:pt idx="161">
                  <c:v>3.1445926678941305E-3</c:v>
                </c:pt>
                <c:pt idx="162">
                  <c:v>3.1641242992961338E-3</c:v>
                </c:pt>
                <c:pt idx="163">
                  <c:v>3.1836559307976131E-3</c:v>
                </c:pt>
                <c:pt idx="164">
                  <c:v>3.2031875622990924E-3</c:v>
                </c:pt>
                <c:pt idx="165">
                  <c:v>3.2227191938005717E-3</c:v>
                </c:pt>
                <c:pt idx="166">
                  <c:v>3.2422508251954696E-3</c:v>
                </c:pt>
                <c:pt idx="167">
                  <c:v>3.2617824566969489E-3</c:v>
                </c:pt>
                <c:pt idx="168">
                  <c:v>3.2813140881984282E-3</c:v>
                </c:pt>
                <c:pt idx="169">
                  <c:v>3.3008457196999075E-3</c:v>
                </c:pt>
                <c:pt idx="170">
                  <c:v>3.3203773511942813E-3</c:v>
                </c:pt>
                <c:pt idx="171">
                  <c:v>3.3399089825962847E-3</c:v>
                </c:pt>
                <c:pt idx="172">
                  <c:v>3.359440614097764E-3</c:v>
                </c:pt>
                <c:pt idx="173">
                  <c:v>3.3789722455992433E-3</c:v>
                </c:pt>
                <c:pt idx="174">
                  <c:v>3.3985038771007225E-3</c:v>
                </c:pt>
                <c:pt idx="175">
                  <c:v>3.4180355084956204E-3</c:v>
                </c:pt>
                <c:pt idx="176">
                  <c:v>3.4375671399970997E-3</c:v>
                </c:pt>
                <c:pt idx="177">
                  <c:v>3.457098771498579E-3</c:v>
                </c:pt>
                <c:pt idx="178">
                  <c:v>3.4766304030000583E-3</c:v>
                </c:pt>
                <c:pt idx="179">
                  <c:v>3.4961620344944322E-3</c:v>
                </c:pt>
                <c:pt idx="180">
                  <c:v>3.5156936658964355E-3</c:v>
                </c:pt>
                <c:pt idx="181">
                  <c:v>3.5352252973979148E-3</c:v>
                </c:pt>
                <c:pt idx="182">
                  <c:v>3.5547569288993941E-3</c:v>
                </c:pt>
                <c:pt idx="183">
                  <c:v>3.5742885604008734E-3</c:v>
                </c:pt>
                <c:pt idx="184">
                  <c:v>3.5938201917957713E-3</c:v>
                </c:pt>
                <c:pt idx="185">
                  <c:v>3.6133518232972506E-3</c:v>
                </c:pt>
                <c:pt idx="186">
                  <c:v>3.6328834547987299E-3</c:v>
                </c:pt>
                <c:pt idx="187">
                  <c:v>3.6524150863002092E-3</c:v>
                </c:pt>
                <c:pt idx="188">
                  <c:v>3.6719467176951071E-3</c:v>
                </c:pt>
                <c:pt idx="189">
                  <c:v>3.6914783491965864E-3</c:v>
                </c:pt>
                <c:pt idx="190">
                  <c:v>3.7110099806980656E-3</c:v>
                </c:pt>
                <c:pt idx="191">
                  <c:v>3.7305416121995449E-3</c:v>
                </c:pt>
                <c:pt idx="192">
                  <c:v>3.7500732437010242E-3</c:v>
                </c:pt>
                <c:pt idx="193">
                  <c:v>3.7696048750959221E-3</c:v>
                </c:pt>
                <c:pt idx="194">
                  <c:v>3.7891365065974014E-3</c:v>
                </c:pt>
                <c:pt idx="195">
                  <c:v>3.8086681380988807E-3</c:v>
                </c:pt>
                <c:pt idx="196">
                  <c:v>3.82819976960036E-3</c:v>
                </c:pt>
                <c:pt idx="197">
                  <c:v>3.8477314009952579E-3</c:v>
                </c:pt>
                <c:pt idx="198">
                  <c:v>3.8672630324967372E-3</c:v>
                </c:pt>
                <c:pt idx="199">
                  <c:v>3.8867946639982165E-3</c:v>
                </c:pt>
                <c:pt idx="200">
                  <c:v>3.9063262954996958E-3</c:v>
                </c:pt>
                <c:pt idx="201">
                  <c:v>3.9258579268945937E-3</c:v>
                </c:pt>
                <c:pt idx="202">
                  <c:v>3.945389558396073E-3</c:v>
                </c:pt>
                <c:pt idx="203">
                  <c:v>3.9649211898975523E-3</c:v>
                </c:pt>
                <c:pt idx="204">
                  <c:v>3.9844528213990316E-3</c:v>
                </c:pt>
                <c:pt idx="205">
                  <c:v>4.0039844529005109E-3</c:v>
                </c:pt>
                <c:pt idx="206">
                  <c:v>4.0235160842954087E-3</c:v>
                </c:pt>
                <c:pt idx="207">
                  <c:v>4.043047715796888E-3</c:v>
                </c:pt>
                <c:pt idx="208">
                  <c:v>4.0625793472983673E-3</c:v>
                </c:pt>
                <c:pt idx="209">
                  <c:v>4.0821109787998466E-3</c:v>
                </c:pt>
                <c:pt idx="210">
                  <c:v>4.1016426101947445E-3</c:v>
                </c:pt>
                <c:pt idx="211">
                  <c:v>4.1211742416962238E-3</c:v>
                </c:pt>
                <c:pt idx="212">
                  <c:v>4.1407058731977031E-3</c:v>
                </c:pt>
                <c:pt idx="213">
                  <c:v>4.1602375046991824E-3</c:v>
                </c:pt>
                <c:pt idx="214">
                  <c:v>4.1797691360940803E-3</c:v>
                </c:pt>
                <c:pt idx="215">
                  <c:v>4.1993007675955596E-3</c:v>
                </c:pt>
                <c:pt idx="216">
                  <c:v>4.2188323990970389E-3</c:v>
                </c:pt>
                <c:pt idx="217">
                  <c:v>4.2383640305985182E-3</c:v>
                </c:pt>
                <c:pt idx="218">
                  <c:v>4.2578956620999975E-3</c:v>
                </c:pt>
                <c:pt idx="219">
                  <c:v>4.2774272934948954E-3</c:v>
                </c:pt>
                <c:pt idx="220">
                  <c:v>4.2969589249963747E-3</c:v>
                </c:pt>
                <c:pt idx="221">
                  <c:v>4.316490556497854E-3</c:v>
                </c:pt>
                <c:pt idx="222">
                  <c:v>4.3360221879993333E-3</c:v>
                </c:pt>
                <c:pt idx="223">
                  <c:v>4.3555538193942311E-3</c:v>
                </c:pt>
                <c:pt idx="224">
                  <c:v>4.3750854508957104E-3</c:v>
                </c:pt>
                <c:pt idx="225">
                  <c:v>4.3946170823971897E-3</c:v>
                </c:pt>
                <c:pt idx="226">
                  <c:v>4.414148713898669E-3</c:v>
                </c:pt>
                <c:pt idx="227">
                  <c:v>4.4336803454001483E-3</c:v>
                </c:pt>
                <c:pt idx="228">
                  <c:v>4.4532119767950462E-3</c:v>
                </c:pt>
                <c:pt idx="229">
                  <c:v>4.4727436082965255E-3</c:v>
                </c:pt>
                <c:pt idx="230">
                  <c:v>4.4922752397980048E-3</c:v>
                </c:pt>
                <c:pt idx="231">
                  <c:v>4.5118068712994841E-3</c:v>
                </c:pt>
                <c:pt idx="232">
                  <c:v>4.531338502694382E-3</c:v>
                </c:pt>
                <c:pt idx="233">
                  <c:v>4.5508701341958613E-3</c:v>
                </c:pt>
                <c:pt idx="234">
                  <c:v>4.5704017656973406E-3</c:v>
                </c:pt>
                <c:pt idx="235">
                  <c:v>4.5899333971988199E-3</c:v>
                </c:pt>
                <c:pt idx="236">
                  <c:v>4.6094650286008232E-3</c:v>
                </c:pt>
                <c:pt idx="237">
                  <c:v>4.6289966600951971E-3</c:v>
                </c:pt>
                <c:pt idx="238">
                  <c:v>4.6485282915966764E-3</c:v>
                </c:pt>
                <c:pt idx="239">
                  <c:v>4.6680599230981557E-3</c:v>
                </c:pt>
                <c:pt idx="240">
                  <c:v>4.6875915545996349E-3</c:v>
                </c:pt>
                <c:pt idx="241">
                  <c:v>4.7071231859945328E-3</c:v>
                </c:pt>
                <c:pt idx="242">
                  <c:v>4.7266548174960121E-3</c:v>
                </c:pt>
                <c:pt idx="243">
                  <c:v>4.7461864489974914E-3</c:v>
                </c:pt>
                <c:pt idx="244">
                  <c:v>4.7657180804989707E-3</c:v>
                </c:pt>
                <c:pt idx="245">
                  <c:v>4.785249711900974E-3</c:v>
                </c:pt>
                <c:pt idx="246">
                  <c:v>4.8047813433953479E-3</c:v>
                </c:pt>
                <c:pt idx="247">
                  <c:v>4.8243129748968272E-3</c:v>
                </c:pt>
                <c:pt idx="248">
                  <c:v>4.8438446063983065E-3</c:v>
                </c:pt>
                <c:pt idx="249">
                  <c:v>4.8633762378003098E-3</c:v>
                </c:pt>
                <c:pt idx="250">
                  <c:v>4.8829078692946837E-3</c:v>
                </c:pt>
                <c:pt idx="251">
                  <c:v>4.902439500796163E-3</c:v>
                </c:pt>
                <c:pt idx="252">
                  <c:v>4.9219711322976423E-3</c:v>
                </c:pt>
                <c:pt idx="253">
                  <c:v>4.9415027637991216E-3</c:v>
                </c:pt>
                <c:pt idx="254">
                  <c:v>4.9610343952011249E-3</c:v>
                </c:pt>
                <c:pt idx="255">
                  <c:v>4.9805660266954987E-3</c:v>
                </c:pt>
                <c:pt idx="256">
                  <c:v>5.000097658196978E-3</c:v>
                </c:pt>
                <c:pt idx="257">
                  <c:v>5.0196292896984573E-3</c:v>
                </c:pt>
                <c:pt idx="258">
                  <c:v>5.0391609211004607E-3</c:v>
                </c:pt>
                <c:pt idx="259">
                  <c:v>5.0586925525948345E-3</c:v>
                </c:pt>
                <c:pt idx="260">
                  <c:v>5.0782241840963138E-3</c:v>
                </c:pt>
                <c:pt idx="261">
                  <c:v>5.0977558155977931E-3</c:v>
                </c:pt>
                <c:pt idx="262">
                  <c:v>5.1172874470992724E-3</c:v>
                </c:pt>
                <c:pt idx="263">
                  <c:v>5.1368190784941703E-3</c:v>
                </c:pt>
                <c:pt idx="264">
                  <c:v>5.1563507099956496E-3</c:v>
                </c:pt>
                <c:pt idx="265">
                  <c:v>5.1758823414971289E-3</c:v>
                </c:pt>
                <c:pt idx="266">
                  <c:v>5.1954139729986082E-3</c:v>
                </c:pt>
                <c:pt idx="267">
                  <c:v>5.2149456044006115E-3</c:v>
                </c:pt>
                <c:pt idx="268">
                  <c:v>5.2344772358949854E-3</c:v>
                </c:pt>
                <c:pt idx="269">
                  <c:v>5.2540088673964647E-3</c:v>
                </c:pt>
                <c:pt idx="270">
                  <c:v>5.273540498897944E-3</c:v>
                </c:pt>
                <c:pt idx="271">
                  <c:v>5.2930721302999473E-3</c:v>
                </c:pt>
                <c:pt idx="272">
                  <c:v>5.3126037617943211E-3</c:v>
                </c:pt>
                <c:pt idx="273">
                  <c:v>5.3321353932958004E-3</c:v>
                </c:pt>
                <c:pt idx="274">
                  <c:v>5.3516670247972797E-3</c:v>
                </c:pt>
                <c:pt idx="275">
                  <c:v>5.371198656298759E-3</c:v>
                </c:pt>
                <c:pt idx="276">
                  <c:v>5.3907302877007623E-3</c:v>
                </c:pt>
                <c:pt idx="277">
                  <c:v>5.4102619191951362E-3</c:v>
                </c:pt>
                <c:pt idx="278">
                  <c:v>5.4297935506966155E-3</c:v>
                </c:pt>
                <c:pt idx="279">
                  <c:v>5.4493251821980948E-3</c:v>
                </c:pt>
                <c:pt idx="280">
                  <c:v>5.4688568136000981E-3</c:v>
                </c:pt>
                <c:pt idx="281">
                  <c:v>5.488388445094472E-3</c:v>
                </c:pt>
                <c:pt idx="282">
                  <c:v>5.5079200765959513E-3</c:v>
                </c:pt>
                <c:pt idx="283">
                  <c:v>5.5274517080974306E-3</c:v>
                </c:pt>
                <c:pt idx="284">
                  <c:v>5.5469833395989099E-3</c:v>
                </c:pt>
                <c:pt idx="285">
                  <c:v>5.5665149710009132E-3</c:v>
                </c:pt>
                <c:pt idx="286">
                  <c:v>5.5860466024952871E-3</c:v>
                </c:pt>
                <c:pt idx="287">
                  <c:v>5.6055782339967664E-3</c:v>
                </c:pt>
                <c:pt idx="288">
                  <c:v>5.6251098654982457E-3</c:v>
                </c:pt>
                <c:pt idx="289">
                  <c:v>5.644641496900249E-3</c:v>
                </c:pt>
                <c:pt idx="290">
                  <c:v>5.6641731283946228E-3</c:v>
                </c:pt>
                <c:pt idx="291">
                  <c:v>5.6837047598961021E-3</c:v>
                </c:pt>
                <c:pt idx="292">
                  <c:v>5.7032363913975814E-3</c:v>
                </c:pt>
                <c:pt idx="293">
                  <c:v>5.7227680227995847E-3</c:v>
                </c:pt>
                <c:pt idx="294">
                  <c:v>5.742299654301064E-3</c:v>
                </c:pt>
                <c:pt idx="295">
                  <c:v>5.7618312857954379E-3</c:v>
                </c:pt>
                <c:pt idx="296">
                  <c:v>5.7813629172969172E-3</c:v>
                </c:pt>
                <c:pt idx="297">
                  <c:v>5.8008945487983965E-3</c:v>
                </c:pt>
                <c:pt idx="298">
                  <c:v>5.8204261802003998E-3</c:v>
                </c:pt>
                <c:pt idx="299">
                  <c:v>5.8399578116947737E-3</c:v>
                </c:pt>
                <c:pt idx="300">
                  <c:v>5.859489443196253E-3</c:v>
                </c:pt>
                <c:pt idx="301">
                  <c:v>5.8790210746977323E-3</c:v>
                </c:pt>
                <c:pt idx="302">
                  <c:v>5.8985527060997356E-3</c:v>
                </c:pt>
                <c:pt idx="303">
                  <c:v>5.9180843375941095E-3</c:v>
                </c:pt>
                <c:pt idx="304">
                  <c:v>5.9376159690955888E-3</c:v>
                </c:pt>
                <c:pt idx="305">
                  <c:v>5.957147600597068E-3</c:v>
                </c:pt>
                <c:pt idx="306">
                  <c:v>5.9766792319990714E-3</c:v>
                </c:pt>
                <c:pt idx="307">
                  <c:v>5.9962108635005507E-3</c:v>
                </c:pt>
                <c:pt idx="308">
                  <c:v>6.0157424949949245E-3</c:v>
                </c:pt>
                <c:pt idx="309">
                  <c:v>6.0352741264964038E-3</c:v>
                </c:pt>
                <c:pt idx="310">
                  <c:v>6.0548057579978831E-3</c:v>
                </c:pt>
                <c:pt idx="311">
                  <c:v>6.0743373893998864E-3</c:v>
                </c:pt>
                <c:pt idx="312">
                  <c:v>6.0938690208942603E-3</c:v>
                </c:pt>
                <c:pt idx="313">
                  <c:v>6.1134006523957396E-3</c:v>
                </c:pt>
                <c:pt idx="314">
                  <c:v>6.1329322838972189E-3</c:v>
                </c:pt>
                <c:pt idx="315">
                  <c:v>6.1524639152992222E-3</c:v>
                </c:pt>
                <c:pt idx="316">
                  <c:v>6.1719955468007015E-3</c:v>
                </c:pt>
                <c:pt idx="317">
                  <c:v>6.1915271782950754E-3</c:v>
                </c:pt>
                <c:pt idx="318">
                  <c:v>6.2110588097965547E-3</c:v>
                </c:pt>
                <c:pt idx="319">
                  <c:v>6.230590441298034E-3</c:v>
                </c:pt>
                <c:pt idx="320">
                  <c:v>6.2501220727000373E-3</c:v>
                </c:pt>
                <c:pt idx="321">
                  <c:v>6.2696537041944111E-3</c:v>
                </c:pt>
                <c:pt idx="322">
                  <c:v>6.2891853356958904E-3</c:v>
                </c:pt>
                <c:pt idx="323">
                  <c:v>6.3087169671973697E-3</c:v>
                </c:pt>
                <c:pt idx="324">
                  <c:v>6.3282485985993731E-3</c:v>
                </c:pt>
                <c:pt idx="325">
                  <c:v>6.3477802301008524E-3</c:v>
                </c:pt>
                <c:pt idx="326">
                  <c:v>6.3673118615952262E-3</c:v>
                </c:pt>
                <c:pt idx="327">
                  <c:v>6.3868434930967055E-3</c:v>
                </c:pt>
                <c:pt idx="328">
                  <c:v>6.4063751244987088E-3</c:v>
                </c:pt>
                <c:pt idx="329">
                  <c:v>6.4259067560001881E-3</c:v>
                </c:pt>
                <c:pt idx="330">
                  <c:v>6.445438387494562E-3</c:v>
                </c:pt>
                <c:pt idx="331">
                  <c:v>6.4649700189960413E-3</c:v>
                </c:pt>
                <c:pt idx="332">
                  <c:v>6.4845016504975206E-3</c:v>
                </c:pt>
                <c:pt idx="333">
                  <c:v>6.5040332818995239E-3</c:v>
                </c:pt>
                <c:pt idx="334">
                  <c:v>6.5235649134010032E-3</c:v>
                </c:pt>
                <c:pt idx="335">
                  <c:v>6.5430965448953771E-3</c:v>
                </c:pt>
                <c:pt idx="336">
                  <c:v>6.5626281763968564E-3</c:v>
                </c:pt>
                <c:pt idx="337">
                  <c:v>6.5821598077988597E-3</c:v>
                </c:pt>
                <c:pt idx="338">
                  <c:v>6.601691439300339E-3</c:v>
                </c:pt>
                <c:pt idx="339">
                  <c:v>6.6212230707947128E-3</c:v>
                </c:pt>
                <c:pt idx="340">
                  <c:v>6.6407547022961921E-3</c:v>
                </c:pt>
                <c:pt idx="341">
                  <c:v>6.6602863337976714E-3</c:v>
                </c:pt>
                <c:pt idx="342">
                  <c:v>6.6798179651996747E-3</c:v>
                </c:pt>
                <c:pt idx="343">
                  <c:v>6.6993495966940486E-3</c:v>
                </c:pt>
                <c:pt idx="344">
                  <c:v>6.7188812281955279E-3</c:v>
                </c:pt>
                <c:pt idx="345">
                  <c:v>6.7384128596970072E-3</c:v>
                </c:pt>
                <c:pt idx="346">
                  <c:v>6.7579444910990105E-3</c:v>
                </c:pt>
                <c:pt idx="347">
                  <c:v>6.7774761226004898E-3</c:v>
                </c:pt>
                <c:pt idx="348">
                  <c:v>6.7970077540948637E-3</c:v>
                </c:pt>
              </c:numCache>
            </c:numRef>
          </c:xVal>
          <c:yVal>
            <c:numRef>
              <c:f>'0.3'!$W$2:$W$350</c:f>
              <c:numCache>
                <c:formatCode>General</c:formatCode>
                <c:ptCount val="349"/>
                <c:pt idx="0">
                  <c:v>2.1028344199999999E-4</c:v>
                </c:pt>
                <c:pt idx="1">
                  <c:v>2.6642855800000002E-4</c:v>
                </c:pt>
                <c:pt idx="2">
                  <c:v>2.7436210700000001E-4</c:v>
                </c:pt>
                <c:pt idx="3">
                  <c:v>1.82210884E-4</c:v>
                </c:pt>
                <c:pt idx="4">
                  <c:v>2.0967316900000001E-4</c:v>
                </c:pt>
                <c:pt idx="5">
                  <c:v>1.5291778E-4</c:v>
                </c:pt>
                <c:pt idx="6">
                  <c:v>2.84126475E-4</c:v>
                </c:pt>
                <c:pt idx="7">
                  <c:v>1.8099033799999999E-4</c:v>
                </c:pt>
                <c:pt idx="8">
                  <c:v>2.1516562600000001E-4</c:v>
                </c:pt>
                <c:pt idx="9">
                  <c:v>2.1150398799999999E-4</c:v>
                </c:pt>
                <c:pt idx="10">
                  <c:v>1.95026617E-4</c:v>
                </c:pt>
                <c:pt idx="11">
                  <c:v>2.1150398799999999E-4</c:v>
                </c:pt>
                <c:pt idx="12">
                  <c:v>2.31032724E-4</c:v>
                </c:pt>
                <c:pt idx="13">
                  <c:v>1.7549788099999999E-4</c:v>
                </c:pt>
                <c:pt idx="14">
                  <c:v>2.5849500899999999E-4</c:v>
                </c:pt>
                <c:pt idx="15">
                  <c:v>1.7976979200000001E-4</c:v>
                </c:pt>
                <c:pt idx="16">
                  <c:v>2.5300255200000002E-4</c:v>
                </c:pt>
                <c:pt idx="17">
                  <c:v>2.3957654600000001E-4</c:v>
                </c:pt>
                <c:pt idx="18">
                  <c:v>2.36525181E-4</c:v>
                </c:pt>
                <c:pt idx="19">
                  <c:v>2.5178200600000001E-4</c:v>
                </c:pt>
                <c:pt idx="20">
                  <c:v>2.7741347200000002E-4</c:v>
                </c:pt>
                <c:pt idx="21">
                  <c:v>2.1150398799999999E-4</c:v>
                </c:pt>
                <c:pt idx="22">
                  <c:v>3.1097848700000001E-4</c:v>
                </c:pt>
                <c:pt idx="23">
                  <c:v>3.1036821400000001E-4</c:v>
                </c:pt>
                <c:pt idx="24">
                  <c:v>2.0784235E-4</c:v>
                </c:pt>
                <c:pt idx="25">
                  <c:v>2.2920190499999999E-4</c:v>
                </c:pt>
                <c:pt idx="26">
                  <c:v>2.8290592899999999E-4</c:v>
                </c:pt>
                <c:pt idx="27">
                  <c:v>2.97552481E-4</c:v>
                </c:pt>
                <c:pt idx="28">
                  <c:v>9.1209739200000001E-4</c:v>
                </c:pt>
                <c:pt idx="29">
                  <c:v>5.5983837590000002E-3</c:v>
                </c:pt>
                <c:pt idx="30">
                  <c:v>1.6619914138999999E-2</c:v>
                </c:pt>
                <c:pt idx="31">
                  <c:v>2.1608895914E-2</c:v>
                </c:pt>
                <c:pt idx="32">
                  <c:v>1.3902978743E-2</c:v>
                </c:pt>
                <c:pt idx="33">
                  <c:v>1.83727126E-3</c:v>
                </c:pt>
                <c:pt idx="34">
                  <c:v>-6.2079576990000003E-3</c:v>
                </c:pt>
                <c:pt idx="35">
                  <c:v>-7.5542199370000002E-3</c:v>
                </c:pt>
                <c:pt idx="36">
                  <c:v>-6.6375898909999996E-3</c:v>
                </c:pt>
                <c:pt idx="37">
                  <c:v>-5.3541857720000004E-3</c:v>
                </c:pt>
                <c:pt idx="38">
                  <c:v>-4.6304019939999996E-3</c:v>
                </c:pt>
                <c:pt idx="39">
                  <c:v>-4.1025158489999998E-3</c:v>
                </c:pt>
                <c:pt idx="40">
                  <c:v>-3.7296390460000001E-3</c:v>
                </c:pt>
                <c:pt idx="41">
                  <c:v>-2.94726906E-3</c:v>
                </c:pt>
                <c:pt idx="42">
                  <c:v>-2.3955822680000001E-3</c:v>
                </c:pt>
                <c:pt idx="43">
                  <c:v>-2.1081436850000001E-3</c:v>
                </c:pt>
                <c:pt idx="44">
                  <c:v>-1.530215154E-3</c:v>
                </c:pt>
                <c:pt idx="45">
                  <c:v>-1.5082453260000001E-3</c:v>
                </c:pt>
                <c:pt idx="46">
                  <c:v>-1.077392588E-3</c:v>
                </c:pt>
                <c:pt idx="47">
                  <c:v>-9.4374280099999899E-4</c:v>
                </c:pt>
                <c:pt idx="48">
                  <c:v>-7.1916233700000003E-4</c:v>
                </c:pt>
                <c:pt idx="49">
                  <c:v>-7.7286636099999995E-4</c:v>
                </c:pt>
                <c:pt idx="50">
                  <c:v>-6.3250357099999997E-4</c:v>
                </c:pt>
                <c:pt idx="51">
                  <c:v>-4.34775119E-4</c:v>
                </c:pt>
                <c:pt idx="52">
                  <c:v>-4.3111348099999998E-4</c:v>
                </c:pt>
                <c:pt idx="53">
                  <c:v>-2.8342741500000002E-4</c:v>
                </c:pt>
                <c:pt idx="54" formatCode="0.00E+00">
                  <c:v>-5.7016131999999897E-5</c:v>
                </c:pt>
                <c:pt idx="55" formatCode="0.00E+00">
                  <c:v>1.3775536000000201E-5</c:v>
                </c:pt>
                <c:pt idx="56" formatCode="0.00E+00">
                  <c:v>9.7382937000000197E-5</c:v>
                </c:pt>
                <c:pt idx="57" formatCode="0.00E+00">
                  <c:v>2.36525181E-4</c:v>
                </c:pt>
                <c:pt idx="58">
                  <c:v>2.0784235E-4</c:v>
                </c:pt>
                <c:pt idx="59" formatCode="0.00E+00">
                  <c:v>3.5491814299999999E-4</c:v>
                </c:pt>
                <c:pt idx="60" formatCode="0.00E+00">
                  <c:v>2.84736748E-4</c:v>
                </c:pt>
                <c:pt idx="61">
                  <c:v>2.18827264E-4</c:v>
                </c:pt>
                <c:pt idx="62" formatCode="0.00E+00">
                  <c:v>2.71921015E-4</c:v>
                </c:pt>
                <c:pt idx="63" formatCode="0.00E+00">
                  <c:v>1.7915951900000001E-4</c:v>
                </c:pt>
                <c:pt idx="64" formatCode="0.00E+00">
                  <c:v>3.3304272000000301E-5</c:v>
                </c:pt>
                <c:pt idx="65">
                  <c:v>1.52307507E-4</c:v>
                </c:pt>
                <c:pt idx="66" formatCode="0.00E+00">
                  <c:v>1.4996082000000299E-5</c:v>
                </c:pt>
                <c:pt idx="67" formatCode="0.00E+00">
                  <c:v>5.71049190000003E-5</c:v>
                </c:pt>
                <c:pt idx="68" formatCode="0.00E+00">
                  <c:v>7.7243927999999997E-5</c:v>
                </c:pt>
                <c:pt idx="69">
                  <c:v>1.0653703199999999E-4</c:v>
                </c:pt>
                <c:pt idx="70">
                  <c:v>1.07757578E-4</c:v>
                </c:pt>
                <c:pt idx="71">
                  <c:v>1.7976979200000001E-4</c:v>
                </c:pt>
                <c:pt idx="72">
                  <c:v>1.8953416E-4</c:v>
                </c:pt>
                <c:pt idx="73">
                  <c:v>1.9380607099999999E-4</c:v>
                </c:pt>
                <c:pt idx="74">
                  <c:v>1.8526224900000001E-4</c:v>
                </c:pt>
                <c:pt idx="75">
                  <c:v>2.2309917499999999E-4</c:v>
                </c:pt>
                <c:pt idx="76">
                  <c:v>1.2545549500000001E-4</c:v>
                </c:pt>
                <c:pt idx="77">
                  <c:v>1.2240413E-4</c:v>
                </c:pt>
                <c:pt idx="78">
                  <c:v>1.4925614200000001E-4</c:v>
                </c:pt>
                <c:pt idx="79">
                  <c:v>2.1028344199999999E-4</c:v>
                </c:pt>
                <c:pt idx="80">
                  <c:v>1.6878487799999999E-4</c:v>
                </c:pt>
                <c:pt idx="81" formatCode="0.00E+00">
                  <c:v>6.50384680000002E-5</c:v>
                </c:pt>
                <c:pt idx="82">
                  <c:v>1.2240413E-4</c:v>
                </c:pt>
                <c:pt idx="83">
                  <c:v>1.4986641500000001E-4</c:v>
                </c:pt>
                <c:pt idx="84">
                  <c:v>1.6268214799999999E-4</c:v>
                </c:pt>
                <c:pt idx="85">
                  <c:v>1.58410237E-4</c:v>
                </c:pt>
                <c:pt idx="86">
                  <c:v>1.76108154E-4</c:v>
                </c:pt>
                <c:pt idx="87">
                  <c:v>1.9685743600000001E-4</c:v>
                </c:pt>
                <c:pt idx="88">
                  <c:v>1.6207187499999999E-4</c:v>
                </c:pt>
                <c:pt idx="89">
                  <c:v>1.82821157E-4</c:v>
                </c:pt>
                <c:pt idx="90">
                  <c:v>2.25540267E-4</c:v>
                </c:pt>
                <c:pt idx="91">
                  <c:v>1.8343143E-4</c:v>
                </c:pt>
                <c:pt idx="92">
                  <c:v>2.18827264E-4</c:v>
                </c:pt>
                <c:pt idx="93">
                  <c:v>2.1516562600000001E-4</c:v>
                </c:pt>
                <c:pt idx="94">
                  <c:v>1.8038006499999999E-4</c:v>
                </c:pt>
                <c:pt idx="95">
                  <c:v>1.88313614E-4</c:v>
                </c:pt>
                <c:pt idx="96">
                  <c:v>2.2065808300000001E-4</c:v>
                </c:pt>
                <c:pt idx="97">
                  <c:v>1.7976979200000001E-4</c:v>
                </c:pt>
                <c:pt idx="98">
                  <c:v>2.8046483699999998E-4</c:v>
                </c:pt>
                <c:pt idx="99">
                  <c:v>2.5239227900000002E-4</c:v>
                </c:pt>
                <c:pt idx="100">
                  <c:v>3.3599968000000001E-4</c:v>
                </c:pt>
                <c:pt idx="101">
                  <c:v>3.3660995300000002E-4</c:v>
                </c:pt>
                <c:pt idx="102">
                  <c:v>2.3896627300000001E-4</c:v>
                </c:pt>
                <c:pt idx="103">
                  <c:v>2.6459773900000002E-4</c:v>
                </c:pt>
                <c:pt idx="104">
                  <c:v>2.2737108600000001E-4</c:v>
                </c:pt>
                <c:pt idx="105">
                  <c:v>2.49951187E-4</c:v>
                </c:pt>
                <c:pt idx="106">
                  <c:v>2.6459773900000002E-4</c:v>
                </c:pt>
                <c:pt idx="107">
                  <c:v>2.5849500899999999E-4</c:v>
                </c:pt>
                <c:pt idx="108">
                  <c:v>2.6337719300000001E-4</c:v>
                </c:pt>
                <c:pt idx="109">
                  <c:v>3.0426548399999998E-4</c:v>
                </c:pt>
                <c:pt idx="110">
                  <c:v>2.9450111599999999E-4</c:v>
                </c:pt>
                <c:pt idx="111">
                  <c:v>3.5003595900000002E-4</c:v>
                </c:pt>
                <c:pt idx="112">
                  <c:v>2.8717784000000001E-4</c:v>
                </c:pt>
                <c:pt idx="113">
                  <c:v>3.1830176299999999E-4</c:v>
                </c:pt>
                <c:pt idx="114">
                  <c:v>2.5544364399999997E-4</c:v>
                </c:pt>
                <c:pt idx="115">
                  <c:v>1.5474859900000001E-4</c:v>
                </c:pt>
                <c:pt idx="116">
                  <c:v>2.7802374500000002E-4</c:v>
                </c:pt>
                <c:pt idx="117">
                  <c:v>2.6215664700000001E-4</c:v>
                </c:pt>
                <c:pt idx="118">
                  <c:v>1.4681505E-4</c:v>
                </c:pt>
                <c:pt idx="119">
                  <c:v>2.3530463499999999E-4</c:v>
                </c:pt>
                <c:pt idx="120">
                  <c:v>1.8526224900000001E-4</c:v>
                </c:pt>
                <c:pt idx="121">
                  <c:v>1.4864586900000001E-4</c:v>
                </c:pt>
                <c:pt idx="122">
                  <c:v>2.2615054000000001E-4</c:v>
                </c:pt>
                <c:pt idx="123">
                  <c:v>2.0906289600000001E-4</c:v>
                </c:pt>
                <c:pt idx="124">
                  <c:v>2.19437537E-4</c:v>
                </c:pt>
                <c:pt idx="125">
                  <c:v>1.8465197600000001E-4</c:v>
                </c:pt>
                <c:pt idx="126">
                  <c:v>2.1638617199999999E-4</c:v>
                </c:pt>
                <c:pt idx="127">
                  <c:v>2.06621804E-4</c:v>
                </c:pt>
                <c:pt idx="128">
                  <c:v>1.41322593E-4</c:v>
                </c:pt>
                <c:pt idx="129">
                  <c:v>2.8046483699999998E-4</c:v>
                </c:pt>
                <c:pt idx="130">
                  <c:v>2.72531288E-4</c:v>
                </c:pt>
                <c:pt idx="131">
                  <c:v>2.3347381600000001E-4</c:v>
                </c:pt>
                <c:pt idx="132">
                  <c:v>1.9929852799999999E-4</c:v>
                </c:pt>
                <c:pt idx="133">
                  <c:v>2.5483337100000003E-4</c:v>
                </c:pt>
                <c:pt idx="134">
                  <c:v>2.5666418999999998E-4</c:v>
                </c:pt>
                <c:pt idx="135">
                  <c:v>2.84736748E-4</c:v>
                </c:pt>
                <c:pt idx="136">
                  <c:v>2.4445872999999998E-4</c:v>
                </c:pt>
                <c:pt idx="137">
                  <c:v>2.0173962E-4</c:v>
                </c:pt>
                <c:pt idx="138">
                  <c:v>2.31032724E-4</c:v>
                </c:pt>
                <c:pt idx="139">
                  <c:v>2.31642997E-4</c:v>
                </c:pt>
                <c:pt idx="140">
                  <c:v>1.9807798199999999E-4</c:v>
                </c:pt>
                <c:pt idx="141">
                  <c:v>2.3957654600000001E-4</c:v>
                </c:pt>
                <c:pt idx="142">
                  <c:v>1.9197525199999999E-4</c:v>
                </c:pt>
                <c:pt idx="143">
                  <c:v>1.3644040900000001E-4</c:v>
                </c:pt>
                <c:pt idx="144">
                  <c:v>2.3530463499999999E-4</c:v>
                </c:pt>
                <c:pt idx="145">
                  <c:v>2.19437537E-4</c:v>
                </c:pt>
                <c:pt idx="146">
                  <c:v>2.6581828500000002E-4</c:v>
                </c:pt>
                <c:pt idx="147">
                  <c:v>1.6634378600000001E-4</c:v>
                </c:pt>
                <c:pt idx="148">
                  <c:v>2.0296016600000001E-4</c:v>
                </c:pt>
                <c:pt idx="149">
                  <c:v>2.2676081300000001E-4</c:v>
                </c:pt>
                <c:pt idx="150">
                  <c:v>1.4071232E-4</c:v>
                </c:pt>
                <c:pt idx="151">
                  <c:v>1.9868825499999999E-4</c:v>
                </c:pt>
                <c:pt idx="152">
                  <c:v>1.9685743600000001E-4</c:v>
                </c:pt>
                <c:pt idx="153">
                  <c:v>2.2981217799999999E-4</c:v>
                </c:pt>
                <c:pt idx="154">
                  <c:v>1.6634378600000001E-4</c:v>
                </c:pt>
                <c:pt idx="155">
                  <c:v>2.2370944799999999E-4</c:v>
                </c:pt>
                <c:pt idx="156">
                  <c:v>2.24929994E-4</c:v>
                </c:pt>
                <c:pt idx="157">
                  <c:v>2.5727446299999998E-4</c:v>
                </c:pt>
                <c:pt idx="158">
                  <c:v>2.5422309800000002E-4</c:v>
                </c:pt>
                <c:pt idx="159">
                  <c:v>2.6764910399999998E-4</c:v>
                </c:pt>
                <c:pt idx="160">
                  <c:v>2.5361282500000002E-4</c:v>
                </c:pt>
                <c:pt idx="161">
                  <c:v>1.9807798199999999E-4</c:v>
                </c:pt>
                <c:pt idx="162">
                  <c:v>2.3469436199999999E-4</c:v>
                </c:pt>
                <c:pt idx="163">
                  <c:v>2.7741347200000002E-4</c:v>
                </c:pt>
                <c:pt idx="164">
                  <c:v>2.1638617199999999E-4</c:v>
                </c:pt>
                <c:pt idx="165">
                  <c:v>1.3827122799999999E-4</c:v>
                </c:pt>
                <c:pt idx="166">
                  <c:v>2.7741347200000002E-4</c:v>
                </c:pt>
                <c:pt idx="167">
                  <c:v>2.12724534E-4</c:v>
                </c:pt>
                <c:pt idx="168">
                  <c:v>2.48120368E-4</c:v>
                </c:pt>
                <c:pt idx="169">
                  <c:v>2.0357043900000001E-4</c:v>
                </c:pt>
                <c:pt idx="170">
                  <c:v>2.0234989300000001E-4</c:v>
                </c:pt>
                <c:pt idx="171">
                  <c:v>2.0784235E-4</c:v>
                </c:pt>
                <c:pt idx="172">
                  <c:v>2.3408408899999999E-4</c:v>
                </c:pt>
                <c:pt idx="173">
                  <c:v>2.6703883099999997E-4</c:v>
                </c:pt>
                <c:pt idx="174" formatCode="0.00E+00">
                  <c:v>8.4567204000000302E-5</c:v>
                </c:pt>
                <c:pt idx="175">
                  <c:v>1.0372033570000001E-3</c:v>
                </c:pt>
                <c:pt idx="176">
                  <c:v>4.2698194380000002E-3</c:v>
                </c:pt>
                <c:pt idx="177">
                  <c:v>5.1443406470000003E-3</c:v>
                </c:pt>
                <c:pt idx="178">
                  <c:v>2.019132614E-3</c:v>
                </c:pt>
                <c:pt idx="179">
                  <c:v>3.138983569E-3</c:v>
                </c:pt>
                <c:pt idx="180">
                  <c:v>4.8282192330000003E-3</c:v>
                </c:pt>
                <c:pt idx="181">
                  <c:v>2.107011926E-3</c:v>
                </c:pt>
                <c:pt idx="182">
                  <c:v>-2.9021088580000001E-3</c:v>
                </c:pt>
                <c:pt idx="183">
                  <c:v>-1.7383182470000001E-3</c:v>
                </c:pt>
                <c:pt idx="184">
                  <c:v>-2.3211289620000001E-3</c:v>
                </c:pt>
                <c:pt idx="185">
                  <c:v>-1.9378775180000001E-3</c:v>
                </c:pt>
                <c:pt idx="186">
                  <c:v>-1.4881063169999999E-3</c:v>
                </c:pt>
                <c:pt idx="187">
                  <c:v>-1.361169533E-3</c:v>
                </c:pt>
                <c:pt idx="188">
                  <c:v>-3.1760270300000001E-4</c:v>
                </c:pt>
                <c:pt idx="189">
                  <c:v>-3.63373178E-4</c:v>
                </c:pt>
                <c:pt idx="190">
                  <c:v>-1.14696371E-3</c:v>
                </c:pt>
                <c:pt idx="191">
                  <c:v>-4.83596959E-4</c:v>
                </c:pt>
                <c:pt idx="192">
                  <c:v>-6.5935558299999998E-4</c:v>
                </c:pt>
                <c:pt idx="193">
                  <c:v>-3.4384444200000002E-4</c:v>
                </c:pt>
                <c:pt idx="194">
                  <c:v>-3.9571764699999998E-4</c:v>
                </c:pt>
                <c:pt idx="195">
                  <c:v>-1.7601936699999999E-4</c:v>
                </c:pt>
                <c:pt idx="196">
                  <c:v>-1.7968100500000001E-4</c:v>
                </c:pt>
                <c:pt idx="197" formatCode="0.00E+00">
                  <c:v>-9.6683876999999703E-5</c:v>
                </c:pt>
                <c:pt idx="198" formatCode="0.00E+00">
                  <c:v>2.1803490000004002E-6</c:v>
                </c:pt>
                <c:pt idx="199" formatCode="0.00E+00">
                  <c:v>-1.18559299999996E-5</c:v>
                </c:pt>
                <c:pt idx="200" formatCode="0.00E+00">
                  <c:v>4.0017274999999999E-5</c:v>
                </c:pt>
                <c:pt idx="201" formatCode="0.00E+00">
                  <c:v>8.4567204000000302E-5</c:v>
                </c:pt>
                <c:pt idx="202" formatCode="0.00E+00">
                  <c:v>9.6772664000000099E-5</c:v>
                </c:pt>
                <c:pt idx="203">
                  <c:v>1.8160061099999999E-4</c:v>
                </c:pt>
                <c:pt idx="204">
                  <c:v>1.5902051E-4</c:v>
                </c:pt>
                <c:pt idx="205" formatCode="0.00E+00">
                  <c:v>9.7993210000000199E-5</c:v>
                </c:pt>
                <c:pt idx="206" formatCode="0.00E+00">
                  <c:v>1.6939515099999999E-4</c:v>
                </c:pt>
                <c:pt idx="207" formatCode="0.00E+00">
                  <c:v>1.4803559600000001E-4</c:v>
                </c:pt>
                <c:pt idx="208" formatCode="0.00E+00">
                  <c:v>2.0398818959999998E-3</c:v>
                </c:pt>
                <c:pt idx="209">
                  <c:v>4.6127928640000001E-3</c:v>
                </c:pt>
                <c:pt idx="210" formatCode="0.00E+00">
                  <c:v>4.5481039260000002E-3</c:v>
                </c:pt>
                <c:pt idx="211" formatCode="0.00E+00">
                  <c:v>2.4194717020000001E-3</c:v>
                </c:pt>
                <c:pt idx="212" formatCode="0.00E+00">
                  <c:v>-3.0424716480000002E-3</c:v>
                </c:pt>
                <c:pt idx="213">
                  <c:v>1.256901637E-3</c:v>
                </c:pt>
                <c:pt idx="214" formatCode="0.00E+00">
                  <c:v>4.1764476690000002E-3</c:v>
                </c:pt>
                <c:pt idx="215">
                  <c:v>3.7626825750000001E-3</c:v>
                </c:pt>
                <c:pt idx="216" formatCode="0.00E+00">
                  <c:v>1.9129451120000001E-3</c:v>
                </c:pt>
                <c:pt idx="217">
                  <c:v>-9.8096945399999899E-4</c:v>
                </c:pt>
                <c:pt idx="218" formatCode="0.00E+00">
                  <c:v>-2.0861738569999998E-3</c:v>
                </c:pt>
                <c:pt idx="219">
                  <c:v>-1.1255097500000001E-4</c:v>
                </c:pt>
                <c:pt idx="220" formatCode="0.00E+00">
                  <c:v>-2.8288760980000002E-3</c:v>
                </c:pt>
                <c:pt idx="221">
                  <c:v>-3.40182804E-4</c:v>
                </c:pt>
                <c:pt idx="222">
                  <c:v>-8.5891485399999996E-4</c:v>
                </c:pt>
                <c:pt idx="223">
                  <c:v>-1.7340463359999999E-3</c:v>
                </c:pt>
                <c:pt idx="224">
                  <c:v>-8.21077928E-4</c:v>
                </c:pt>
                <c:pt idx="225">
                  <c:v>-9.9805709799999994E-4</c:v>
                </c:pt>
                <c:pt idx="226">
                  <c:v>-7.2892670499999997E-4</c:v>
                </c:pt>
                <c:pt idx="227">
                  <c:v>-7.1916233700000003E-4</c:v>
                </c:pt>
                <c:pt idx="228">
                  <c:v>-4.3294429999999999E-4</c:v>
                </c:pt>
                <c:pt idx="229">
                  <c:v>-4.2562102400000001E-4</c:v>
                </c:pt>
                <c:pt idx="230">
                  <c:v>-3.8046082200000002E-4</c:v>
                </c:pt>
                <c:pt idx="231" formatCode="0.00E+00">
                  <c:v>-6.9831864999999799E-5</c:v>
                </c:pt>
                <c:pt idx="232" formatCode="0.00E+00">
                  <c:v>-6.3118861999999606E-5</c:v>
                </c:pt>
                <c:pt idx="233">
                  <c:v>2.1455535300000001E-4</c:v>
                </c:pt>
                <c:pt idx="234">
                  <c:v>1.16911673E-4</c:v>
                </c:pt>
                <c:pt idx="235">
                  <c:v>2.2065808300000001E-4</c:v>
                </c:pt>
                <c:pt idx="236" formatCode="0.00E+00">
                  <c:v>-9.4242784999999896E-5</c:v>
                </c:pt>
                <c:pt idx="237">
                  <c:v>1.53528053E-4</c:v>
                </c:pt>
                <c:pt idx="238" formatCode="0.00E+00">
                  <c:v>-2.16202979999997E-5</c:v>
                </c:pt>
                <c:pt idx="239" formatCode="0.00E+00">
                  <c:v>7.9074747000000195E-5</c:v>
                </c:pt>
                <c:pt idx="240" formatCode="0.00E+00">
                  <c:v>2.1098812000000002E-5</c:v>
                </c:pt>
                <c:pt idx="241" formatCode="0.00E+00">
                  <c:v>5.2833008000000402E-5</c:v>
                </c:pt>
                <c:pt idx="242">
                  <c:v>6.0207870800000002E-4</c:v>
                </c:pt>
                <c:pt idx="243">
                  <c:v>4.5073100399999999E-4</c:v>
                </c:pt>
                <c:pt idx="244">
                  <c:v>1.8580205419999999E-3</c:v>
                </c:pt>
                <c:pt idx="245" formatCode="0.00E+00">
                  <c:v>2.7960101430000001E-3</c:v>
                </c:pt>
                <c:pt idx="246">
                  <c:v>1.156816865E-3</c:v>
                </c:pt>
                <c:pt idx="247">
                  <c:v>9.1820012200000004E-4</c:v>
                </c:pt>
                <c:pt idx="248">
                  <c:v>-1.0133139230000001E-3</c:v>
                </c:pt>
                <c:pt idx="249">
                  <c:v>-5.1166951699999996E-4</c:v>
                </c:pt>
                <c:pt idx="250">
                  <c:v>-1.0004981899999999E-3</c:v>
                </c:pt>
                <c:pt idx="251">
                  <c:v>1.65733513E-4</c:v>
                </c:pt>
                <c:pt idx="252">
                  <c:v>1.7524433130000001E-3</c:v>
                </c:pt>
                <c:pt idx="253">
                  <c:v>-3.98769012E-4</c:v>
                </c:pt>
                <c:pt idx="254" formatCode="0.00E+00">
                  <c:v>-1.218975924E-3</c:v>
                </c:pt>
                <c:pt idx="255" formatCode="0.00E+00">
                  <c:v>2.0264558899999998E-3</c:v>
                </c:pt>
                <c:pt idx="256" formatCode="0.00E+00">
                  <c:v>2.1820755050000001E-3</c:v>
                </c:pt>
                <c:pt idx="257" formatCode="0.00E+00">
                  <c:v>-1.5387589760000001E-3</c:v>
                </c:pt>
                <c:pt idx="258">
                  <c:v>2.8753456330000001E-3</c:v>
                </c:pt>
                <c:pt idx="259">
                  <c:v>-1.895158408E-3</c:v>
                </c:pt>
                <c:pt idx="260" formatCode="0.00E+00">
                  <c:v>2.9032361000000302E-5</c:v>
                </c:pt>
                <c:pt idx="261">
                  <c:v>-1.5338767920000001E-3</c:v>
                </c:pt>
                <c:pt idx="262">
                  <c:v>3.1952230899999999E-4</c:v>
                </c:pt>
                <c:pt idx="263">
                  <c:v>1.1537654999999999E-3</c:v>
                </c:pt>
                <c:pt idx="264">
                  <c:v>-9.0773669399999996E-4</c:v>
                </c:pt>
                <c:pt idx="265" formatCode="0.00E+00">
                  <c:v>-8.9360600999999901E-5</c:v>
                </c:pt>
                <c:pt idx="266">
                  <c:v>-5.7513790900000003E-4</c:v>
                </c:pt>
                <c:pt idx="267" formatCode="0.00E+00">
                  <c:v>-8.9360600999999901E-5</c:v>
                </c:pt>
                <c:pt idx="268">
                  <c:v>-3.38962258E-4</c:v>
                </c:pt>
                <c:pt idx="269" formatCode="0.00E+00">
                  <c:v>-2.28408439999998E-5</c:v>
                </c:pt>
                <c:pt idx="270">
                  <c:v>3.2684558500000003E-4</c:v>
                </c:pt>
                <c:pt idx="271">
                  <c:v>-2.5291376499999999E-4</c:v>
                </c:pt>
                <c:pt idx="272">
                  <c:v>-1.0999726889999999E-3</c:v>
                </c:pt>
                <c:pt idx="273">
                  <c:v>3.0487575699999998E-4</c:v>
                </c:pt>
                <c:pt idx="274">
                  <c:v>1.82210884E-4</c:v>
                </c:pt>
                <c:pt idx="275">
                  <c:v>1.4864586900000001E-4</c:v>
                </c:pt>
                <c:pt idx="276">
                  <c:v>2.8778811300000001E-4</c:v>
                </c:pt>
                <c:pt idx="277">
                  <c:v>2.3957654600000001E-4</c:v>
                </c:pt>
                <c:pt idx="278">
                  <c:v>2.9022920500000002E-4</c:v>
                </c:pt>
                <c:pt idx="279" formatCode="0.00E+00">
                  <c:v>5.2222735000000298E-5</c:v>
                </c:pt>
                <c:pt idx="280">
                  <c:v>3.1464012500000003E-4</c:v>
                </c:pt>
                <c:pt idx="281">
                  <c:v>1.70615697E-4</c:v>
                </c:pt>
                <c:pt idx="282">
                  <c:v>3.5186677799999998E-4</c:v>
                </c:pt>
                <c:pt idx="283" formatCode="0.00E+00">
                  <c:v>2.12724534E-4</c:v>
                </c:pt>
                <c:pt idx="284">
                  <c:v>2.9328056999999998E-4</c:v>
                </c:pt>
                <c:pt idx="285">
                  <c:v>1.6207187499999999E-4</c:v>
                </c:pt>
                <c:pt idx="286">
                  <c:v>2.5971555499999999E-4</c:v>
                </c:pt>
                <c:pt idx="287">
                  <c:v>1.5474859900000001E-4</c:v>
                </c:pt>
                <c:pt idx="288">
                  <c:v>2.9999357300000001E-4</c:v>
                </c:pt>
                <c:pt idx="289" formatCode="0.00E+00">
                  <c:v>2.6459773900000002E-4</c:v>
                </c:pt>
                <c:pt idx="290">
                  <c:v>3.32948315E-4</c:v>
                </c:pt>
                <c:pt idx="291">
                  <c:v>1.5108696099999999E-4</c:v>
                </c:pt>
                <c:pt idx="292">
                  <c:v>-6.3494466299999998E-4</c:v>
                </c:pt>
                <c:pt idx="293">
                  <c:v>7.0338402600000004E-4</c:v>
                </c:pt>
                <c:pt idx="294">
                  <c:v>2.0479098499999999E-4</c:v>
                </c:pt>
                <c:pt idx="295">
                  <c:v>2.9267029699999998E-4</c:v>
                </c:pt>
                <c:pt idx="296">
                  <c:v>3.5003595900000002E-4</c:v>
                </c:pt>
                <c:pt idx="297">
                  <c:v>2.2248890199999999E-4</c:v>
                </c:pt>
                <c:pt idx="298" formatCode="0.00E+00">
                  <c:v>3.4759486700000001E-4</c:v>
                </c:pt>
                <c:pt idx="299">
                  <c:v>1.9197525199999999E-4</c:v>
                </c:pt>
                <c:pt idx="300">
                  <c:v>1.027438989E-3</c:v>
                </c:pt>
                <c:pt idx="301">
                  <c:v>8.4252627000000002E-4</c:v>
                </c:pt>
                <c:pt idx="302">
                  <c:v>2.2058761520000001E-3</c:v>
                </c:pt>
                <c:pt idx="303" formatCode="0.00E+00">
                  <c:v>5.2884594800000002E-4</c:v>
                </c:pt>
                <c:pt idx="304" formatCode="0.00E+00">
                  <c:v>-8.1427051999999594E-5</c:v>
                </c:pt>
                <c:pt idx="305">
                  <c:v>-1.35131076E-4</c:v>
                </c:pt>
                <c:pt idx="306">
                  <c:v>-3.1149997299999998E-4</c:v>
                </c:pt>
                <c:pt idx="307">
                  <c:v>-1.19874251E-4</c:v>
                </c:pt>
                <c:pt idx="308">
                  <c:v>-1.6320363399999999E-4</c:v>
                </c:pt>
                <c:pt idx="309" formatCode="0.00E+00">
                  <c:v>-5.2744221E-5</c:v>
                </c:pt>
                <c:pt idx="310" formatCode="0.00E+00">
                  <c:v>-4.5326539999997898E-6</c:v>
                </c:pt>
                <c:pt idx="311">
                  <c:v>1.2850686E-4</c:v>
                </c:pt>
                <c:pt idx="312">
                  <c:v>2.3347381600000001E-4</c:v>
                </c:pt>
                <c:pt idx="313" formatCode="0.00E+00">
                  <c:v>9.2500753000000202E-5</c:v>
                </c:pt>
                <c:pt idx="314">
                  <c:v>2.25540267E-4</c:v>
                </c:pt>
                <c:pt idx="315">
                  <c:v>-2.5596513E-4</c:v>
                </c:pt>
                <c:pt idx="316" formatCode="0.00E+00">
                  <c:v>-2.60742999999824E-7</c:v>
                </c:pt>
                <c:pt idx="317">
                  <c:v>1.55654568E-3</c:v>
                </c:pt>
                <c:pt idx="318" formatCode="0.00E+00">
                  <c:v>1.43858090000002E-5</c:v>
                </c:pt>
                <c:pt idx="319">
                  <c:v>1.9746770900000001E-4</c:v>
                </c:pt>
                <c:pt idx="320" formatCode="0.00E+00">
                  <c:v>3.6468251099999998E-4</c:v>
                </c:pt>
                <c:pt idx="321">
                  <c:v>3.8482152000000002E-4</c:v>
                </c:pt>
                <c:pt idx="322">
                  <c:v>1.3827122799999999E-4</c:v>
                </c:pt>
                <c:pt idx="323">
                  <c:v>1.57799964E-4</c:v>
                </c:pt>
                <c:pt idx="324" formatCode="0.00E+00">
                  <c:v>2.5788473599999999E-4</c:v>
                </c:pt>
                <c:pt idx="325" formatCode="0.00E+00">
                  <c:v>4.9171369999999999E-5</c:v>
                </c:pt>
                <c:pt idx="326">
                  <c:v>8.6754746299999997E-4</c:v>
                </c:pt>
                <c:pt idx="327">
                  <c:v>8.4984954599999995E-4</c:v>
                </c:pt>
                <c:pt idx="328" formatCode="0.00E+00">
                  <c:v>-1.7479882099999999E-4</c:v>
                </c:pt>
                <c:pt idx="329" formatCode="0.00E+00">
                  <c:v>1.23014403E-4</c:v>
                </c:pt>
                <c:pt idx="330">
                  <c:v>1.17521946E-4</c:v>
                </c:pt>
                <c:pt idx="331" formatCode="0.00E+00">
                  <c:v>3.0252907000000399E-5</c:v>
                </c:pt>
                <c:pt idx="332" formatCode="0.00E+00">
                  <c:v>1.008520526E-3</c:v>
                </c:pt>
                <c:pt idx="333">
                  <c:v>7.1375866700000004E-4</c:v>
                </c:pt>
                <c:pt idx="334" formatCode="0.00E+00">
                  <c:v>-2.18738477E-4</c:v>
                </c:pt>
                <c:pt idx="335">
                  <c:v>2.5971555499999999E-4</c:v>
                </c:pt>
                <c:pt idx="336" formatCode="0.00E+00">
                  <c:v>-9.9735241999999595E-5</c:v>
                </c:pt>
                <c:pt idx="337">
                  <c:v>2.6703883099999997E-4</c:v>
                </c:pt>
                <c:pt idx="338" formatCode="0.00E+00">
                  <c:v>5.2317140000002602E-6</c:v>
                </c:pt>
                <c:pt idx="339">
                  <c:v>3.21963401E-4</c:v>
                </c:pt>
                <c:pt idx="340">
                  <c:v>3.9031397699999999E-4</c:v>
                </c:pt>
                <c:pt idx="341">
                  <c:v>4.0312970999999999E-4</c:v>
                </c:pt>
                <c:pt idx="342">
                  <c:v>1.6695405900000001E-4</c:v>
                </c:pt>
                <c:pt idx="343">
                  <c:v>2.4445872999999998E-4</c:v>
                </c:pt>
                <c:pt idx="344">
                  <c:v>2.6215664700000001E-4</c:v>
                </c:pt>
                <c:pt idx="345" formatCode="0.00E+00">
                  <c:v>-1.79586599999997E-5</c:v>
                </c:pt>
                <c:pt idx="346" formatCode="0.00E+00">
                  <c:v>1.56063550000004E-5</c:v>
                </c:pt>
                <c:pt idx="347">
                  <c:v>1.3033767900000001E-4</c:v>
                </c:pt>
                <c:pt idx="348">
                  <c:v>1.2728631399999999E-4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501E-FD4B-AFB1-FF0EA09A380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18348944"/>
        <c:axId val="1518347984"/>
      </c:scatterChart>
      <c:valAx>
        <c:axId val="1518348944"/>
        <c:scaling>
          <c:orientation val="minMax"/>
          <c:max val="5.000000000000001E-3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18347984"/>
        <c:crosses val="autoZero"/>
        <c:crossBetween val="midCat"/>
      </c:valAx>
      <c:valAx>
        <c:axId val="1518347984"/>
        <c:scaling>
          <c:orientation val="minMax"/>
          <c:min val="-1.0000000000000002E-2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18348944"/>
        <c:crosses val="autoZero"/>
        <c:crossBetween val="midCat"/>
      </c:valAx>
    </c:plotArea>
    <c:plotVisOnly val="1"/>
    <c:dispBlanksAs val="gap"/>
    <c:showDLblsOverMax val="0"/>
    <c:extLst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>
          <a:solidFill>
            <a:schemeClr val="tx1"/>
          </a:solidFill>
          <a:latin typeface="Times New Roman" panose="02020603050405020304" pitchFamily="18" charset="0"/>
          <a:cs typeface="Times New Roman" panose="02020603050405020304" pitchFamily="18" charset="0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MX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3242175925925925"/>
          <c:y val="0.12935185185185186"/>
          <c:w val="0.81968865740740737"/>
          <c:h val="0.74129629629629634"/>
        </c:manualLayout>
      </c:layout>
      <c:scatterChart>
        <c:scatterStyle val="smoothMarker"/>
        <c:varyColors val="0"/>
        <c:ser>
          <c:idx val="0"/>
          <c:order val="0"/>
          <c:spPr>
            <a:ln w="12700" cap="rnd">
              <a:solidFill>
                <a:srgbClr val="0070C0"/>
              </a:solidFill>
              <a:round/>
            </a:ln>
            <a:effectLst/>
          </c:spPr>
          <c:marker>
            <c:symbol val="none"/>
          </c:marker>
          <c:xVal>
            <c:numRef>
              <c:f>'0.3'!$I$2:$I$350</c:f>
              <c:numCache>
                <c:formatCode>General</c:formatCode>
                <c:ptCount val="349"/>
                <c:pt idx="0">
                  <c:v>0</c:v>
                </c:pt>
                <c:pt idx="1">
                  <c:v>1.9531631501479296E-5</c:v>
                </c:pt>
                <c:pt idx="2">
                  <c:v>3.9063263002958593E-5</c:v>
                </c:pt>
                <c:pt idx="3">
                  <c:v>5.8594894504437889E-5</c:v>
                </c:pt>
                <c:pt idx="4">
                  <c:v>7.8126526005917185E-5</c:v>
                </c:pt>
                <c:pt idx="5">
                  <c:v>9.7658157400815071E-5</c:v>
                </c:pt>
                <c:pt idx="6">
                  <c:v>1.1718978890229437E-4</c:v>
                </c:pt>
                <c:pt idx="7">
                  <c:v>1.3672142040377366E-4</c:v>
                </c:pt>
                <c:pt idx="8">
                  <c:v>1.5625305190525296E-4</c:v>
                </c:pt>
                <c:pt idx="9">
                  <c:v>1.7578468330015085E-4</c:v>
                </c:pt>
                <c:pt idx="10">
                  <c:v>1.9531631480163014E-4</c:v>
                </c:pt>
                <c:pt idx="11">
                  <c:v>2.1484794630310944E-4</c:v>
                </c:pt>
                <c:pt idx="12">
                  <c:v>2.3437957780458873E-4</c:v>
                </c:pt>
                <c:pt idx="13">
                  <c:v>2.539112092989626E-4</c:v>
                </c:pt>
                <c:pt idx="14">
                  <c:v>2.7344284070096592E-4</c:v>
                </c:pt>
                <c:pt idx="15">
                  <c:v>2.9297447220244521E-4</c:v>
                </c:pt>
                <c:pt idx="16">
                  <c:v>3.1250610370392451E-4</c:v>
                </c:pt>
                <c:pt idx="17">
                  <c:v>3.3203773520540381E-4</c:v>
                </c:pt>
                <c:pt idx="18">
                  <c:v>3.5156936660030169E-4</c:v>
                </c:pt>
                <c:pt idx="19">
                  <c:v>3.7110099810178099E-4</c:v>
                </c:pt>
                <c:pt idx="20">
                  <c:v>3.9063262960326028E-4</c:v>
                </c:pt>
                <c:pt idx="21">
                  <c:v>4.1016426110473958E-4</c:v>
                </c:pt>
                <c:pt idx="22">
                  <c:v>4.2969589249963747E-4</c:v>
                </c:pt>
                <c:pt idx="23">
                  <c:v>4.4922752400111676E-4</c:v>
                </c:pt>
                <c:pt idx="24">
                  <c:v>4.6875915550259606E-4</c:v>
                </c:pt>
                <c:pt idx="25">
                  <c:v>4.8829078700407536E-4</c:v>
                </c:pt>
                <c:pt idx="26">
                  <c:v>5.0782241839897324E-4</c:v>
                </c:pt>
                <c:pt idx="27">
                  <c:v>5.2735404990045254E-4</c:v>
                </c:pt>
                <c:pt idx="28">
                  <c:v>5.4688568140193183E-4</c:v>
                </c:pt>
                <c:pt idx="29">
                  <c:v>5.6641731290341113E-4</c:v>
                </c:pt>
                <c:pt idx="30">
                  <c:v>5.8594894440489043E-4</c:v>
                </c:pt>
                <c:pt idx="31">
                  <c:v>6.0548057579978831E-4</c:v>
                </c:pt>
                <c:pt idx="32">
                  <c:v>6.2501220730126761E-4</c:v>
                </c:pt>
                <c:pt idx="33">
                  <c:v>6.445438388027469E-4</c:v>
                </c:pt>
                <c:pt idx="34">
                  <c:v>6.640754703042262E-4</c:v>
                </c:pt>
                <c:pt idx="35">
                  <c:v>6.836071018057055E-4</c:v>
                </c:pt>
                <c:pt idx="36">
                  <c:v>7.0313873320060338E-4</c:v>
                </c:pt>
                <c:pt idx="37">
                  <c:v>7.2267036470208268E-4</c:v>
                </c:pt>
                <c:pt idx="38">
                  <c:v>7.4220199620356198E-4</c:v>
                </c:pt>
                <c:pt idx="39">
                  <c:v>7.6173362770504127E-4</c:v>
                </c:pt>
                <c:pt idx="40">
                  <c:v>7.8126525909993916E-4</c:v>
                </c:pt>
                <c:pt idx="41">
                  <c:v>8.0079689060141845E-4</c:v>
                </c:pt>
                <c:pt idx="42">
                  <c:v>8.2032852210289775E-4</c:v>
                </c:pt>
                <c:pt idx="43">
                  <c:v>8.3986015360437705E-4</c:v>
                </c:pt>
                <c:pt idx="44">
                  <c:v>8.5939178499927493E-4</c:v>
                </c:pt>
                <c:pt idx="45">
                  <c:v>8.7892341650075423E-4</c:v>
                </c:pt>
                <c:pt idx="46">
                  <c:v>8.9845504800223353E-4</c:v>
                </c:pt>
                <c:pt idx="47">
                  <c:v>9.1798667950371282E-4</c:v>
                </c:pt>
                <c:pt idx="48">
                  <c:v>9.3751831090571613E-4</c:v>
                </c:pt>
                <c:pt idx="49">
                  <c:v>9.5704994240009E-4</c:v>
                </c:pt>
                <c:pt idx="50">
                  <c:v>9.765815739015693E-4</c:v>
                </c:pt>
                <c:pt idx="51">
                  <c:v>9.961132054030486E-4</c:v>
                </c:pt>
                <c:pt idx="52">
                  <c:v>1.0156448369045279E-3</c:v>
                </c:pt>
                <c:pt idx="53">
                  <c:v>1.0351764682994258E-3</c:v>
                </c:pt>
                <c:pt idx="54">
                  <c:v>1.0547080998009051E-3</c:v>
                </c:pt>
                <c:pt idx="55">
                  <c:v>1.0742397313023844E-3</c:v>
                </c:pt>
                <c:pt idx="56">
                  <c:v>1.0937713628038637E-3</c:v>
                </c:pt>
                <c:pt idx="57">
                  <c:v>1.113302994205867E-3</c:v>
                </c:pt>
                <c:pt idx="58">
                  <c:v>1.1328346257002408E-3</c:v>
                </c:pt>
                <c:pt idx="59">
                  <c:v>1.1523662572017201E-3</c:v>
                </c:pt>
                <c:pt idx="60">
                  <c:v>1.1718978887031994E-3</c:v>
                </c:pt>
                <c:pt idx="61">
                  <c:v>1.1914295202046787E-3</c:v>
                </c:pt>
                <c:pt idx="62">
                  <c:v>1.2109611515995766E-3</c:v>
                </c:pt>
                <c:pt idx="63">
                  <c:v>1.2304927831010559E-3</c:v>
                </c:pt>
                <c:pt idx="64">
                  <c:v>1.2500244146025352E-3</c:v>
                </c:pt>
                <c:pt idx="65">
                  <c:v>1.2695560461040145E-3</c:v>
                </c:pt>
                <c:pt idx="66">
                  <c:v>1.2890876774989124E-3</c:v>
                </c:pt>
                <c:pt idx="67">
                  <c:v>1.3086193090003917E-3</c:v>
                </c:pt>
                <c:pt idx="68">
                  <c:v>1.328150940501871E-3</c:v>
                </c:pt>
                <c:pt idx="69">
                  <c:v>1.3476825720033503E-3</c:v>
                </c:pt>
                <c:pt idx="70">
                  <c:v>1.3672142034053536E-3</c:v>
                </c:pt>
                <c:pt idx="71">
                  <c:v>1.3867458348997275E-3</c:v>
                </c:pt>
                <c:pt idx="72">
                  <c:v>1.4062774664012068E-3</c:v>
                </c:pt>
                <c:pt idx="73">
                  <c:v>1.4258090979026861E-3</c:v>
                </c:pt>
                <c:pt idx="74">
                  <c:v>1.4453407294041654E-3</c:v>
                </c:pt>
                <c:pt idx="75">
                  <c:v>1.4648723607990632E-3</c:v>
                </c:pt>
                <c:pt idx="76">
                  <c:v>1.4844039923005425E-3</c:v>
                </c:pt>
                <c:pt idx="77">
                  <c:v>1.5039356238020218E-3</c:v>
                </c:pt>
                <c:pt idx="78">
                  <c:v>1.5234672553035011E-3</c:v>
                </c:pt>
                <c:pt idx="79">
                  <c:v>1.5429988867055044E-3</c:v>
                </c:pt>
                <c:pt idx="80">
                  <c:v>1.5625305181998783E-3</c:v>
                </c:pt>
                <c:pt idx="81">
                  <c:v>1.5820621497013576E-3</c:v>
                </c:pt>
                <c:pt idx="82">
                  <c:v>1.6015937812028369E-3</c:v>
                </c:pt>
                <c:pt idx="83">
                  <c:v>1.6211254127043162E-3</c:v>
                </c:pt>
                <c:pt idx="84">
                  <c:v>1.6406570440992141E-3</c:v>
                </c:pt>
                <c:pt idx="85">
                  <c:v>1.6601886756006934E-3</c:v>
                </c:pt>
                <c:pt idx="86">
                  <c:v>1.6797203071021727E-3</c:v>
                </c:pt>
                <c:pt idx="87">
                  <c:v>1.699251938603652E-3</c:v>
                </c:pt>
                <c:pt idx="88">
                  <c:v>1.7187835700056553E-3</c:v>
                </c:pt>
                <c:pt idx="89">
                  <c:v>1.7383152015000292E-3</c:v>
                </c:pt>
                <c:pt idx="90">
                  <c:v>1.7578468330015085E-3</c:v>
                </c:pt>
                <c:pt idx="91">
                  <c:v>1.7773784645029878E-3</c:v>
                </c:pt>
                <c:pt idx="92">
                  <c:v>1.7969100959049911E-3</c:v>
                </c:pt>
                <c:pt idx="93">
                  <c:v>1.8164417273993649E-3</c:v>
                </c:pt>
                <c:pt idx="94">
                  <c:v>1.8359733589008442E-3</c:v>
                </c:pt>
                <c:pt idx="95">
                  <c:v>1.8555049904023235E-3</c:v>
                </c:pt>
                <c:pt idx="96">
                  <c:v>1.8750366219038028E-3</c:v>
                </c:pt>
                <c:pt idx="97">
                  <c:v>1.8945682533058061E-3</c:v>
                </c:pt>
                <c:pt idx="98">
                  <c:v>1.91409988480018E-3</c:v>
                </c:pt>
                <c:pt idx="99">
                  <c:v>1.9336315163016593E-3</c:v>
                </c:pt>
                <c:pt idx="100">
                  <c:v>1.9531631478031386E-3</c:v>
                </c:pt>
                <c:pt idx="101">
                  <c:v>1.9726947792051419E-3</c:v>
                </c:pt>
                <c:pt idx="102">
                  <c:v>1.9922264106995158E-3</c:v>
                </c:pt>
                <c:pt idx="103">
                  <c:v>2.0117580422009951E-3</c:v>
                </c:pt>
                <c:pt idx="104">
                  <c:v>2.0312896737024744E-3</c:v>
                </c:pt>
                <c:pt idx="105">
                  <c:v>2.0508213051044777E-3</c:v>
                </c:pt>
                <c:pt idx="106">
                  <c:v>2.0703529365988516E-3</c:v>
                </c:pt>
                <c:pt idx="107">
                  <c:v>2.0898845681003309E-3</c:v>
                </c:pt>
                <c:pt idx="108">
                  <c:v>2.1094161996018101E-3</c:v>
                </c:pt>
                <c:pt idx="109">
                  <c:v>2.1289478311032894E-3</c:v>
                </c:pt>
                <c:pt idx="110">
                  <c:v>2.1484794625052928E-3</c:v>
                </c:pt>
                <c:pt idx="111">
                  <c:v>2.1680110939996666E-3</c:v>
                </c:pt>
                <c:pt idx="112">
                  <c:v>2.1875427255011459E-3</c:v>
                </c:pt>
                <c:pt idx="113">
                  <c:v>2.2070743570026252E-3</c:v>
                </c:pt>
                <c:pt idx="114">
                  <c:v>2.2266059884046285E-3</c:v>
                </c:pt>
                <c:pt idx="115">
                  <c:v>2.2461376198990024E-3</c:v>
                </c:pt>
                <c:pt idx="116">
                  <c:v>2.2656692514004817E-3</c:v>
                </c:pt>
                <c:pt idx="117">
                  <c:v>2.285200882901961E-3</c:v>
                </c:pt>
                <c:pt idx="118">
                  <c:v>2.3047325144034403E-3</c:v>
                </c:pt>
                <c:pt idx="119">
                  <c:v>2.3242641458054436E-3</c:v>
                </c:pt>
                <c:pt idx="120">
                  <c:v>2.3437957772998175E-3</c:v>
                </c:pt>
                <c:pt idx="121">
                  <c:v>2.3633274088012968E-3</c:v>
                </c:pt>
                <c:pt idx="122">
                  <c:v>2.3828590403027761E-3</c:v>
                </c:pt>
                <c:pt idx="123">
                  <c:v>2.4023906717047794E-3</c:v>
                </c:pt>
                <c:pt idx="124">
                  <c:v>2.4219223031991532E-3</c:v>
                </c:pt>
                <c:pt idx="125">
                  <c:v>2.4414539347006325E-3</c:v>
                </c:pt>
                <c:pt idx="126">
                  <c:v>2.4609855662021118E-3</c:v>
                </c:pt>
                <c:pt idx="127">
                  <c:v>2.4805171976041152E-3</c:v>
                </c:pt>
                <c:pt idx="128">
                  <c:v>2.5000488291055945E-3</c:v>
                </c:pt>
                <c:pt idx="129">
                  <c:v>2.5195804605999683E-3</c:v>
                </c:pt>
                <c:pt idx="130">
                  <c:v>2.5391120921014476E-3</c:v>
                </c:pt>
                <c:pt idx="131">
                  <c:v>2.5586437236029269E-3</c:v>
                </c:pt>
                <c:pt idx="132">
                  <c:v>2.5781753550049302E-3</c:v>
                </c:pt>
                <c:pt idx="133">
                  <c:v>2.5977069864993041E-3</c:v>
                </c:pt>
                <c:pt idx="134">
                  <c:v>2.6172386180007834E-3</c:v>
                </c:pt>
                <c:pt idx="135">
                  <c:v>2.6367702495022627E-3</c:v>
                </c:pt>
                <c:pt idx="136">
                  <c:v>2.656301880904266E-3</c:v>
                </c:pt>
                <c:pt idx="137">
                  <c:v>2.6758335124057453E-3</c:v>
                </c:pt>
                <c:pt idx="138">
                  <c:v>2.6953651439001192E-3</c:v>
                </c:pt>
                <c:pt idx="139">
                  <c:v>2.7148967754015985E-3</c:v>
                </c:pt>
                <c:pt idx="140">
                  <c:v>2.7344284069030778E-3</c:v>
                </c:pt>
                <c:pt idx="141">
                  <c:v>2.7539600383050811E-3</c:v>
                </c:pt>
                <c:pt idx="142">
                  <c:v>2.7734916697994549E-3</c:v>
                </c:pt>
                <c:pt idx="143">
                  <c:v>2.7930233013009342E-3</c:v>
                </c:pt>
                <c:pt idx="144">
                  <c:v>2.8125549328024135E-3</c:v>
                </c:pt>
                <c:pt idx="145">
                  <c:v>2.8320865642044168E-3</c:v>
                </c:pt>
                <c:pt idx="146">
                  <c:v>2.8516181957058961E-3</c:v>
                </c:pt>
                <c:pt idx="147">
                  <c:v>2.87114982720027E-3</c:v>
                </c:pt>
                <c:pt idx="148">
                  <c:v>2.8906814587017493E-3</c:v>
                </c:pt>
                <c:pt idx="149">
                  <c:v>2.9102130901037526E-3</c:v>
                </c:pt>
                <c:pt idx="150">
                  <c:v>2.9297447216052319E-3</c:v>
                </c:pt>
                <c:pt idx="151">
                  <c:v>2.9492763530996058E-3</c:v>
                </c:pt>
                <c:pt idx="152">
                  <c:v>2.9688079846010851E-3</c:v>
                </c:pt>
                <c:pt idx="153">
                  <c:v>2.9883396161025644E-3</c:v>
                </c:pt>
                <c:pt idx="154">
                  <c:v>3.0078712475045677E-3</c:v>
                </c:pt>
                <c:pt idx="155">
                  <c:v>3.0274028789989416E-3</c:v>
                </c:pt>
                <c:pt idx="156">
                  <c:v>3.0469345105004209E-3</c:v>
                </c:pt>
                <c:pt idx="157">
                  <c:v>3.0664661420019002E-3</c:v>
                </c:pt>
                <c:pt idx="158">
                  <c:v>3.0859977734039035E-3</c:v>
                </c:pt>
                <c:pt idx="159">
                  <c:v>3.1055294049053828E-3</c:v>
                </c:pt>
                <c:pt idx="160">
                  <c:v>3.1250610363997566E-3</c:v>
                </c:pt>
                <c:pt idx="161">
                  <c:v>3.1445926679012359E-3</c:v>
                </c:pt>
                <c:pt idx="162">
                  <c:v>3.1641242993032392E-3</c:v>
                </c:pt>
                <c:pt idx="163">
                  <c:v>3.1836559308047185E-3</c:v>
                </c:pt>
                <c:pt idx="164">
                  <c:v>3.2031875622990924E-3</c:v>
                </c:pt>
                <c:pt idx="165">
                  <c:v>3.2227191938005717E-3</c:v>
                </c:pt>
                <c:pt idx="166">
                  <c:v>3.242250825302051E-3</c:v>
                </c:pt>
                <c:pt idx="167">
                  <c:v>3.2617824567040543E-3</c:v>
                </c:pt>
                <c:pt idx="168">
                  <c:v>3.2813140882055336E-3</c:v>
                </c:pt>
                <c:pt idx="169">
                  <c:v>3.3008457196999075E-3</c:v>
                </c:pt>
                <c:pt idx="170">
                  <c:v>3.3203773512013868E-3</c:v>
                </c:pt>
                <c:pt idx="171">
                  <c:v>3.3399089826033901E-3</c:v>
                </c:pt>
                <c:pt idx="172">
                  <c:v>3.3594406141048694E-3</c:v>
                </c:pt>
                <c:pt idx="173">
                  <c:v>3.3789722455992433E-3</c:v>
                </c:pt>
                <c:pt idx="174">
                  <c:v>3.3985038771007225E-3</c:v>
                </c:pt>
                <c:pt idx="175">
                  <c:v>3.4180355086022018E-3</c:v>
                </c:pt>
                <c:pt idx="176">
                  <c:v>3.4375671400042052E-3</c:v>
                </c:pt>
                <c:pt idx="177">
                  <c:v>3.4570987715056845E-3</c:v>
                </c:pt>
                <c:pt idx="178">
                  <c:v>3.4766304030000583E-3</c:v>
                </c:pt>
                <c:pt idx="179">
                  <c:v>3.4961620345015376E-3</c:v>
                </c:pt>
                <c:pt idx="180">
                  <c:v>3.5156936659035409E-3</c:v>
                </c:pt>
                <c:pt idx="181">
                  <c:v>3.5352252974050202E-3</c:v>
                </c:pt>
                <c:pt idx="182">
                  <c:v>3.5547569288993941E-3</c:v>
                </c:pt>
                <c:pt idx="183">
                  <c:v>3.5742885604008734E-3</c:v>
                </c:pt>
                <c:pt idx="184">
                  <c:v>3.5938201918028767E-3</c:v>
                </c:pt>
                <c:pt idx="185">
                  <c:v>3.613351823304356E-3</c:v>
                </c:pt>
                <c:pt idx="186">
                  <c:v>3.6328834548058353E-3</c:v>
                </c:pt>
                <c:pt idx="187">
                  <c:v>3.6524150863002092E-3</c:v>
                </c:pt>
                <c:pt idx="188">
                  <c:v>3.6719467178016885E-3</c:v>
                </c:pt>
                <c:pt idx="189">
                  <c:v>3.6914783492036918E-3</c:v>
                </c:pt>
                <c:pt idx="190">
                  <c:v>3.7110099807051711E-3</c:v>
                </c:pt>
                <c:pt idx="191">
                  <c:v>3.7305416121995449E-3</c:v>
                </c:pt>
                <c:pt idx="192">
                  <c:v>3.7500732437010242E-3</c:v>
                </c:pt>
                <c:pt idx="193">
                  <c:v>3.7696048751030276E-3</c:v>
                </c:pt>
                <c:pt idx="194">
                  <c:v>3.7891365066045068E-3</c:v>
                </c:pt>
                <c:pt idx="195">
                  <c:v>3.8086681380988807E-3</c:v>
                </c:pt>
                <c:pt idx="196">
                  <c:v>3.82819976960036E-3</c:v>
                </c:pt>
                <c:pt idx="197">
                  <c:v>3.8477314011018393E-3</c:v>
                </c:pt>
                <c:pt idx="198">
                  <c:v>3.8672630325038426E-3</c:v>
                </c:pt>
                <c:pt idx="199">
                  <c:v>3.8867946640053219E-3</c:v>
                </c:pt>
                <c:pt idx="200">
                  <c:v>3.9063262954996958E-3</c:v>
                </c:pt>
                <c:pt idx="201">
                  <c:v>3.9258579270011751E-3</c:v>
                </c:pt>
                <c:pt idx="202">
                  <c:v>3.9453895584031784E-3</c:v>
                </c:pt>
                <c:pt idx="203">
                  <c:v>3.9649211899046577E-3</c:v>
                </c:pt>
                <c:pt idx="204">
                  <c:v>3.9844528213990316E-3</c:v>
                </c:pt>
                <c:pt idx="205">
                  <c:v>4.0039844529005109E-3</c:v>
                </c:pt>
                <c:pt idx="206">
                  <c:v>4.0235160843025142E-3</c:v>
                </c:pt>
                <c:pt idx="207">
                  <c:v>4.0430477158039935E-3</c:v>
                </c:pt>
                <c:pt idx="208">
                  <c:v>4.0625793473054728E-3</c:v>
                </c:pt>
                <c:pt idx="209">
                  <c:v>4.0821109787998466E-3</c:v>
                </c:pt>
                <c:pt idx="210">
                  <c:v>4.1016426103013259E-3</c:v>
                </c:pt>
                <c:pt idx="211">
                  <c:v>4.1211742417033292E-3</c:v>
                </c:pt>
                <c:pt idx="212">
                  <c:v>4.1407058732048085E-3</c:v>
                </c:pt>
                <c:pt idx="213">
                  <c:v>4.1602375046991824E-3</c:v>
                </c:pt>
                <c:pt idx="214">
                  <c:v>4.1797691362006617E-3</c:v>
                </c:pt>
                <c:pt idx="215">
                  <c:v>4.199300767602665E-3</c:v>
                </c:pt>
                <c:pt idx="216">
                  <c:v>4.2188323991041443E-3</c:v>
                </c:pt>
                <c:pt idx="217">
                  <c:v>4.2383640306056236E-3</c:v>
                </c:pt>
                <c:pt idx="218">
                  <c:v>4.2578956620999975E-3</c:v>
                </c:pt>
                <c:pt idx="219">
                  <c:v>4.2774272935020008E-3</c:v>
                </c:pt>
                <c:pt idx="220">
                  <c:v>4.2969589250034801E-3</c:v>
                </c:pt>
                <c:pt idx="221">
                  <c:v>4.3164905565049594E-3</c:v>
                </c:pt>
                <c:pt idx="222">
                  <c:v>4.3360221879993333E-3</c:v>
                </c:pt>
                <c:pt idx="223">
                  <c:v>4.3555538195008126E-3</c:v>
                </c:pt>
                <c:pt idx="224">
                  <c:v>4.3750854509028159E-3</c:v>
                </c:pt>
                <c:pt idx="225">
                  <c:v>4.3946170824042952E-3</c:v>
                </c:pt>
                <c:pt idx="226">
                  <c:v>4.4141487139057745E-3</c:v>
                </c:pt>
                <c:pt idx="227">
                  <c:v>4.4336803454001483E-3</c:v>
                </c:pt>
                <c:pt idx="228">
                  <c:v>4.4532119768021516E-3</c:v>
                </c:pt>
                <c:pt idx="229">
                  <c:v>4.4727436083036309E-3</c:v>
                </c:pt>
                <c:pt idx="230">
                  <c:v>4.4922752398051102E-3</c:v>
                </c:pt>
                <c:pt idx="231">
                  <c:v>4.5118068712994841E-3</c:v>
                </c:pt>
                <c:pt idx="232">
                  <c:v>4.5313385028009634E-3</c:v>
                </c:pt>
                <c:pt idx="233">
                  <c:v>4.5508701342029667E-3</c:v>
                </c:pt>
                <c:pt idx="234">
                  <c:v>4.570401765704446E-3</c:v>
                </c:pt>
                <c:pt idx="235">
                  <c:v>4.5899333972059253E-3</c:v>
                </c:pt>
                <c:pt idx="236">
                  <c:v>4.6094650287002992E-3</c:v>
                </c:pt>
                <c:pt idx="237">
                  <c:v>4.6289966601023025E-3</c:v>
                </c:pt>
                <c:pt idx="238">
                  <c:v>4.6485282916037818E-3</c:v>
                </c:pt>
                <c:pt idx="239">
                  <c:v>4.6680599231052611E-3</c:v>
                </c:pt>
                <c:pt idx="240">
                  <c:v>4.6875915545996349E-3</c:v>
                </c:pt>
                <c:pt idx="241">
                  <c:v>4.7071231860016383E-3</c:v>
                </c:pt>
                <c:pt idx="242">
                  <c:v>4.7266548175031176E-3</c:v>
                </c:pt>
                <c:pt idx="243">
                  <c:v>4.7461864490045969E-3</c:v>
                </c:pt>
                <c:pt idx="244">
                  <c:v>4.7657180804989707E-3</c:v>
                </c:pt>
                <c:pt idx="245">
                  <c:v>4.78524971200045E-3</c:v>
                </c:pt>
                <c:pt idx="246">
                  <c:v>4.8047813434024533E-3</c:v>
                </c:pt>
                <c:pt idx="247">
                  <c:v>4.8243129749039326E-3</c:v>
                </c:pt>
                <c:pt idx="248">
                  <c:v>4.8438446064054119E-3</c:v>
                </c:pt>
                <c:pt idx="249">
                  <c:v>4.8633762378997858E-3</c:v>
                </c:pt>
                <c:pt idx="250">
                  <c:v>4.8829078693017891E-3</c:v>
                </c:pt>
                <c:pt idx="251">
                  <c:v>4.9024395008032684E-3</c:v>
                </c:pt>
                <c:pt idx="252">
                  <c:v>4.9219711323047477E-3</c:v>
                </c:pt>
                <c:pt idx="253">
                  <c:v>4.9415027637991216E-3</c:v>
                </c:pt>
                <c:pt idx="254">
                  <c:v>4.9610343953006009E-3</c:v>
                </c:pt>
                <c:pt idx="255">
                  <c:v>4.9805660267026042E-3</c:v>
                </c:pt>
                <c:pt idx="256">
                  <c:v>5.0000976582040835E-3</c:v>
                </c:pt>
                <c:pt idx="257">
                  <c:v>5.0196292897055628E-3</c:v>
                </c:pt>
                <c:pt idx="258">
                  <c:v>5.0391609211999366E-3</c:v>
                </c:pt>
                <c:pt idx="259">
                  <c:v>5.05869255260194E-3</c:v>
                </c:pt>
                <c:pt idx="260">
                  <c:v>5.0782241841034192E-3</c:v>
                </c:pt>
                <c:pt idx="261">
                  <c:v>5.0977558156048985E-3</c:v>
                </c:pt>
                <c:pt idx="262">
                  <c:v>5.1172874470992724E-3</c:v>
                </c:pt>
                <c:pt idx="263">
                  <c:v>5.1368190785012757E-3</c:v>
                </c:pt>
                <c:pt idx="264">
                  <c:v>5.156350710002755E-3</c:v>
                </c:pt>
                <c:pt idx="265">
                  <c:v>5.1758823415042343E-3</c:v>
                </c:pt>
                <c:pt idx="266">
                  <c:v>5.1954139730057136E-3</c:v>
                </c:pt>
                <c:pt idx="267">
                  <c:v>5.2149456045000875E-3</c:v>
                </c:pt>
                <c:pt idx="268">
                  <c:v>5.2344772359020908E-3</c:v>
                </c:pt>
                <c:pt idx="269">
                  <c:v>5.2540088674035701E-3</c:v>
                </c:pt>
                <c:pt idx="270">
                  <c:v>5.2735404989050494E-3</c:v>
                </c:pt>
                <c:pt idx="271">
                  <c:v>5.2930721303994233E-3</c:v>
                </c:pt>
                <c:pt idx="272">
                  <c:v>5.3126037618014266E-3</c:v>
                </c:pt>
                <c:pt idx="273">
                  <c:v>5.3321353933029059E-3</c:v>
                </c:pt>
                <c:pt idx="274">
                  <c:v>5.3516670248043852E-3</c:v>
                </c:pt>
                <c:pt idx="275">
                  <c:v>5.3711986563058645E-3</c:v>
                </c:pt>
                <c:pt idx="276">
                  <c:v>5.3907302877007623E-3</c:v>
                </c:pt>
                <c:pt idx="277">
                  <c:v>5.4102619192022416E-3</c:v>
                </c:pt>
                <c:pt idx="278">
                  <c:v>5.4297935507037209E-3</c:v>
                </c:pt>
                <c:pt idx="279">
                  <c:v>5.4493251822052002E-3</c:v>
                </c:pt>
                <c:pt idx="280">
                  <c:v>5.4688568136995741E-3</c:v>
                </c:pt>
                <c:pt idx="281">
                  <c:v>5.4883884451015774E-3</c:v>
                </c:pt>
                <c:pt idx="282">
                  <c:v>5.5079200766030567E-3</c:v>
                </c:pt>
                <c:pt idx="283">
                  <c:v>5.527451708104536E-3</c:v>
                </c:pt>
                <c:pt idx="284">
                  <c:v>5.5469833395989099E-3</c:v>
                </c:pt>
                <c:pt idx="285">
                  <c:v>5.5665149710009132E-3</c:v>
                </c:pt>
                <c:pt idx="286">
                  <c:v>5.5860466025023925E-3</c:v>
                </c:pt>
                <c:pt idx="287">
                  <c:v>5.6055782340038718E-3</c:v>
                </c:pt>
                <c:pt idx="288">
                  <c:v>5.6251098655053511E-3</c:v>
                </c:pt>
                <c:pt idx="289">
                  <c:v>5.644641496999725E-3</c:v>
                </c:pt>
                <c:pt idx="290">
                  <c:v>5.6641731284017283E-3</c:v>
                </c:pt>
                <c:pt idx="291">
                  <c:v>5.6837047599032076E-3</c:v>
                </c:pt>
                <c:pt idx="292">
                  <c:v>5.7032363914046869E-3</c:v>
                </c:pt>
                <c:pt idx="293">
                  <c:v>5.7227680228990607E-3</c:v>
                </c:pt>
                <c:pt idx="294">
                  <c:v>5.742299654301064E-3</c:v>
                </c:pt>
                <c:pt idx="295">
                  <c:v>5.7618312858025433E-3</c:v>
                </c:pt>
                <c:pt idx="296">
                  <c:v>5.7813629173040226E-3</c:v>
                </c:pt>
                <c:pt idx="297">
                  <c:v>5.8008945488055019E-3</c:v>
                </c:pt>
                <c:pt idx="298">
                  <c:v>5.8204261802003998E-3</c:v>
                </c:pt>
                <c:pt idx="299">
                  <c:v>5.8399578117018791E-3</c:v>
                </c:pt>
                <c:pt idx="300">
                  <c:v>5.8594894432033584E-3</c:v>
                </c:pt>
                <c:pt idx="301">
                  <c:v>5.8790210747048377E-3</c:v>
                </c:pt>
                <c:pt idx="302">
                  <c:v>5.8985527061992116E-3</c:v>
                </c:pt>
                <c:pt idx="303">
                  <c:v>5.9180843376012149E-3</c:v>
                </c:pt>
                <c:pt idx="304">
                  <c:v>5.9376159691026942E-3</c:v>
                </c:pt>
                <c:pt idx="305">
                  <c:v>5.9571476006041735E-3</c:v>
                </c:pt>
                <c:pt idx="306">
                  <c:v>5.9766792321056528E-3</c:v>
                </c:pt>
                <c:pt idx="307">
                  <c:v>5.9962108635005507E-3</c:v>
                </c:pt>
                <c:pt idx="308">
                  <c:v>6.01574249500203E-3</c:v>
                </c:pt>
                <c:pt idx="309">
                  <c:v>6.0352741265035093E-3</c:v>
                </c:pt>
                <c:pt idx="310">
                  <c:v>6.0548057580049885E-3</c:v>
                </c:pt>
                <c:pt idx="311">
                  <c:v>6.0743373894993624E-3</c:v>
                </c:pt>
                <c:pt idx="312">
                  <c:v>6.0938690209013657E-3</c:v>
                </c:pt>
                <c:pt idx="313">
                  <c:v>6.113400652402845E-3</c:v>
                </c:pt>
                <c:pt idx="314">
                  <c:v>6.1329322839043243E-3</c:v>
                </c:pt>
                <c:pt idx="315">
                  <c:v>6.1524639154058036E-3</c:v>
                </c:pt>
                <c:pt idx="316">
                  <c:v>6.1719955468007015E-3</c:v>
                </c:pt>
                <c:pt idx="317">
                  <c:v>6.1915271783021808E-3</c:v>
                </c:pt>
                <c:pt idx="318">
                  <c:v>6.2110588098036601E-3</c:v>
                </c:pt>
                <c:pt idx="319">
                  <c:v>6.2305904413051394E-3</c:v>
                </c:pt>
                <c:pt idx="320">
                  <c:v>6.2501220727000373E-3</c:v>
                </c:pt>
                <c:pt idx="321">
                  <c:v>6.2696537042015166E-3</c:v>
                </c:pt>
                <c:pt idx="322">
                  <c:v>6.2891853357029959E-3</c:v>
                </c:pt>
                <c:pt idx="323">
                  <c:v>6.3087169672044752E-3</c:v>
                </c:pt>
                <c:pt idx="324">
                  <c:v>6.328248598698849E-3</c:v>
                </c:pt>
                <c:pt idx="325">
                  <c:v>6.3477802301008524E-3</c:v>
                </c:pt>
                <c:pt idx="326">
                  <c:v>6.3673118616023316E-3</c:v>
                </c:pt>
                <c:pt idx="327">
                  <c:v>6.3868434931038109E-3</c:v>
                </c:pt>
                <c:pt idx="328">
                  <c:v>6.4063751246052902E-3</c:v>
                </c:pt>
                <c:pt idx="329">
                  <c:v>6.4259067560001881E-3</c:v>
                </c:pt>
                <c:pt idx="330">
                  <c:v>6.4454383875016674E-3</c:v>
                </c:pt>
                <c:pt idx="331">
                  <c:v>6.4649700190031467E-3</c:v>
                </c:pt>
                <c:pt idx="332">
                  <c:v>6.484501650504626E-3</c:v>
                </c:pt>
                <c:pt idx="333">
                  <c:v>6.5040332818995239E-3</c:v>
                </c:pt>
                <c:pt idx="334">
                  <c:v>6.5235649134010032E-3</c:v>
                </c:pt>
                <c:pt idx="335">
                  <c:v>6.5430965449024825E-3</c:v>
                </c:pt>
                <c:pt idx="336">
                  <c:v>6.5626281764039618E-3</c:v>
                </c:pt>
                <c:pt idx="337">
                  <c:v>6.5821598079054411E-3</c:v>
                </c:pt>
                <c:pt idx="338">
                  <c:v>6.601691439300339E-3</c:v>
                </c:pt>
                <c:pt idx="339">
                  <c:v>6.6212230708018183E-3</c:v>
                </c:pt>
                <c:pt idx="340">
                  <c:v>6.6407547023032976E-3</c:v>
                </c:pt>
                <c:pt idx="341">
                  <c:v>6.6602863338047769E-3</c:v>
                </c:pt>
                <c:pt idx="342">
                  <c:v>6.6798179651996747E-3</c:v>
                </c:pt>
                <c:pt idx="343">
                  <c:v>6.699349596701154E-3</c:v>
                </c:pt>
                <c:pt idx="344">
                  <c:v>6.7188812282026333E-3</c:v>
                </c:pt>
                <c:pt idx="345">
                  <c:v>6.7384128597041126E-3</c:v>
                </c:pt>
                <c:pt idx="346">
                  <c:v>6.7579444910990105E-3</c:v>
                </c:pt>
                <c:pt idx="347">
                  <c:v>6.7774761226004898E-3</c:v>
                </c:pt>
                <c:pt idx="348">
                  <c:v>6.7970077541019691E-3</c:v>
                </c:pt>
              </c:numCache>
            </c:numRef>
          </c:xVal>
          <c:yVal>
            <c:numRef>
              <c:f>'0.3'!$H$2:$H$350</c:f>
              <c:numCache>
                <c:formatCode>General</c:formatCode>
                <c:ptCount val="349"/>
                <c:pt idx="0">
                  <c:v>2.9144975099999997E-4</c:v>
                </c:pt>
                <c:pt idx="1">
                  <c:v>2.5239227900000002E-4</c:v>
                </c:pt>
                <c:pt idx="2">
                  <c:v>2.37745727E-4</c:v>
                </c:pt>
                <c:pt idx="3">
                  <c:v>2.48120368E-4</c:v>
                </c:pt>
                <c:pt idx="4">
                  <c:v>2.9022920500000002E-4</c:v>
                </c:pt>
                <c:pt idx="5">
                  <c:v>2.5056146000000001E-4</c:v>
                </c:pt>
                <c:pt idx="6">
                  <c:v>2.5300255200000002E-4</c:v>
                </c:pt>
                <c:pt idx="7">
                  <c:v>3.0243466500000002E-4</c:v>
                </c:pt>
                <c:pt idx="8">
                  <c:v>2.37745727E-4</c:v>
                </c:pt>
                <c:pt idx="9">
                  <c:v>2.85347021E-4</c:v>
                </c:pt>
                <c:pt idx="10">
                  <c:v>3.1769148999999998E-4</c:v>
                </c:pt>
                <c:pt idx="11">
                  <c:v>2.2065808300000001E-4</c:v>
                </c:pt>
                <c:pt idx="12">
                  <c:v>2.24319721E-4</c:v>
                </c:pt>
                <c:pt idx="13">
                  <c:v>2.5117173300000001E-4</c:v>
                </c:pt>
                <c:pt idx="14">
                  <c:v>1.9685743600000001E-4</c:v>
                </c:pt>
                <c:pt idx="15">
                  <c:v>3.2867640399999998E-4</c:v>
                </c:pt>
                <c:pt idx="16">
                  <c:v>2.60936101E-4</c:v>
                </c:pt>
                <c:pt idx="17">
                  <c:v>2.0784235E-4</c:v>
                </c:pt>
                <c:pt idx="18">
                  <c:v>2.5849500899999999E-4</c:v>
                </c:pt>
                <c:pt idx="19">
                  <c:v>1.6512324E-4</c:v>
                </c:pt>
                <c:pt idx="20">
                  <c:v>2.7680319900000002E-4</c:v>
                </c:pt>
                <c:pt idx="21">
                  <c:v>2.2676081300000001E-4</c:v>
                </c:pt>
                <c:pt idx="22">
                  <c:v>2.5849500899999999E-4</c:v>
                </c:pt>
                <c:pt idx="23">
                  <c:v>2.5727446299999998E-4</c:v>
                </c:pt>
                <c:pt idx="24">
                  <c:v>2.5056146000000001E-4</c:v>
                </c:pt>
                <c:pt idx="25">
                  <c:v>2.3225327000000001E-4</c:v>
                </c:pt>
                <c:pt idx="26">
                  <c:v>2.8046483699999998E-4</c:v>
                </c:pt>
                <c:pt idx="27">
                  <c:v>1.3949177399999999E-4</c:v>
                </c:pt>
                <c:pt idx="28">
                  <c:v>5.6668287399999997E-4</c:v>
                </c:pt>
                <c:pt idx="29">
                  <c:v>3.3330503829999999E-3</c:v>
                </c:pt>
                <c:pt idx="30">
                  <c:v>1.3698537288000001E-2</c:v>
                </c:pt>
                <c:pt idx="31">
                  <c:v>2.2606692269000001E-2</c:v>
                </c:pt>
                <c:pt idx="32">
                  <c:v>1.8260938236000002E-2</c:v>
                </c:pt>
                <c:pt idx="33">
                  <c:v>6.7615640970000003E-3</c:v>
                </c:pt>
                <c:pt idx="34">
                  <c:v>-4.3026853930000003E-3</c:v>
                </c:pt>
                <c:pt idx="35">
                  <c:v>-7.7513381160000004E-3</c:v>
                </c:pt>
                <c:pt idx="36">
                  <c:v>-7.0110769669999998E-3</c:v>
                </c:pt>
                <c:pt idx="37">
                  <c:v>-5.9339451219999999E-3</c:v>
                </c:pt>
                <c:pt idx="38">
                  <c:v>-5.0710191E-3</c:v>
                </c:pt>
                <c:pt idx="39">
                  <c:v>-4.2959723899999996E-3</c:v>
                </c:pt>
                <c:pt idx="40">
                  <c:v>-3.705228126E-3</c:v>
                </c:pt>
                <c:pt idx="41">
                  <c:v>-3.375070433E-3</c:v>
                </c:pt>
                <c:pt idx="42">
                  <c:v>-2.8984472200000002E-3</c:v>
                </c:pt>
                <c:pt idx="43">
                  <c:v>-2.4816307609999999E-3</c:v>
                </c:pt>
                <c:pt idx="44">
                  <c:v>-2.1185183259999998E-3</c:v>
                </c:pt>
                <c:pt idx="45">
                  <c:v>-1.7987352740000001E-3</c:v>
                </c:pt>
                <c:pt idx="46">
                  <c:v>-1.4673570349999999E-3</c:v>
                </c:pt>
                <c:pt idx="47">
                  <c:v>-1.294039503E-3</c:v>
                </c:pt>
                <c:pt idx="48">
                  <c:v>-1.117060333E-3</c:v>
                </c:pt>
                <c:pt idx="49">
                  <c:v>-9.9683655200000004E-4</c:v>
                </c:pt>
                <c:pt idx="50">
                  <c:v>-8.1558547100000003E-4</c:v>
                </c:pt>
                <c:pt idx="51">
                  <c:v>-6.3311384400000002E-4</c:v>
                </c:pt>
                <c:pt idx="52">
                  <c:v>-4.9763323799999995E-4</c:v>
                </c:pt>
                <c:pt idx="53">
                  <c:v>-3.8290191399999998E-4</c:v>
                </c:pt>
                <c:pt idx="54">
                  <c:v>-2.7488359299999998E-4</c:v>
                </c:pt>
                <c:pt idx="55">
                  <c:v>-1.9493783E-4</c:v>
                </c:pt>
                <c:pt idx="56" formatCode="0.00E+00">
                  <c:v>-9.7904422999999804E-5</c:v>
                </c:pt>
                <c:pt idx="57" formatCode="0.00E+00">
                  <c:v>-1.79586599999997E-5</c:v>
                </c:pt>
                <c:pt idx="58" formatCode="0.00E+00">
                  <c:v>6.0156284000000198E-5</c:v>
                </c:pt>
                <c:pt idx="59" formatCode="0.00E+00">
                  <c:v>2.4760450000000299E-5</c:v>
                </c:pt>
                <c:pt idx="60" formatCode="0.00E+00">
                  <c:v>3.5135090999999997E-5</c:v>
                </c:pt>
                <c:pt idx="61">
                  <c:v>1.3827122799999999E-4</c:v>
                </c:pt>
                <c:pt idx="62">
                  <c:v>1.1202948900000001E-4</c:v>
                </c:pt>
                <c:pt idx="63">
                  <c:v>1.6024105600000001E-4</c:v>
                </c:pt>
                <c:pt idx="64">
                  <c:v>1.8587252200000001E-4</c:v>
                </c:pt>
                <c:pt idx="65">
                  <c:v>1.8587252200000001E-4</c:v>
                </c:pt>
                <c:pt idx="66">
                  <c:v>1.7976979200000001E-4</c:v>
                </c:pt>
                <c:pt idx="67">
                  <c:v>2.1150398799999999E-4</c:v>
                </c:pt>
                <c:pt idx="68">
                  <c:v>1.7976979200000001E-4</c:v>
                </c:pt>
                <c:pt idx="69">
                  <c:v>3.0121411900000002E-4</c:v>
                </c:pt>
                <c:pt idx="70">
                  <c:v>2.3896627300000001E-4</c:v>
                </c:pt>
                <c:pt idx="71">
                  <c:v>2.37135454E-4</c:v>
                </c:pt>
                <c:pt idx="72">
                  <c:v>2.61546374E-4</c:v>
                </c:pt>
                <c:pt idx="73">
                  <c:v>2.5788473599999999E-4</c:v>
                </c:pt>
                <c:pt idx="74">
                  <c:v>2.3896627300000001E-4</c:v>
                </c:pt>
                <c:pt idx="75">
                  <c:v>2.2187862900000001E-4</c:v>
                </c:pt>
                <c:pt idx="76">
                  <c:v>2.1638617199999999E-4</c:v>
                </c:pt>
                <c:pt idx="77">
                  <c:v>1.8099033799999999E-4</c:v>
                </c:pt>
                <c:pt idx="78">
                  <c:v>2.06011531E-4</c:v>
                </c:pt>
                <c:pt idx="79">
                  <c:v>1.95026617E-4</c:v>
                </c:pt>
                <c:pt idx="80">
                  <c:v>1.71836243E-4</c:v>
                </c:pt>
                <c:pt idx="81">
                  <c:v>2.37745727E-4</c:v>
                </c:pt>
                <c:pt idx="82">
                  <c:v>2.9450111599999999E-4</c:v>
                </c:pt>
                <c:pt idx="83">
                  <c:v>1.9258552499999999E-4</c:v>
                </c:pt>
                <c:pt idx="84">
                  <c:v>2.60325828E-4</c:v>
                </c:pt>
                <c:pt idx="85">
                  <c:v>2.2004781E-4</c:v>
                </c:pt>
                <c:pt idx="86">
                  <c:v>2.0906289600000001E-4</c:v>
                </c:pt>
                <c:pt idx="87">
                  <c:v>3.5552841599999999E-4</c:v>
                </c:pt>
                <c:pt idx="88">
                  <c:v>2.9999357300000001E-4</c:v>
                </c:pt>
                <c:pt idx="89">
                  <c:v>3.0548602999999998E-4</c:v>
                </c:pt>
                <c:pt idx="90">
                  <c:v>3.45153775E-4</c:v>
                </c:pt>
                <c:pt idx="91">
                  <c:v>2.5727446299999998E-4</c:v>
                </c:pt>
                <c:pt idx="92">
                  <c:v>2.5544364399999997E-4</c:v>
                </c:pt>
                <c:pt idx="93">
                  <c:v>2.6276692000000001E-4</c:v>
                </c:pt>
                <c:pt idx="94">
                  <c:v>2.4628954899999999E-4</c:v>
                </c:pt>
                <c:pt idx="95">
                  <c:v>2.2248890199999999E-4</c:v>
                </c:pt>
                <c:pt idx="96">
                  <c:v>2.7131074199999999E-4</c:v>
                </c:pt>
                <c:pt idx="97">
                  <c:v>2.35914908E-4</c:v>
                </c:pt>
                <c:pt idx="98">
                  <c:v>2.6520801200000002E-4</c:v>
                </c:pt>
                <c:pt idx="99">
                  <c:v>1.63902694E-4</c:v>
                </c:pt>
                <c:pt idx="100">
                  <c:v>3.1219903300000001E-4</c:v>
                </c:pt>
                <c:pt idx="101">
                  <c:v>1.7488760799999999E-4</c:v>
                </c:pt>
                <c:pt idx="102">
                  <c:v>1.6817460499999999E-4</c:v>
                </c:pt>
                <c:pt idx="103">
                  <c:v>2.7131074199999999E-4</c:v>
                </c:pt>
                <c:pt idx="104">
                  <c:v>1.6817460499999999E-4</c:v>
                </c:pt>
                <c:pt idx="105">
                  <c:v>1.33999317E-4</c:v>
                </c:pt>
                <c:pt idx="106">
                  <c:v>2.8168538299999998E-4</c:v>
                </c:pt>
                <c:pt idx="107">
                  <c:v>2.6581828500000002E-4</c:v>
                </c:pt>
                <c:pt idx="108" formatCode="0.00E+00">
                  <c:v>9.4941845000000403E-5</c:v>
                </c:pt>
                <c:pt idx="109">
                  <c:v>2.4751009499999999E-4</c:v>
                </c:pt>
                <c:pt idx="110">
                  <c:v>1.7488760799999999E-4</c:v>
                </c:pt>
                <c:pt idx="111">
                  <c:v>2.1638617199999999E-4</c:v>
                </c:pt>
                <c:pt idx="112">
                  <c:v>2.6886964999999998E-4</c:v>
                </c:pt>
                <c:pt idx="113">
                  <c:v>2.5788473599999999E-4</c:v>
                </c:pt>
                <c:pt idx="114">
                  <c:v>1.8770334099999999E-4</c:v>
                </c:pt>
                <c:pt idx="115">
                  <c:v>1.9624716300000001E-4</c:v>
                </c:pt>
                <c:pt idx="116">
                  <c:v>1.8587252200000001E-4</c:v>
                </c:pt>
                <c:pt idx="117">
                  <c:v>2.25540267E-4</c:v>
                </c:pt>
                <c:pt idx="118">
                  <c:v>2.4140736499999999E-4</c:v>
                </c:pt>
                <c:pt idx="119">
                  <c:v>1.6268214799999999E-4</c:v>
                </c:pt>
                <c:pt idx="120">
                  <c:v>1.5718969099999999E-4</c:v>
                </c:pt>
                <c:pt idx="121">
                  <c:v>1.9319579799999999E-4</c:v>
                </c:pt>
                <c:pt idx="122">
                  <c:v>2.2126835600000001E-4</c:v>
                </c:pt>
                <c:pt idx="123">
                  <c:v>2.43238184E-4</c:v>
                </c:pt>
                <c:pt idx="124">
                  <c:v>2.5056146000000001E-4</c:v>
                </c:pt>
                <c:pt idx="125">
                  <c:v>2.48120368E-4</c:v>
                </c:pt>
                <c:pt idx="126" formatCode="0.00E+00">
                  <c:v>9.9824029000000397E-5</c:v>
                </c:pt>
                <c:pt idx="127">
                  <c:v>2.6764910399999998E-4</c:v>
                </c:pt>
                <c:pt idx="128">
                  <c:v>1.70615697E-4</c:v>
                </c:pt>
                <c:pt idx="129">
                  <c:v>2.5971555499999999E-4</c:v>
                </c:pt>
                <c:pt idx="130">
                  <c:v>2.01129347E-4</c:v>
                </c:pt>
                <c:pt idx="131">
                  <c:v>2.6703883099999997E-4</c:v>
                </c:pt>
                <c:pt idx="132">
                  <c:v>2.7497238000000001E-4</c:v>
                </c:pt>
                <c:pt idx="133">
                  <c:v>2.4140736499999999E-4</c:v>
                </c:pt>
                <c:pt idx="134">
                  <c:v>2.1760671799999999E-4</c:v>
                </c:pt>
                <c:pt idx="135">
                  <c:v>2.06011531E-4</c:v>
                </c:pt>
                <c:pt idx="136">
                  <c:v>1.82821157E-4</c:v>
                </c:pt>
                <c:pt idx="137">
                  <c:v>2.5483337100000003E-4</c:v>
                </c:pt>
                <c:pt idx="138">
                  <c:v>2.6764910399999998E-4</c:v>
                </c:pt>
                <c:pt idx="139">
                  <c:v>1.4315341200000001E-4</c:v>
                </c:pt>
                <c:pt idx="140">
                  <c:v>2.7924429099999997E-4</c:v>
                </c:pt>
                <c:pt idx="141">
                  <c:v>2.8229565599999999E-4</c:v>
                </c:pt>
                <c:pt idx="142">
                  <c:v>2.4567927599999999E-4</c:v>
                </c:pt>
                <c:pt idx="143">
                  <c:v>2.5910528199999999E-4</c:v>
                </c:pt>
                <c:pt idx="144">
                  <c:v>2.7741347200000002E-4</c:v>
                </c:pt>
                <c:pt idx="145">
                  <c:v>2.5544364399999997E-4</c:v>
                </c:pt>
                <c:pt idx="146">
                  <c:v>2.7436210700000001E-4</c:v>
                </c:pt>
                <c:pt idx="147">
                  <c:v>3.0487575699999998E-4</c:v>
                </c:pt>
                <c:pt idx="148">
                  <c:v>2.9877302700000001E-4</c:v>
                </c:pt>
                <c:pt idx="149">
                  <c:v>3.1708121699999998E-4</c:v>
                </c:pt>
                <c:pt idx="150">
                  <c:v>2.6459773900000002E-4</c:v>
                </c:pt>
                <c:pt idx="151">
                  <c:v>1.59630783E-4</c:v>
                </c:pt>
                <c:pt idx="152">
                  <c:v>2.4506900299999998E-4</c:v>
                </c:pt>
                <c:pt idx="153">
                  <c:v>1.6756433200000001E-4</c:v>
                </c:pt>
                <c:pt idx="154">
                  <c:v>2.7680319900000002E-4</c:v>
                </c:pt>
                <c:pt idx="155">
                  <c:v>2.7436210700000001E-4</c:v>
                </c:pt>
                <c:pt idx="156">
                  <c:v>2.9389084299999999E-4</c:v>
                </c:pt>
                <c:pt idx="157">
                  <c:v>3.45153775E-4</c:v>
                </c:pt>
                <c:pt idx="158">
                  <c:v>2.5361282500000002E-4</c:v>
                </c:pt>
                <c:pt idx="159">
                  <c:v>1.9197525199999999E-4</c:v>
                </c:pt>
                <c:pt idx="160">
                  <c:v>2.37135454E-4</c:v>
                </c:pt>
                <c:pt idx="161">
                  <c:v>2.5422309800000002E-4</c:v>
                </c:pt>
                <c:pt idx="162">
                  <c:v>3.21963401E-4</c:v>
                </c:pt>
                <c:pt idx="163">
                  <c:v>1.3094795200000001E-4</c:v>
                </c:pt>
                <c:pt idx="164">
                  <c:v>1.5413832600000001E-4</c:v>
                </c:pt>
                <c:pt idx="165">
                  <c:v>2.84736748E-4</c:v>
                </c:pt>
                <c:pt idx="166">
                  <c:v>2.9999357300000001E-4</c:v>
                </c:pt>
                <c:pt idx="167">
                  <c:v>2.5422309800000002E-4</c:v>
                </c:pt>
                <c:pt idx="168">
                  <c:v>2.13334807E-4</c:v>
                </c:pt>
                <c:pt idx="169">
                  <c:v>2.3286354300000001E-4</c:v>
                </c:pt>
                <c:pt idx="170">
                  <c:v>2.8351620199999999E-4</c:v>
                </c:pt>
                <c:pt idx="171">
                  <c:v>3.0182439200000002E-4</c:v>
                </c:pt>
                <c:pt idx="172">
                  <c:v>1.8526224900000001E-4</c:v>
                </c:pt>
                <c:pt idx="173">
                  <c:v>1.8038006499999999E-4</c:v>
                </c:pt>
                <c:pt idx="174">
                  <c:v>2.30422451E-4</c:v>
                </c:pt>
                <c:pt idx="175">
                  <c:v>2.2004781E-4</c:v>
                </c:pt>
                <c:pt idx="176">
                  <c:v>1.59630783E-4</c:v>
                </c:pt>
                <c:pt idx="177">
                  <c:v>3.2318394700000001E-4</c:v>
                </c:pt>
                <c:pt idx="178">
                  <c:v>1.6939515099999999E-4</c:v>
                </c:pt>
                <c:pt idx="179">
                  <c:v>2.06621804E-4</c:v>
                </c:pt>
                <c:pt idx="180">
                  <c:v>2.1668186799999999E-3</c:v>
                </c:pt>
                <c:pt idx="181">
                  <c:v>6.7121319840000001E-3</c:v>
                </c:pt>
                <c:pt idx="182">
                  <c:v>5.5367461859999996E-3</c:v>
                </c:pt>
                <c:pt idx="183">
                  <c:v>3.74742575E-3</c:v>
                </c:pt>
                <c:pt idx="184">
                  <c:v>8.7101657860000001E-3</c:v>
                </c:pt>
                <c:pt idx="185">
                  <c:v>2.1851268699999999E-3</c:v>
                </c:pt>
                <c:pt idx="186">
                  <c:v>-3.1443872390000001E-3</c:v>
                </c:pt>
                <c:pt idx="187">
                  <c:v>-2.98998817E-3</c:v>
                </c:pt>
                <c:pt idx="188">
                  <c:v>-3.1114324970000001E-3</c:v>
                </c:pt>
                <c:pt idx="189">
                  <c:v>-2.260101662E-3</c:v>
                </c:pt>
                <c:pt idx="190">
                  <c:v>-2.1386573349999999E-3</c:v>
                </c:pt>
                <c:pt idx="191">
                  <c:v>-1.554015801E-3</c:v>
                </c:pt>
                <c:pt idx="192">
                  <c:v>-1.412432465E-3</c:v>
                </c:pt>
                <c:pt idx="193">
                  <c:v>-8.7844358999999896E-4</c:v>
                </c:pt>
                <c:pt idx="194">
                  <c:v>-9.4740443899999998E-4</c:v>
                </c:pt>
                <c:pt idx="195">
                  <c:v>-7.8629236700000001E-4</c:v>
                </c:pt>
                <c:pt idx="196">
                  <c:v>-8.7112031400000001E-4</c:v>
                </c:pt>
                <c:pt idx="197">
                  <c:v>-4.9092023499999998E-4</c:v>
                </c:pt>
                <c:pt idx="198">
                  <c:v>-4.2073883999999999E-4</c:v>
                </c:pt>
                <c:pt idx="199">
                  <c:v>-1.89445373E-4</c:v>
                </c:pt>
                <c:pt idx="200">
                  <c:v>-4.5308330900000002E-4</c:v>
                </c:pt>
                <c:pt idx="201">
                  <c:v>-1.11940702E-4</c:v>
                </c:pt>
                <c:pt idx="202">
                  <c:v>-3.0722806200000002E-4</c:v>
                </c:pt>
                <c:pt idx="203">
                  <c:v>-5.6110163000000002E-4</c:v>
                </c:pt>
                <c:pt idx="204">
                  <c:v>3.08537395E-4</c:v>
                </c:pt>
                <c:pt idx="205" formatCode="0.00E+00">
                  <c:v>6.9310379000000206E-5</c:v>
                </c:pt>
                <c:pt idx="206">
                  <c:v>1.88313614E-4</c:v>
                </c:pt>
                <c:pt idx="207">
                  <c:v>1.9075470600000001E-4</c:v>
                </c:pt>
                <c:pt idx="208">
                  <c:v>3.4088186399999998E-4</c:v>
                </c:pt>
                <c:pt idx="209">
                  <c:v>2.7924429099999997E-4</c:v>
                </c:pt>
                <c:pt idx="210">
                  <c:v>2.48120368E-4</c:v>
                </c:pt>
                <c:pt idx="211">
                  <c:v>2.3957654600000001E-4</c:v>
                </c:pt>
                <c:pt idx="212">
                  <c:v>3.5857978100000001E-4</c:v>
                </c:pt>
                <c:pt idx="213">
                  <c:v>2.8229565599999999E-4</c:v>
                </c:pt>
                <c:pt idx="214">
                  <c:v>3.5308732399999998E-4</c:v>
                </c:pt>
                <c:pt idx="215">
                  <c:v>1.7305678900000001E-4</c:v>
                </c:pt>
                <c:pt idx="216">
                  <c:v>3.33558588E-4</c:v>
                </c:pt>
                <c:pt idx="217">
                  <c:v>2.2920190499999999E-4</c:v>
                </c:pt>
                <c:pt idx="218">
                  <c:v>3.3783049900000002E-4</c:v>
                </c:pt>
                <c:pt idx="219">
                  <c:v>2.0771085489999998E-3</c:v>
                </c:pt>
                <c:pt idx="220">
                  <c:v>7.7605809979999999E-3</c:v>
                </c:pt>
                <c:pt idx="221">
                  <c:v>3.1517993019999999E-3</c:v>
                </c:pt>
                <c:pt idx="222">
                  <c:v>3.5826520399999998E-3</c:v>
                </c:pt>
                <c:pt idx="223">
                  <c:v>5.4366614139999998E-3</c:v>
                </c:pt>
                <c:pt idx="224">
                  <c:v>4.1660730280000001E-3</c:v>
                </c:pt>
                <c:pt idx="225">
                  <c:v>-1.5552363469999999E-3</c:v>
                </c:pt>
                <c:pt idx="226">
                  <c:v>-2.5975826309999998E-3</c:v>
                </c:pt>
                <c:pt idx="227">
                  <c:v>-3.0259942769999999E-3</c:v>
                </c:pt>
                <c:pt idx="228">
                  <c:v>-2.515195776E-3</c:v>
                </c:pt>
                <c:pt idx="229">
                  <c:v>-1.9702219869999998E-3</c:v>
                </c:pt>
                <c:pt idx="230">
                  <c:v>-1.1909033659999999E-3</c:v>
                </c:pt>
                <c:pt idx="231">
                  <c:v>-1.4306462500000001E-4</c:v>
                </c:pt>
                <c:pt idx="232">
                  <c:v>-1.686445042E-3</c:v>
                </c:pt>
                <c:pt idx="233">
                  <c:v>-1.052371395E-3</c:v>
                </c:pt>
                <c:pt idx="234">
                  <c:v>-1.049930303E-3</c:v>
                </c:pt>
                <c:pt idx="235">
                  <c:v>-6.9963360100000005E-4</c:v>
                </c:pt>
                <c:pt idx="236">
                  <c:v>-7.23434248E-4</c:v>
                </c:pt>
                <c:pt idx="237">
                  <c:v>-3.5849099399999998E-4</c:v>
                </c:pt>
                <c:pt idx="238">
                  <c:v>-4.1707720200000002E-4</c:v>
                </c:pt>
                <c:pt idx="239">
                  <c:v>-2.4803158100000002E-4</c:v>
                </c:pt>
                <c:pt idx="240">
                  <c:v>-2.2850284499999999E-4</c:v>
                </c:pt>
                <c:pt idx="241" formatCode="0.00E+00">
                  <c:v>-3.26052119999998E-5</c:v>
                </c:pt>
                <c:pt idx="242" formatCode="0.00E+00">
                  <c:v>-4.2369579999999899E-5</c:v>
                </c:pt>
                <c:pt idx="243">
                  <c:v>1.76718427E-4</c:v>
                </c:pt>
                <c:pt idx="244">
                  <c:v>-4.5186276300000002E-4</c:v>
                </c:pt>
                <c:pt idx="245">
                  <c:v>1.0348566699999999E-4</c:v>
                </c:pt>
                <c:pt idx="246">
                  <c:v>2.48730641E-4</c:v>
                </c:pt>
                <c:pt idx="247">
                  <c:v>2.6886964999999998E-4</c:v>
                </c:pt>
                <c:pt idx="248">
                  <c:v>1.773287E-4</c:v>
                </c:pt>
                <c:pt idx="249">
                  <c:v>2.3896627300000001E-4</c:v>
                </c:pt>
                <c:pt idx="250">
                  <c:v>1.5169723399999999E-4</c:v>
                </c:pt>
                <c:pt idx="251">
                  <c:v>7.4366204400000001E-4</c:v>
                </c:pt>
                <c:pt idx="252">
                  <c:v>1.0043430199999999E-4</c:v>
                </c:pt>
                <c:pt idx="253" formatCode="0.00E+00">
                  <c:v>8.4567204000000302E-5</c:v>
                </c:pt>
                <c:pt idx="254">
                  <c:v>3.2501476600000002E-4</c:v>
                </c:pt>
                <c:pt idx="255">
                  <c:v>2.385906687E-3</c:v>
                </c:pt>
                <c:pt idx="256">
                  <c:v>3.3440352970000001E-3</c:v>
                </c:pt>
                <c:pt idx="257">
                  <c:v>1.698129016E-3</c:v>
                </c:pt>
                <c:pt idx="258">
                  <c:v>1.4973491990000001E-3</c:v>
                </c:pt>
                <c:pt idx="259">
                  <c:v>-8.0399028399999895E-4</c:v>
                </c:pt>
                <c:pt idx="260">
                  <c:v>6.4845945600000001E-4</c:v>
                </c:pt>
                <c:pt idx="261">
                  <c:v>-5.3547016400000002E-4</c:v>
                </c:pt>
                <c:pt idx="262">
                  <c:v>5.7034451199999999E-4</c:v>
                </c:pt>
                <c:pt idx="263">
                  <c:v>3.287279908E-3</c:v>
                </c:pt>
                <c:pt idx="264">
                  <c:v>2.023404525E-3</c:v>
                </c:pt>
                <c:pt idx="265">
                  <c:v>-1.3391997049999999E-3</c:v>
                </c:pt>
                <c:pt idx="266">
                  <c:v>-1.054202214E-3</c:v>
                </c:pt>
                <c:pt idx="267">
                  <c:v>5.0687612000000003E-4</c:v>
                </c:pt>
                <c:pt idx="268">
                  <c:v>-8.13754651999999E-4</c:v>
                </c:pt>
                <c:pt idx="269">
                  <c:v>-1.312347693E-3</c:v>
                </c:pt>
                <c:pt idx="270">
                  <c:v>4.7270083199999998E-4</c:v>
                </c:pt>
                <c:pt idx="271">
                  <c:v>-8.6135594599999997E-4</c:v>
                </c:pt>
                <c:pt idx="272">
                  <c:v>-8.4121693699999896E-4</c:v>
                </c:pt>
                <c:pt idx="273">
                  <c:v>-6.9841305500000005E-4</c:v>
                </c:pt>
                <c:pt idx="274">
                  <c:v>-5.2509552300000002E-4</c:v>
                </c:pt>
                <c:pt idx="275">
                  <c:v>-4.0609228799999997E-4</c:v>
                </c:pt>
                <c:pt idx="276">
                  <c:v>-2.8403768800000002E-4</c:v>
                </c:pt>
                <c:pt idx="277">
                  <c:v>-3.8473273299999999E-4</c:v>
                </c:pt>
                <c:pt idx="278">
                  <c:v>-1.2597698100000001E-4</c:v>
                </c:pt>
                <c:pt idx="279">
                  <c:v>-1.20484524E-4</c:v>
                </c:pt>
                <c:pt idx="280" formatCode="0.00E+00">
                  <c:v>-6.9737459999995797E-6</c:v>
                </c:pt>
                <c:pt idx="281">
                  <c:v>-2.8220686900000001E-4</c:v>
                </c:pt>
                <c:pt idx="282">
                  <c:v>-7.0817742299999998E-4</c:v>
                </c:pt>
                <c:pt idx="283">
                  <c:v>2.8168538299999998E-4</c:v>
                </c:pt>
                <c:pt idx="284">
                  <c:v>1.4681505E-4</c:v>
                </c:pt>
                <c:pt idx="285">
                  <c:v>3.8909343099999998E-4</c:v>
                </c:pt>
                <c:pt idx="286" formatCode="0.00E+00">
                  <c:v>7.7854201000000095E-5</c:v>
                </c:pt>
                <c:pt idx="287">
                  <c:v>5.5081577600000001E-4</c:v>
                </c:pt>
                <c:pt idx="288">
                  <c:v>4.7575219699999999E-4</c:v>
                </c:pt>
                <c:pt idx="289">
                  <c:v>1.6207187499999999E-4</c:v>
                </c:pt>
                <c:pt idx="290">
                  <c:v>2.0173962E-4</c:v>
                </c:pt>
                <c:pt idx="291">
                  <c:v>1.41932866E-4</c:v>
                </c:pt>
                <c:pt idx="292">
                  <c:v>1.82210884E-4</c:v>
                </c:pt>
                <c:pt idx="293">
                  <c:v>1.0043430199999999E-4</c:v>
                </c:pt>
                <c:pt idx="294">
                  <c:v>1.63902694E-4</c:v>
                </c:pt>
                <c:pt idx="295">
                  <c:v>1.4437395799999999E-4</c:v>
                </c:pt>
                <c:pt idx="296">
                  <c:v>3.2501476600000002E-4</c:v>
                </c:pt>
                <c:pt idx="297">
                  <c:v>4.0007834499999998E-4</c:v>
                </c:pt>
                <c:pt idx="298">
                  <c:v>3.2501476600000002E-4</c:v>
                </c:pt>
                <c:pt idx="299">
                  <c:v>5.2701512899999995E-4</c:v>
                </c:pt>
                <c:pt idx="300" formatCode="0.00E+00">
                  <c:v>4.9781643000000097E-5</c:v>
                </c:pt>
                <c:pt idx="301">
                  <c:v>3.5003595900000002E-4</c:v>
                </c:pt>
                <c:pt idx="302">
                  <c:v>-2.5962676800000002E-4</c:v>
                </c:pt>
                <c:pt idx="303" formatCode="0.00E+00">
                  <c:v>3.40089500000008E-6</c:v>
                </c:pt>
                <c:pt idx="304">
                  <c:v>2.4506900299999998E-4</c:v>
                </c:pt>
                <c:pt idx="305">
                  <c:v>2.7070046899999999E-4</c:v>
                </c:pt>
                <c:pt idx="306">
                  <c:v>1.3827122799999999E-4</c:v>
                </c:pt>
                <c:pt idx="307">
                  <c:v>1.3972644270000001E-3</c:v>
                </c:pt>
                <c:pt idx="308">
                  <c:v>1.563868956E-3</c:v>
                </c:pt>
                <c:pt idx="309">
                  <c:v>6.8629638199999997E-4</c:v>
                </c:pt>
                <c:pt idx="310">
                  <c:v>5.4288222700000003E-4</c:v>
                </c:pt>
                <c:pt idx="311" formatCode="0.00E+00">
                  <c:v>8.9449388000000296E-5</c:v>
                </c:pt>
                <c:pt idx="312">
                  <c:v>-1.29028346E-4</c:v>
                </c:pt>
                <c:pt idx="313">
                  <c:v>-3.9327655500000003E-4</c:v>
                </c:pt>
                <c:pt idx="314">
                  <c:v>-2.55354857E-4</c:v>
                </c:pt>
                <c:pt idx="315" formatCode="0.00E+00">
                  <c:v>-4.9082582999999597E-5</c:v>
                </c:pt>
                <c:pt idx="316" formatCode="0.00E+00">
                  <c:v>-3.4436030999999998E-5</c:v>
                </c:pt>
                <c:pt idx="317">
                  <c:v>2.5666418999999998E-4</c:v>
                </c:pt>
                <c:pt idx="318">
                  <c:v>1.1983154289999999E-3</c:v>
                </c:pt>
                <c:pt idx="319">
                  <c:v>-2.2362066099999999E-4</c:v>
                </c:pt>
                <c:pt idx="320">
                  <c:v>4.0801189400000001E-4</c:v>
                </c:pt>
                <c:pt idx="321">
                  <c:v>6.0818143800000005E-4</c:v>
                </c:pt>
                <c:pt idx="322" formatCode="0.00E+00">
                  <c:v>2.41501770000003E-5</c:v>
                </c:pt>
                <c:pt idx="323">
                  <c:v>-3.2126434100000003E-4</c:v>
                </c:pt>
                <c:pt idx="324" formatCode="0.00E+00">
                  <c:v>3.4524818000000401E-5</c:v>
                </c:pt>
                <c:pt idx="325">
                  <c:v>1.154375773E-3</c:v>
                </c:pt>
                <c:pt idx="326">
                  <c:v>-7.2953697799999905E-4</c:v>
                </c:pt>
                <c:pt idx="327">
                  <c:v>4.3425363300000002E-4</c:v>
                </c:pt>
                <c:pt idx="328">
                  <c:v>6.3015126600000004E-4</c:v>
                </c:pt>
                <c:pt idx="329">
                  <c:v>1.101282022E-3</c:v>
                </c:pt>
                <c:pt idx="330">
                  <c:v>2.125930389E-3</c:v>
                </c:pt>
                <c:pt idx="331">
                  <c:v>1.0048588880000001E-3</c:v>
                </c:pt>
                <c:pt idx="332">
                  <c:v>1.9935011479999998E-3</c:v>
                </c:pt>
                <c:pt idx="333">
                  <c:v>1.061614277E-3</c:v>
                </c:pt>
                <c:pt idx="334">
                  <c:v>4.8246520000000002E-4</c:v>
                </c:pt>
                <c:pt idx="335" formatCode="0.00E+00">
                  <c:v>6.0156284000000198E-5</c:v>
                </c:pt>
                <c:pt idx="336">
                  <c:v>-1.005380374E-3</c:v>
                </c:pt>
                <c:pt idx="337">
                  <c:v>-6.5020148799999999E-4</c:v>
                </c:pt>
                <c:pt idx="338">
                  <c:v>-5.7452763599999998E-4</c:v>
                </c:pt>
                <c:pt idx="339">
                  <c:v>-5.0373596799999998E-4</c:v>
                </c:pt>
                <c:pt idx="340">
                  <c:v>-4.12195018E-4</c:v>
                </c:pt>
                <c:pt idx="341">
                  <c:v>-3.28587617E-4</c:v>
                </c:pt>
                <c:pt idx="342">
                  <c:v>1.3460959E-4</c:v>
                </c:pt>
                <c:pt idx="343">
                  <c:v>1.07757578E-4</c:v>
                </c:pt>
                <c:pt idx="344">
                  <c:v>4.0801189400000001E-4</c:v>
                </c:pt>
                <c:pt idx="345" formatCode="0.00E+00">
                  <c:v>-2.0915619999999901E-6</c:v>
                </c:pt>
                <c:pt idx="346">
                  <c:v>1.35830136E-4</c:v>
                </c:pt>
                <c:pt idx="347" formatCode="0.00E+00">
                  <c:v>-2.8333300999999801E-5</c:v>
                </c:pt>
                <c:pt idx="348" formatCode="0.00E+00">
                  <c:v>7.41925630000002E-5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62BE-6948-A6F2-D650C7CB6CE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18348944"/>
        <c:axId val="1518347984"/>
      </c:scatterChart>
      <c:valAx>
        <c:axId val="1518348944"/>
        <c:scaling>
          <c:orientation val="minMax"/>
          <c:max val="5.000000000000001E-3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rgbClr val="BFBFBF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18347984"/>
        <c:crosses val="autoZero"/>
        <c:crossBetween val="midCat"/>
      </c:valAx>
      <c:valAx>
        <c:axId val="1518347984"/>
        <c:scaling>
          <c:orientation val="minMax"/>
          <c:min val="-1.0000000000000002E-2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rgbClr val="BFBFBF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18348944"/>
        <c:crosses val="autoZero"/>
        <c:crossBetween val="midCat"/>
      </c:valAx>
    </c:plotArea>
    <c:plotVisOnly val="1"/>
    <c:dispBlanksAs val="gap"/>
    <c:showDLblsOverMax val="0"/>
    <c:extLst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>
          <a:solidFill>
            <a:schemeClr val="tx1"/>
          </a:solidFill>
          <a:latin typeface="Times New Roman" panose="02020603050405020304" pitchFamily="18" charset="0"/>
          <a:cs typeface="Times New Roman" panose="02020603050405020304" pitchFamily="18" charset="0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MX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3242175925925925"/>
          <c:y val="0.12935185185185186"/>
          <c:w val="0.81968865740740737"/>
          <c:h val="0.74129629629629634"/>
        </c:manualLayout>
      </c:layout>
      <c:scatterChart>
        <c:scatterStyle val="smoothMarker"/>
        <c:varyColors val="0"/>
        <c:ser>
          <c:idx val="0"/>
          <c:order val="0"/>
          <c:spPr>
            <a:ln w="12700" cap="rnd">
              <a:solidFill>
                <a:srgbClr val="0070C0"/>
              </a:solidFill>
              <a:round/>
            </a:ln>
            <a:effectLst/>
          </c:spPr>
          <c:marker>
            <c:symbol val="none"/>
          </c:marker>
          <c:xVal>
            <c:numRef>
              <c:f>'0.3'!$L$2:$L$350</c:f>
              <c:numCache>
                <c:formatCode>General</c:formatCode>
                <c:ptCount val="349"/>
                <c:pt idx="0">
                  <c:v>0</c:v>
                </c:pt>
                <c:pt idx="1">
                  <c:v>1.9531631499702939E-5</c:v>
                </c:pt>
                <c:pt idx="2">
                  <c:v>3.9063262899929896E-5</c:v>
                </c:pt>
                <c:pt idx="3">
                  <c:v>5.8594894399632835E-5</c:v>
                </c:pt>
                <c:pt idx="4">
                  <c:v>7.8126525899335775E-5</c:v>
                </c:pt>
                <c:pt idx="5">
                  <c:v>9.7658157399038714E-5</c:v>
                </c:pt>
                <c:pt idx="6">
                  <c:v>1.1718978889874165E-4</c:v>
                </c:pt>
                <c:pt idx="7">
                  <c:v>1.3672142029896861E-4</c:v>
                </c:pt>
                <c:pt idx="8">
                  <c:v>1.5625305179867155E-4</c:v>
                </c:pt>
                <c:pt idx="9">
                  <c:v>1.7578468330015085E-4</c:v>
                </c:pt>
                <c:pt idx="10">
                  <c:v>1.9531631479985379E-4</c:v>
                </c:pt>
                <c:pt idx="11">
                  <c:v>2.1484794620008074E-4</c:v>
                </c:pt>
                <c:pt idx="12">
                  <c:v>2.3437957769978368E-4</c:v>
                </c:pt>
                <c:pt idx="13">
                  <c:v>2.5391120919948662E-4</c:v>
                </c:pt>
                <c:pt idx="14">
                  <c:v>2.7344284069918956E-4</c:v>
                </c:pt>
                <c:pt idx="15">
                  <c:v>2.9297447209941652E-4</c:v>
                </c:pt>
                <c:pt idx="16">
                  <c:v>3.1250610359911946E-4</c:v>
                </c:pt>
                <c:pt idx="17">
                  <c:v>3.320377350988224E-4</c:v>
                </c:pt>
                <c:pt idx="18">
                  <c:v>3.5156936659852533E-4</c:v>
                </c:pt>
                <c:pt idx="19">
                  <c:v>3.7110099810000463E-4</c:v>
                </c:pt>
                <c:pt idx="20">
                  <c:v>3.9063262949845523E-4</c:v>
                </c:pt>
                <c:pt idx="21">
                  <c:v>4.1016426099993453E-4</c:v>
                </c:pt>
                <c:pt idx="22">
                  <c:v>4.2969589249963747E-4</c:v>
                </c:pt>
                <c:pt idx="23">
                  <c:v>4.4922752399934041E-4</c:v>
                </c:pt>
                <c:pt idx="24">
                  <c:v>4.6875915539956736E-4</c:v>
                </c:pt>
                <c:pt idx="25">
                  <c:v>4.882907868992703E-4</c:v>
                </c:pt>
                <c:pt idx="26">
                  <c:v>5.0782241839897324E-4</c:v>
                </c:pt>
                <c:pt idx="27">
                  <c:v>5.2735404989867618E-4</c:v>
                </c:pt>
                <c:pt idx="28">
                  <c:v>5.4688568140015548E-4</c:v>
                </c:pt>
                <c:pt idx="29">
                  <c:v>5.6641731279860608E-4</c:v>
                </c:pt>
                <c:pt idx="30">
                  <c:v>5.8594894430008537E-4</c:v>
                </c:pt>
                <c:pt idx="31">
                  <c:v>6.0548057579978831E-4</c:v>
                </c:pt>
                <c:pt idx="32">
                  <c:v>6.2501220729949125E-4</c:v>
                </c:pt>
                <c:pt idx="33">
                  <c:v>6.4454383869971821E-4</c:v>
                </c:pt>
                <c:pt idx="34">
                  <c:v>6.6407547019942115E-4</c:v>
                </c:pt>
                <c:pt idx="35">
                  <c:v>6.8360710169912409E-4</c:v>
                </c:pt>
                <c:pt idx="36">
                  <c:v>7.0313873319882703E-4</c:v>
                </c:pt>
                <c:pt idx="37">
                  <c:v>7.2267036459905398E-4</c:v>
                </c:pt>
                <c:pt idx="38">
                  <c:v>7.4220199609875692E-4</c:v>
                </c:pt>
                <c:pt idx="39">
                  <c:v>7.6173362759845986E-4</c:v>
                </c:pt>
                <c:pt idx="40">
                  <c:v>7.8126525909993916E-4</c:v>
                </c:pt>
                <c:pt idx="41">
                  <c:v>8.007968905996421E-4</c:v>
                </c:pt>
                <c:pt idx="42">
                  <c:v>8.2032852199986905E-4</c:v>
                </c:pt>
                <c:pt idx="43">
                  <c:v>8.3986015349957199E-4</c:v>
                </c:pt>
                <c:pt idx="44">
                  <c:v>8.5939178499927493E-4</c:v>
                </c:pt>
                <c:pt idx="45">
                  <c:v>8.7892341649897787E-4</c:v>
                </c:pt>
                <c:pt idx="46">
                  <c:v>8.9845504789920483E-4</c:v>
                </c:pt>
                <c:pt idx="47">
                  <c:v>9.1798667939890777E-4</c:v>
                </c:pt>
                <c:pt idx="48">
                  <c:v>9.3751831089861071E-4</c:v>
                </c:pt>
                <c:pt idx="49">
                  <c:v>9.5704994240009E-4</c:v>
                </c:pt>
                <c:pt idx="50">
                  <c:v>9.765815737985406E-4</c:v>
                </c:pt>
                <c:pt idx="51">
                  <c:v>9.961132053000199E-4</c:v>
                </c:pt>
                <c:pt idx="52">
                  <c:v>1.0156448367997228E-3</c:v>
                </c:pt>
                <c:pt idx="53">
                  <c:v>1.0351764682994258E-3</c:v>
                </c:pt>
                <c:pt idx="54">
                  <c:v>1.0547080997991287E-3</c:v>
                </c:pt>
                <c:pt idx="55">
                  <c:v>1.0742397311993557E-3</c:v>
                </c:pt>
                <c:pt idx="56">
                  <c:v>1.0937713626990586E-3</c:v>
                </c:pt>
                <c:pt idx="57">
                  <c:v>1.1133029941987616E-3</c:v>
                </c:pt>
                <c:pt idx="58">
                  <c:v>1.1328346256984645E-3</c:v>
                </c:pt>
                <c:pt idx="59">
                  <c:v>1.1523662570986914E-3</c:v>
                </c:pt>
                <c:pt idx="60">
                  <c:v>1.1718978886001707E-3</c:v>
                </c:pt>
                <c:pt idx="61">
                  <c:v>1.1914295200998737E-3</c:v>
                </c:pt>
                <c:pt idx="62">
                  <c:v>1.2109611515995766E-3</c:v>
                </c:pt>
                <c:pt idx="63">
                  <c:v>1.2304927830992796E-3</c:v>
                </c:pt>
                <c:pt idx="64">
                  <c:v>1.2500244144995065E-3</c:v>
                </c:pt>
                <c:pt idx="65">
                  <c:v>1.2695560459992095E-3</c:v>
                </c:pt>
                <c:pt idx="66">
                  <c:v>1.2890876774989124E-3</c:v>
                </c:pt>
                <c:pt idx="67">
                  <c:v>1.3086193089986153E-3</c:v>
                </c:pt>
                <c:pt idx="68">
                  <c:v>1.3281509403988423E-3</c:v>
                </c:pt>
                <c:pt idx="69">
                  <c:v>1.3476825718985452E-3</c:v>
                </c:pt>
                <c:pt idx="70">
                  <c:v>1.3672142034000245E-3</c:v>
                </c:pt>
                <c:pt idx="71">
                  <c:v>1.3867458348997275E-3</c:v>
                </c:pt>
                <c:pt idx="72">
                  <c:v>1.4062774662999544E-3</c:v>
                </c:pt>
                <c:pt idx="73">
                  <c:v>1.4258090977996574E-3</c:v>
                </c:pt>
                <c:pt idx="74">
                  <c:v>1.4453407292993603E-3</c:v>
                </c:pt>
                <c:pt idx="75">
                  <c:v>1.4648723607990632E-3</c:v>
                </c:pt>
                <c:pt idx="76">
                  <c:v>1.4844039922987662E-3</c:v>
                </c:pt>
                <c:pt idx="77">
                  <c:v>1.5039356236989931E-3</c:v>
                </c:pt>
                <c:pt idx="78">
                  <c:v>1.5234672551986961E-3</c:v>
                </c:pt>
                <c:pt idx="79">
                  <c:v>1.5429988867001754E-3</c:v>
                </c:pt>
                <c:pt idx="80">
                  <c:v>1.5625305181998783E-3</c:v>
                </c:pt>
                <c:pt idx="81">
                  <c:v>1.5820621496001053E-3</c:v>
                </c:pt>
                <c:pt idx="82">
                  <c:v>1.6015937810998082E-3</c:v>
                </c:pt>
                <c:pt idx="83">
                  <c:v>1.6211254125995112E-3</c:v>
                </c:pt>
                <c:pt idx="84">
                  <c:v>1.6406570440992141E-3</c:v>
                </c:pt>
                <c:pt idx="85">
                  <c:v>1.660188675598917E-3</c:v>
                </c:pt>
                <c:pt idx="86">
                  <c:v>1.679720306999144E-3</c:v>
                </c:pt>
                <c:pt idx="87">
                  <c:v>1.6992519384988469E-3</c:v>
                </c:pt>
                <c:pt idx="88">
                  <c:v>1.7187835699985499E-3</c:v>
                </c:pt>
                <c:pt idx="89">
                  <c:v>1.7383152015000292E-3</c:v>
                </c:pt>
                <c:pt idx="90">
                  <c:v>1.7578468328984798E-3</c:v>
                </c:pt>
                <c:pt idx="91">
                  <c:v>1.7773784643999591E-3</c:v>
                </c:pt>
                <c:pt idx="92">
                  <c:v>1.796910095899662E-3</c:v>
                </c:pt>
                <c:pt idx="93">
                  <c:v>1.8164417273993649E-3</c:v>
                </c:pt>
                <c:pt idx="94">
                  <c:v>1.8359733587995919E-3</c:v>
                </c:pt>
                <c:pt idx="95">
                  <c:v>1.8555049902992948E-3</c:v>
                </c:pt>
                <c:pt idx="96">
                  <c:v>1.8750366217989978E-3</c:v>
                </c:pt>
                <c:pt idx="97">
                  <c:v>1.8945682532987007E-3</c:v>
                </c:pt>
                <c:pt idx="98">
                  <c:v>1.91409988480018E-3</c:v>
                </c:pt>
                <c:pt idx="99">
                  <c:v>1.9336315161986306E-3</c:v>
                </c:pt>
                <c:pt idx="100">
                  <c:v>1.9531631477001099E-3</c:v>
                </c:pt>
                <c:pt idx="101">
                  <c:v>1.9726947791998128E-3</c:v>
                </c:pt>
                <c:pt idx="102">
                  <c:v>1.9922264106995158E-3</c:v>
                </c:pt>
                <c:pt idx="103">
                  <c:v>2.0117580420997427E-3</c:v>
                </c:pt>
                <c:pt idx="104">
                  <c:v>2.0312896735994457E-3</c:v>
                </c:pt>
                <c:pt idx="105">
                  <c:v>2.0508213050991486E-3</c:v>
                </c:pt>
                <c:pt idx="106">
                  <c:v>2.0703529365988516E-3</c:v>
                </c:pt>
                <c:pt idx="107">
                  <c:v>2.0898845680985545E-3</c:v>
                </c:pt>
                <c:pt idx="108">
                  <c:v>2.1094161994987815E-3</c:v>
                </c:pt>
                <c:pt idx="109">
                  <c:v>2.1289478309984844E-3</c:v>
                </c:pt>
                <c:pt idx="110">
                  <c:v>2.1484794624999637E-3</c:v>
                </c:pt>
                <c:pt idx="111">
                  <c:v>2.1680110939996666E-3</c:v>
                </c:pt>
                <c:pt idx="112">
                  <c:v>2.1875427253998936E-3</c:v>
                </c:pt>
                <c:pt idx="113">
                  <c:v>2.2070743568995965E-3</c:v>
                </c:pt>
                <c:pt idx="114">
                  <c:v>2.2266059883992995E-3</c:v>
                </c:pt>
                <c:pt idx="115">
                  <c:v>2.2461376198990024E-3</c:v>
                </c:pt>
                <c:pt idx="116">
                  <c:v>2.2656692512992294E-3</c:v>
                </c:pt>
                <c:pt idx="117">
                  <c:v>2.2852008827989323E-3</c:v>
                </c:pt>
                <c:pt idx="118">
                  <c:v>2.3047325142986352E-3</c:v>
                </c:pt>
                <c:pt idx="119">
                  <c:v>2.3242641458001145E-3</c:v>
                </c:pt>
                <c:pt idx="120">
                  <c:v>2.3437957772998175E-3</c:v>
                </c:pt>
                <c:pt idx="121">
                  <c:v>2.3633274087000444E-3</c:v>
                </c:pt>
                <c:pt idx="122">
                  <c:v>2.3828590401997474E-3</c:v>
                </c:pt>
                <c:pt idx="123">
                  <c:v>2.4023906716994503E-3</c:v>
                </c:pt>
                <c:pt idx="124">
                  <c:v>2.4219223031991532E-3</c:v>
                </c:pt>
                <c:pt idx="125">
                  <c:v>2.4414539345993802E-3</c:v>
                </c:pt>
                <c:pt idx="126">
                  <c:v>2.4609855660990831E-3</c:v>
                </c:pt>
                <c:pt idx="127">
                  <c:v>2.4805171975987861E-3</c:v>
                </c:pt>
                <c:pt idx="128">
                  <c:v>2.500048829098489E-3</c:v>
                </c:pt>
                <c:pt idx="129">
                  <c:v>2.519580460498716E-3</c:v>
                </c:pt>
                <c:pt idx="130">
                  <c:v>2.5391120920001953E-3</c:v>
                </c:pt>
                <c:pt idx="131">
                  <c:v>2.5586437234998982E-3</c:v>
                </c:pt>
                <c:pt idx="132">
                  <c:v>2.5781753549996012E-3</c:v>
                </c:pt>
                <c:pt idx="133">
                  <c:v>2.5977069864993041E-3</c:v>
                </c:pt>
                <c:pt idx="134">
                  <c:v>2.6172386178995311E-3</c:v>
                </c:pt>
                <c:pt idx="135">
                  <c:v>2.636770249399234E-3</c:v>
                </c:pt>
                <c:pt idx="136">
                  <c:v>2.6563018808989369E-3</c:v>
                </c:pt>
                <c:pt idx="137">
                  <c:v>2.6758335123986399E-3</c:v>
                </c:pt>
                <c:pt idx="138">
                  <c:v>2.6953651437988668E-3</c:v>
                </c:pt>
                <c:pt idx="139">
                  <c:v>2.7148967752985698E-3</c:v>
                </c:pt>
                <c:pt idx="140">
                  <c:v>2.7344284068000491E-3</c:v>
                </c:pt>
                <c:pt idx="141">
                  <c:v>2.753960038299752E-3</c:v>
                </c:pt>
                <c:pt idx="142">
                  <c:v>2.7734916697994549E-3</c:v>
                </c:pt>
                <c:pt idx="143">
                  <c:v>2.7930233011996819E-3</c:v>
                </c:pt>
                <c:pt idx="144">
                  <c:v>2.8125549326993848E-3</c:v>
                </c:pt>
                <c:pt idx="145">
                  <c:v>2.8320865641990878E-3</c:v>
                </c:pt>
                <c:pt idx="146">
                  <c:v>2.8516181956987907E-3</c:v>
                </c:pt>
                <c:pt idx="147">
                  <c:v>2.8711498270990177E-3</c:v>
                </c:pt>
                <c:pt idx="148">
                  <c:v>2.8906814585987206E-3</c:v>
                </c:pt>
                <c:pt idx="149">
                  <c:v>2.9102130901001999E-3</c:v>
                </c:pt>
                <c:pt idx="150">
                  <c:v>2.9297447215999028E-3</c:v>
                </c:pt>
                <c:pt idx="151">
                  <c:v>2.9492763530001298E-3</c:v>
                </c:pt>
                <c:pt idx="152">
                  <c:v>2.9688079844998327E-3</c:v>
                </c:pt>
                <c:pt idx="153">
                  <c:v>2.9883396159995357E-3</c:v>
                </c:pt>
                <c:pt idx="154">
                  <c:v>3.0078712474992386E-3</c:v>
                </c:pt>
                <c:pt idx="155">
                  <c:v>3.0274028789989416E-3</c:v>
                </c:pt>
                <c:pt idx="156">
                  <c:v>3.0469345103991685E-3</c:v>
                </c:pt>
                <c:pt idx="157">
                  <c:v>3.0664661418988715E-3</c:v>
                </c:pt>
                <c:pt idx="158">
                  <c:v>3.0859977733985744E-3</c:v>
                </c:pt>
                <c:pt idx="159">
                  <c:v>3.1055294049000537E-3</c:v>
                </c:pt>
                <c:pt idx="160">
                  <c:v>3.1250610362985043E-3</c:v>
                </c:pt>
                <c:pt idx="161">
                  <c:v>3.1445926677999836E-3</c:v>
                </c:pt>
                <c:pt idx="162">
                  <c:v>3.1641242992996865E-3</c:v>
                </c:pt>
                <c:pt idx="163">
                  <c:v>3.1836559307993895E-3</c:v>
                </c:pt>
                <c:pt idx="164">
                  <c:v>3.2031875621996164E-3</c:v>
                </c:pt>
                <c:pt idx="165">
                  <c:v>3.2227191936993194E-3</c:v>
                </c:pt>
                <c:pt idx="166">
                  <c:v>3.2422508251990223E-3</c:v>
                </c:pt>
                <c:pt idx="167">
                  <c:v>3.2617824566987252E-3</c:v>
                </c:pt>
                <c:pt idx="168">
                  <c:v>3.2813140882002045E-3</c:v>
                </c:pt>
                <c:pt idx="169">
                  <c:v>3.3008457195986551E-3</c:v>
                </c:pt>
                <c:pt idx="170">
                  <c:v>3.3203773511001344E-3</c:v>
                </c:pt>
                <c:pt idx="171">
                  <c:v>3.3399089825998374E-3</c:v>
                </c:pt>
                <c:pt idx="172">
                  <c:v>3.3594406140995403E-3</c:v>
                </c:pt>
                <c:pt idx="173">
                  <c:v>3.3789722454997673E-3</c:v>
                </c:pt>
                <c:pt idx="174">
                  <c:v>3.3985038769994702E-3</c:v>
                </c:pt>
                <c:pt idx="175">
                  <c:v>3.4180355084991731E-3</c:v>
                </c:pt>
                <c:pt idx="176">
                  <c:v>3.4375671399988761E-3</c:v>
                </c:pt>
                <c:pt idx="177">
                  <c:v>3.457098771498579E-3</c:v>
                </c:pt>
                <c:pt idx="178">
                  <c:v>3.476630402898806E-3</c:v>
                </c:pt>
                <c:pt idx="179">
                  <c:v>3.4961620343985089E-3</c:v>
                </c:pt>
                <c:pt idx="180">
                  <c:v>3.5156936658999882E-3</c:v>
                </c:pt>
                <c:pt idx="181">
                  <c:v>3.5352252973996912E-3</c:v>
                </c:pt>
                <c:pt idx="182">
                  <c:v>3.5547569287999181E-3</c:v>
                </c:pt>
                <c:pt idx="183">
                  <c:v>3.5742885602996211E-3</c:v>
                </c:pt>
                <c:pt idx="184">
                  <c:v>3.593820191799324E-3</c:v>
                </c:pt>
                <c:pt idx="185">
                  <c:v>3.6133518232990269E-3</c:v>
                </c:pt>
                <c:pt idx="186">
                  <c:v>3.6328834546992539E-3</c:v>
                </c:pt>
                <c:pt idx="187">
                  <c:v>3.6524150861989568E-3</c:v>
                </c:pt>
                <c:pt idx="188">
                  <c:v>3.6719467176986598E-3</c:v>
                </c:pt>
                <c:pt idx="189">
                  <c:v>3.6914783492001391E-3</c:v>
                </c:pt>
                <c:pt idx="190">
                  <c:v>3.711009980699842E-3</c:v>
                </c:pt>
                <c:pt idx="191">
                  <c:v>3.730541612100069E-3</c:v>
                </c:pt>
                <c:pt idx="192">
                  <c:v>3.7500732435997719E-3</c:v>
                </c:pt>
                <c:pt idx="193">
                  <c:v>3.7696048750994748E-3</c:v>
                </c:pt>
                <c:pt idx="194">
                  <c:v>3.7891365065991778E-3</c:v>
                </c:pt>
                <c:pt idx="195">
                  <c:v>3.8086681379994047E-3</c:v>
                </c:pt>
                <c:pt idx="196">
                  <c:v>3.8281997694991077E-3</c:v>
                </c:pt>
                <c:pt idx="197">
                  <c:v>3.8477314009988106E-3</c:v>
                </c:pt>
                <c:pt idx="198">
                  <c:v>3.8672630324985136E-3</c:v>
                </c:pt>
                <c:pt idx="199">
                  <c:v>3.8867946639999928E-3</c:v>
                </c:pt>
                <c:pt idx="200">
                  <c:v>3.9063262954002198E-3</c:v>
                </c:pt>
                <c:pt idx="201">
                  <c:v>3.9258579268999227E-3</c:v>
                </c:pt>
                <c:pt idx="202">
                  <c:v>3.9453895583996257E-3</c:v>
                </c:pt>
                <c:pt idx="203">
                  <c:v>3.9649211898993286E-3</c:v>
                </c:pt>
                <c:pt idx="204">
                  <c:v>3.9844528212995556E-3</c:v>
                </c:pt>
                <c:pt idx="205">
                  <c:v>4.0039844527992585E-3</c:v>
                </c:pt>
                <c:pt idx="206">
                  <c:v>4.0235160842989615E-3</c:v>
                </c:pt>
                <c:pt idx="207">
                  <c:v>4.0430477157986644E-3</c:v>
                </c:pt>
                <c:pt idx="208">
                  <c:v>4.0625793471988914E-3</c:v>
                </c:pt>
                <c:pt idx="209">
                  <c:v>4.0821109786985943E-3</c:v>
                </c:pt>
                <c:pt idx="210">
                  <c:v>4.1016426102000736E-3</c:v>
                </c:pt>
                <c:pt idx="211">
                  <c:v>4.1211742416997765E-3</c:v>
                </c:pt>
                <c:pt idx="212">
                  <c:v>4.1407058731994795E-3</c:v>
                </c:pt>
                <c:pt idx="213">
                  <c:v>4.1602375045997064E-3</c:v>
                </c:pt>
                <c:pt idx="214">
                  <c:v>4.1797691360994094E-3</c:v>
                </c:pt>
                <c:pt idx="215">
                  <c:v>4.1993007675991123E-3</c:v>
                </c:pt>
                <c:pt idx="216">
                  <c:v>4.2188323990988152E-3</c:v>
                </c:pt>
                <c:pt idx="217">
                  <c:v>4.2383640304990422E-3</c:v>
                </c:pt>
                <c:pt idx="218">
                  <c:v>4.2578956619987451E-3</c:v>
                </c:pt>
                <c:pt idx="219">
                  <c:v>4.2774272934984481E-3</c:v>
                </c:pt>
                <c:pt idx="220">
                  <c:v>4.2969589249999274E-3</c:v>
                </c:pt>
                <c:pt idx="221">
                  <c:v>4.3164905564001543E-3</c:v>
                </c:pt>
                <c:pt idx="222">
                  <c:v>4.3360221878998573E-3</c:v>
                </c:pt>
                <c:pt idx="223">
                  <c:v>4.3555538193995602E-3</c:v>
                </c:pt>
                <c:pt idx="224">
                  <c:v>4.3750854508992632E-3</c:v>
                </c:pt>
                <c:pt idx="225">
                  <c:v>4.3946170823989661E-3</c:v>
                </c:pt>
                <c:pt idx="226">
                  <c:v>4.414148713799193E-3</c:v>
                </c:pt>
                <c:pt idx="227">
                  <c:v>4.433680345298896E-3</c:v>
                </c:pt>
                <c:pt idx="228">
                  <c:v>4.4532119767985989E-3</c:v>
                </c:pt>
                <c:pt idx="229">
                  <c:v>4.4727436083000782E-3</c:v>
                </c:pt>
                <c:pt idx="230">
                  <c:v>4.4922752396985288E-3</c:v>
                </c:pt>
                <c:pt idx="231">
                  <c:v>4.5118068712000081E-3</c:v>
                </c:pt>
                <c:pt idx="232">
                  <c:v>4.5313385026997111E-3</c:v>
                </c:pt>
                <c:pt idx="233">
                  <c:v>4.550870134199414E-3</c:v>
                </c:pt>
                <c:pt idx="234">
                  <c:v>4.5704017656991169E-3</c:v>
                </c:pt>
                <c:pt idx="235">
                  <c:v>4.5899333970993439E-3</c:v>
                </c:pt>
                <c:pt idx="236">
                  <c:v>4.6094650285990468E-3</c:v>
                </c:pt>
                <c:pt idx="237">
                  <c:v>4.6289966600987498E-3</c:v>
                </c:pt>
                <c:pt idx="238">
                  <c:v>4.6485282915984527E-3</c:v>
                </c:pt>
                <c:pt idx="239">
                  <c:v>4.6680599229986797E-3</c:v>
                </c:pt>
                <c:pt idx="240">
                  <c:v>4.687591554500159E-3</c:v>
                </c:pt>
                <c:pt idx="241">
                  <c:v>4.7071231859998619E-3</c:v>
                </c:pt>
                <c:pt idx="242">
                  <c:v>4.7266548174995648E-3</c:v>
                </c:pt>
                <c:pt idx="243">
                  <c:v>4.7461864488997918E-3</c:v>
                </c:pt>
                <c:pt idx="244">
                  <c:v>4.7657180803994947E-3</c:v>
                </c:pt>
                <c:pt idx="245">
                  <c:v>4.7852497118991977E-3</c:v>
                </c:pt>
                <c:pt idx="246">
                  <c:v>4.8047813433989006E-3</c:v>
                </c:pt>
                <c:pt idx="247">
                  <c:v>4.8243129748986036E-3</c:v>
                </c:pt>
                <c:pt idx="248">
                  <c:v>4.8438446062988305E-3</c:v>
                </c:pt>
                <c:pt idx="249">
                  <c:v>4.8633762377985335E-3</c:v>
                </c:pt>
                <c:pt idx="250">
                  <c:v>4.8829078693000127E-3</c:v>
                </c:pt>
                <c:pt idx="251">
                  <c:v>4.9024395007997157E-3</c:v>
                </c:pt>
                <c:pt idx="252">
                  <c:v>4.9219711321999426E-3</c:v>
                </c:pt>
                <c:pt idx="253">
                  <c:v>4.9415027636996456E-3</c:v>
                </c:pt>
                <c:pt idx="254">
                  <c:v>4.9610343951993485E-3</c:v>
                </c:pt>
                <c:pt idx="255">
                  <c:v>4.9805660266990515E-3</c:v>
                </c:pt>
                <c:pt idx="256">
                  <c:v>5.0000976580992784E-3</c:v>
                </c:pt>
                <c:pt idx="257">
                  <c:v>5.0196292895989814E-3</c:v>
                </c:pt>
                <c:pt idx="258">
                  <c:v>5.0391609210986843E-3</c:v>
                </c:pt>
                <c:pt idx="259">
                  <c:v>5.0586925526001636E-3</c:v>
                </c:pt>
                <c:pt idx="260">
                  <c:v>5.0782241840998665E-3</c:v>
                </c:pt>
                <c:pt idx="261">
                  <c:v>5.0977558155000935E-3</c:v>
                </c:pt>
                <c:pt idx="262">
                  <c:v>5.1172874469997964E-3</c:v>
                </c:pt>
                <c:pt idx="263">
                  <c:v>5.1368190784994994E-3</c:v>
                </c:pt>
                <c:pt idx="264">
                  <c:v>5.1563507099992023E-3</c:v>
                </c:pt>
                <c:pt idx="265">
                  <c:v>5.1758823413994293E-3</c:v>
                </c:pt>
                <c:pt idx="266">
                  <c:v>5.1954139728991322E-3</c:v>
                </c:pt>
                <c:pt idx="267">
                  <c:v>5.2149456043988351E-3</c:v>
                </c:pt>
                <c:pt idx="268">
                  <c:v>5.2344772358985381E-3</c:v>
                </c:pt>
                <c:pt idx="269">
                  <c:v>5.2540088674000174E-3</c:v>
                </c:pt>
                <c:pt idx="270">
                  <c:v>5.273540498798468E-3</c:v>
                </c:pt>
                <c:pt idx="271">
                  <c:v>5.2930721302999473E-3</c:v>
                </c:pt>
                <c:pt idx="272">
                  <c:v>5.3126037617996502E-3</c:v>
                </c:pt>
                <c:pt idx="273">
                  <c:v>5.3321353932993532E-3</c:v>
                </c:pt>
                <c:pt idx="274">
                  <c:v>5.3516670246995801E-3</c:v>
                </c:pt>
                <c:pt idx="275">
                  <c:v>5.3711986561992831E-3</c:v>
                </c:pt>
                <c:pt idx="276">
                  <c:v>5.390730287698986E-3</c:v>
                </c:pt>
                <c:pt idx="277">
                  <c:v>5.4102619191986889E-3</c:v>
                </c:pt>
                <c:pt idx="278">
                  <c:v>5.4297935505989159E-3</c:v>
                </c:pt>
                <c:pt idx="279">
                  <c:v>5.4493251820986188E-3</c:v>
                </c:pt>
                <c:pt idx="280">
                  <c:v>5.4688568136000981E-3</c:v>
                </c:pt>
                <c:pt idx="281">
                  <c:v>5.4883884450998011E-3</c:v>
                </c:pt>
                <c:pt idx="282">
                  <c:v>5.507920076599504E-3</c:v>
                </c:pt>
                <c:pt idx="283">
                  <c:v>5.527451707999731E-3</c:v>
                </c:pt>
                <c:pt idx="284">
                  <c:v>5.5469833394994339E-3</c:v>
                </c:pt>
                <c:pt idx="285">
                  <c:v>5.5665149709991368E-3</c:v>
                </c:pt>
                <c:pt idx="286">
                  <c:v>5.5860466024988398E-3</c:v>
                </c:pt>
                <c:pt idx="287">
                  <c:v>5.6055782338990667E-3</c:v>
                </c:pt>
                <c:pt idx="288">
                  <c:v>5.6251098653987697E-3</c:v>
                </c:pt>
                <c:pt idx="289">
                  <c:v>5.6446414968984726E-3</c:v>
                </c:pt>
                <c:pt idx="290">
                  <c:v>5.6641731283999519E-3</c:v>
                </c:pt>
                <c:pt idx="291">
                  <c:v>5.6837047598001789E-3</c:v>
                </c:pt>
                <c:pt idx="292">
                  <c:v>5.7032363912998818E-3</c:v>
                </c:pt>
                <c:pt idx="293">
                  <c:v>5.7227680227995847E-3</c:v>
                </c:pt>
                <c:pt idx="294">
                  <c:v>5.7422996542992877E-3</c:v>
                </c:pt>
                <c:pt idx="295">
                  <c:v>5.7618312857989906E-3</c:v>
                </c:pt>
                <c:pt idx="296">
                  <c:v>5.7813629171992176E-3</c:v>
                </c:pt>
                <c:pt idx="297">
                  <c:v>5.8008945486989205E-3</c:v>
                </c:pt>
                <c:pt idx="298">
                  <c:v>5.8204261801986235E-3</c:v>
                </c:pt>
                <c:pt idx="299">
                  <c:v>5.8399578117001028E-3</c:v>
                </c:pt>
                <c:pt idx="300">
                  <c:v>5.8594894430985534E-3</c:v>
                </c:pt>
                <c:pt idx="301">
                  <c:v>5.8790210746000326E-3</c:v>
                </c:pt>
                <c:pt idx="302">
                  <c:v>5.8985527060997356E-3</c:v>
                </c:pt>
                <c:pt idx="303">
                  <c:v>5.9180843375994385E-3</c:v>
                </c:pt>
                <c:pt idx="304">
                  <c:v>5.9376159690991415E-3</c:v>
                </c:pt>
                <c:pt idx="305">
                  <c:v>5.9571476004993684E-3</c:v>
                </c:pt>
                <c:pt idx="306">
                  <c:v>5.9766792319990714E-3</c:v>
                </c:pt>
                <c:pt idx="307">
                  <c:v>5.9962108634987743E-3</c:v>
                </c:pt>
                <c:pt idx="308">
                  <c:v>6.0157424949984772E-3</c:v>
                </c:pt>
                <c:pt idx="309">
                  <c:v>6.0352741263987042E-3</c:v>
                </c:pt>
                <c:pt idx="310">
                  <c:v>6.0548057579001835E-3</c:v>
                </c:pt>
                <c:pt idx="311">
                  <c:v>6.0743373893998864E-3</c:v>
                </c:pt>
                <c:pt idx="312">
                  <c:v>6.0938690208995894E-3</c:v>
                </c:pt>
                <c:pt idx="313">
                  <c:v>6.1134006522998163E-3</c:v>
                </c:pt>
                <c:pt idx="314">
                  <c:v>6.1329322837995193E-3</c:v>
                </c:pt>
                <c:pt idx="315">
                  <c:v>6.1524639152992222E-3</c:v>
                </c:pt>
                <c:pt idx="316">
                  <c:v>6.1719955467989251E-3</c:v>
                </c:pt>
                <c:pt idx="317">
                  <c:v>6.1915271782986281E-3</c:v>
                </c:pt>
                <c:pt idx="318">
                  <c:v>6.211058809698855E-3</c:v>
                </c:pt>
                <c:pt idx="319">
                  <c:v>6.230590441198558E-3</c:v>
                </c:pt>
                <c:pt idx="320">
                  <c:v>6.2501220727000373E-3</c:v>
                </c:pt>
                <c:pt idx="321">
                  <c:v>6.2696537041997402E-3</c:v>
                </c:pt>
                <c:pt idx="322">
                  <c:v>6.2891853355999672E-3</c:v>
                </c:pt>
                <c:pt idx="323">
                  <c:v>6.3087169670996701E-3</c:v>
                </c:pt>
                <c:pt idx="324">
                  <c:v>6.3282485985993731E-3</c:v>
                </c:pt>
                <c:pt idx="325">
                  <c:v>6.347780230099076E-3</c:v>
                </c:pt>
                <c:pt idx="326">
                  <c:v>6.3673118615987789E-3</c:v>
                </c:pt>
                <c:pt idx="327">
                  <c:v>6.3868434929990059E-3</c:v>
                </c:pt>
                <c:pt idx="328">
                  <c:v>6.4063751244987088E-3</c:v>
                </c:pt>
                <c:pt idx="329">
                  <c:v>6.4259067560001881E-3</c:v>
                </c:pt>
                <c:pt idx="330">
                  <c:v>6.4454383874998911E-3</c:v>
                </c:pt>
                <c:pt idx="331">
                  <c:v>6.464970018900118E-3</c:v>
                </c:pt>
                <c:pt idx="332">
                  <c:v>6.484501650399821E-3</c:v>
                </c:pt>
                <c:pt idx="333">
                  <c:v>6.5040332818995239E-3</c:v>
                </c:pt>
                <c:pt idx="334">
                  <c:v>6.5235649133992268E-3</c:v>
                </c:pt>
                <c:pt idx="335">
                  <c:v>6.5430965447994538E-3</c:v>
                </c:pt>
                <c:pt idx="336">
                  <c:v>6.5626281762991567E-3</c:v>
                </c:pt>
                <c:pt idx="337">
                  <c:v>6.5821598077988597E-3</c:v>
                </c:pt>
                <c:pt idx="338">
                  <c:v>6.6016914392985626E-3</c:v>
                </c:pt>
                <c:pt idx="339">
                  <c:v>6.6212230708000419E-3</c:v>
                </c:pt>
                <c:pt idx="340">
                  <c:v>6.6407547021984925E-3</c:v>
                </c:pt>
                <c:pt idx="341">
                  <c:v>6.6602863336999718E-3</c:v>
                </c:pt>
                <c:pt idx="342">
                  <c:v>6.6798179651996747E-3</c:v>
                </c:pt>
                <c:pt idx="343">
                  <c:v>6.6993495966993777E-3</c:v>
                </c:pt>
                <c:pt idx="344">
                  <c:v>6.7188812280996046E-3</c:v>
                </c:pt>
                <c:pt idx="345">
                  <c:v>6.7384128595993076E-3</c:v>
                </c:pt>
                <c:pt idx="346">
                  <c:v>6.7579444910990105E-3</c:v>
                </c:pt>
                <c:pt idx="347">
                  <c:v>6.7774761225987135E-3</c:v>
                </c:pt>
                <c:pt idx="348">
                  <c:v>6.7970077539989404E-3</c:v>
                </c:pt>
              </c:numCache>
            </c:numRef>
          </c:xVal>
          <c:yVal>
            <c:numRef>
              <c:f>'0.3'!$K$2:$K$350</c:f>
              <c:numCache>
                <c:formatCode>General</c:formatCode>
                <c:ptCount val="349"/>
                <c:pt idx="0">
                  <c:v>2.3957654600000001E-4</c:v>
                </c:pt>
                <c:pt idx="1">
                  <c:v>2.6276692000000001E-4</c:v>
                </c:pt>
                <c:pt idx="2">
                  <c:v>2.73141561E-4</c:v>
                </c:pt>
                <c:pt idx="3">
                  <c:v>2.3835600000000001E-4</c:v>
                </c:pt>
                <c:pt idx="4">
                  <c:v>1.70615697E-4</c:v>
                </c:pt>
                <c:pt idx="5">
                  <c:v>1.2545549500000001E-4</c:v>
                </c:pt>
                <c:pt idx="6">
                  <c:v>1.6512324E-4</c:v>
                </c:pt>
                <c:pt idx="7">
                  <c:v>1.7305678900000001E-4</c:v>
                </c:pt>
                <c:pt idx="8">
                  <c:v>1.4071232E-4</c:v>
                </c:pt>
                <c:pt idx="9">
                  <c:v>2.7802374500000002E-4</c:v>
                </c:pt>
                <c:pt idx="10">
                  <c:v>1.7549788099999999E-4</c:v>
                </c:pt>
                <c:pt idx="11">
                  <c:v>1.4498423099999999E-4</c:v>
                </c:pt>
                <c:pt idx="12">
                  <c:v>2.1516562600000001E-4</c:v>
                </c:pt>
                <c:pt idx="13">
                  <c:v>1.9807798199999999E-4</c:v>
                </c:pt>
                <c:pt idx="14">
                  <c:v>2.5788473599999999E-4</c:v>
                </c:pt>
                <c:pt idx="15">
                  <c:v>2.7924429099999997E-4</c:v>
                </c:pt>
                <c:pt idx="16">
                  <c:v>2.6215664700000001E-4</c:v>
                </c:pt>
                <c:pt idx="17">
                  <c:v>1.57799964E-4</c:v>
                </c:pt>
                <c:pt idx="18">
                  <c:v>1.9868825499999999E-4</c:v>
                </c:pt>
                <c:pt idx="19">
                  <c:v>2.9389084299999999E-4</c:v>
                </c:pt>
                <c:pt idx="20">
                  <c:v>2.3286354300000001E-4</c:v>
                </c:pt>
                <c:pt idx="21">
                  <c:v>2.2309917499999999E-4</c:v>
                </c:pt>
                <c:pt idx="22">
                  <c:v>3.57969508E-4</c:v>
                </c:pt>
                <c:pt idx="23">
                  <c:v>2.30422451E-4</c:v>
                </c:pt>
                <c:pt idx="24">
                  <c:v>2.6642855800000002E-4</c:v>
                </c:pt>
                <c:pt idx="25">
                  <c:v>3.1341957900000002E-4</c:v>
                </c:pt>
                <c:pt idx="26">
                  <c:v>2.9206002399999998E-4</c:v>
                </c:pt>
                <c:pt idx="27">
                  <c:v>3.1097848700000001E-4</c:v>
                </c:pt>
                <c:pt idx="28">
                  <c:v>5.6546232799999996E-4</c:v>
                </c:pt>
                <c:pt idx="29">
                  <c:v>2.8722942679999999E-3</c:v>
                </c:pt>
                <c:pt idx="30">
                  <c:v>1.2351664777000001E-2</c:v>
                </c:pt>
                <c:pt idx="31">
                  <c:v>2.2416897365999999E-2</c:v>
                </c:pt>
                <c:pt idx="32">
                  <c:v>1.9284366056999999E-2</c:v>
                </c:pt>
                <c:pt idx="33">
                  <c:v>7.3205741649999996E-3</c:v>
                </c:pt>
                <c:pt idx="34">
                  <c:v>-3.9499475990000003E-3</c:v>
                </c:pt>
                <c:pt idx="35">
                  <c:v>-8.0168068709999991E-3</c:v>
                </c:pt>
                <c:pt idx="36">
                  <c:v>-7.5639843050000002E-3</c:v>
                </c:pt>
                <c:pt idx="37">
                  <c:v>-6.2628822690000002E-3</c:v>
                </c:pt>
                <c:pt idx="38">
                  <c:v>-4.9660521439999997E-3</c:v>
                </c:pt>
                <c:pt idx="39">
                  <c:v>-4.3960571620000003E-3</c:v>
                </c:pt>
                <c:pt idx="40">
                  <c:v>-4.1080083060000003E-3</c:v>
                </c:pt>
                <c:pt idx="41">
                  <c:v>-3.5215359530000002E-3</c:v>
                </c:pt>
                <c:pt idx="42">
                  <c:v>-2.9796135289999999E-3</c:v>
                </c:pt>
                <c:pt idx="43">
                  <c:v>-2.1728326230000001E-3</c:v>
                </c:pt>
                <c:pt idx="44">
                  <c:v>-1.8988200460000001E-3</c:v>
                </c:pt>
                <c:pt idx="45">
                  <c:v>-1.442946115E-3</c:v>
                </c:pt>
                <c:pt idx="46">
                  <c:v>-1.0505405760000001E-3</c:v>
                </c:pt>
                <c:pt idx="47">
                  <c:v>-1.198226642E-3</c:v>
                </c:pt>
                <c:pt idx="48">
                  <c:v>-8.4182720999999901E-4</c:v>
                </c:pt>
                <c:pt idx="49">
                  <c:v>-7.6005062799999995E-4</c:v>
                </c:pt>
                <c:pt idx="50">
                  <c:v>-7.6188144700000001E-4</c:v>
                </c:pt>
                <c:pt idx="51">
                  <c:v>-6.1724674599999995E-4</c:v>
                </c:pt>
                <c:pt idx="52">
                  <c:v>-3.8961491700000001E-4</c:v>
                </c:pt>
                <c:pt idx="53">
                  <c:v>-3.9510737399999998E-4</c:v>
                </c:pt>
                <c:pt idx="54">
                  <c:v>-3.1760270300000001E-4</c:v>
                </c:pt>
                <c:pt idx="55">
                  <c:v>-2.6145758700000003E-4</c:v>
                </c:pt>
                <c:pt idx="56">
                  <c:v>-1.3391052999999999E-4</c:v>
                </c:pt>
                <c:pt idx="57" formatCode="0.00E+00">
                  <c:v>-3.8707941999999902E-5</c:v>
                </c:pt>
                <c:pt idx="58" formatCode="0.00E+00">
                  <c:v>-2.0399751999999999E-5</c:v>
                </c:pt>
                <c:pt idx="59" formatCode="0.00E+00">
                  <c:v>3.3914545000000303E-5</c:v>
                </c:pt>
                <c:pt idx="60" formatCode="0.00E+00">
                  <c:v>-3.9223809999997302E-6</c:v>
                </c:pt>
                <c:pt idx="61" formatCode="0.00E+00">
                  <c:v>-1.6127840999999601E-5</c:v>
                </c:pt>
                <c:pt idx="62" formatCode="0.00E+00">
                  <c:v>8.5177477000000304E-5</c:v>
                </c:pt>
                <c:pt idx="63" formatCode="0.00E+00">
                  <c:v>6.8700106000000094E-5</c:v>
                </c:pt>
                <c:pt idx="64">
                  <c:v>1.40102047E-4</c:v>
                </c:pt>
                <c:pt idx="65" formatCode="0.00E+00">
                  <c:v>7.0530925000000306E-5</c:v>
                </c:pt>
                <c:pt idx="66">
                  <c:v>2.5361282500000002E-4</c:v>
                </c:pt>
                <c:pt idx="67">
                  <c:v>2.9938330000000001E-4</c:v>
                </c:pt>
                <c:pt idx="68">
                  <c:v>1.4437395799999999E-4</c:v>
                </c:pt>
                <c:pt idx="69">
                  <c:v>2.5544364399999997E-4</c:v>
                </c:pt>
                <c:pt idx="70">
                  <c:v>2.31032724E-4</c:v>
                </c:pt>
                <c:pt idx="71">
                  <c:v>1.4559450399999999E-4</c:v>
                </c:pt>
                <c:pt idx="72">
                  <c:v>1.7488760799999999E-4</c:v>
                </c:pt>
                <c:pt idx="73">
                  <c:v>2.3835600000000001E-4</c:v>
                </c:pt>
                <c:pt idx="74" formatCode="0.00E+00">
                  <c:v>9.1280207000000101E-5</c:v>
                </c:pt>
                <c:pt idx="75">
                  <c:v>1.4925614200000001E-4</c:v>
                </c:pt>
                <c:pt idx="76">
                  <c:v>2.5056146000000001E-4</c:v>
                </c:pt>
                <c:pt idx="77">
                  <c:v>2.0784235E-4</c:v>
                </c:pt>
                <c:pt idx="78">
                  <c:v>1.4498423099999999E-4</c:v>
                </c:pt>
                <c:pt idx="79">
                  <c:v>3.21353128E-4</c:v>
                </c:pt>
                <c:pt idx="80">
                  <c:v>2.6520801200000002E-4</c:v>
                </c:pt>
                <c:pt idx="81">
                  <c:v>3.4027159099999998E-4</c:v>
                </c:pt>
                <c:pt idx="82">
                  <c:v>3.57969508E-4</c:v>
                </c:pt>
                <c:pt idx="83">
                  <c:v>2.3286354300000001E-4</c:v>
                </c:pt>
                <c:pt idx="84">
                  <c:v>3.9153452299999999E-4</c:v>
                </c:pt>
                <c:pt idx="85">
                  <c:v>2.3469436199999999E-4</c:v>
                </c:pt>
                <c:pt idx="86">
                  <c:v>2.9572166199999999E-4</c:v>
                </c:pt>
                <c:pt idx="87">
                  <c:v>2.9022920500000002E-4</c:v>
                </c:pt>
                <c:pt idx="88">
                  <c:v>3.0243466500000002E-4</c:v>
                </c:pt>
                <c:pt idx="89">
                  <c:v>3.20742855E-4</c:v>
                </c:pt>
                <c:pt idx="90">
                  <c:v>2.2798135899999999E-4</c:v>
                </c:pt>
                <c:pt idx="91">
                  <c:v>2.9083947800000003E-4</c:v>
                </c:pt>
                <c:pt idx="92">
                  <c:v>2.9206002399999998E-4</c:v>
                </c:pt>
                <c:pt idx="93">
                  <c:v>2.8229565599999999E-4</c:v>
                </c:pt>
                <c:pt idx="94">
                  <c:v>2.1089371499999999E-4</c:v>
                </c:pt>
                <c:pt idx="95">
                  <c:v>2.5361282500000002E-4</c:v>
                </c:pt>
                <c:pt idx="96">
                  <c:v>2.8656756700000001E-4</c:v>
                </c:pt>
                <c:pt idx="97">
                  <c:v>2.1150398799999999E-4</c:v>
                </c:pt>
                <c:pt idx="98">
                  <c:v>2.5239227900000002E-4</c:v>
                </c:pt>
                <c:pt idx="99">
                  <c:v>1.9868825499999999E-4</c:v>
                </c:pt>
                <c:pt idx="100">
                  <c:v>2.1638617199999999E-4</c:v>
                </c:pt>
                <c:pt idx="101">
                  <c:v>1.58410237E-4</c:v>
                </c:pt>
                <c:pt idx="102">
                  <c:v>2.42627911E-4</c:v>
                </c:pt>
                <c:pt idx="103">
                  <c:v>2.1516562600000001E-4</c:v>
                </c:pt>
                <c:pt idx="104">
                  <c:v>2.6215664700000001E-4</c:v>
                </c:pt>
                <c:pt idx="105">
                  <c:v>1.9746770900000001E-4</c:v>
                </c:pt>
                <c:pt idx="106">
                  <c:v>2.2370944799999999E-4</c:v>
                </c:pt>
                <c:pt idx="107">
                  <c:v>2.01129347E-4</c:v>
                </c:pt>
                <c:pt idx="108">
                  <c:v>2.31032724E-4</c:v>
                </c:pt>
                <c:pt idx="109">
                  <c:v>2.4506900299999998E-4</c:v>
                </c:pt>
                <c:pt idx="110">
                  <c:v>1.94416344E-4</c:v>
                </c:pt>
                <c:pt idx="111">
                  <c:v>1.9014443300000001E-4</c:v>
                </c:pt>
                <c:pt idx="112">
                  <c:v>1.6756433200000001E-4</c:v>
                </c:pt>
                <c:pt idx="113">
                  <c:v>2.0234989300000001E-4</c:v>
                </c:pt>
                <c:pt idx="114">
                  <c:v>1.76718427E-4</c:v>
                </c:pt>
                <c:pt idx="115">
                  <c:v>2.2309917499999999E-4</c:v>
                </c:pt>
                <c:pt idx="116">
                  <c:v>3.0426548399999998E-4</c:v>
                </c:pt>
                <c:pt idx="117">
                  <c:v>2.9328056999999998E-4</c:v>
                </c:pt>
                <c:pt idx="118">
                  <c:v>2.6825937699999998E-4</c:v>
                </c:pt>
                <c:pt idx="119">
                  <c:v>2.2737108600000001E-4</c:v>
                </c:pt>
                <c:pt idx="120">
                  <c:v>2.36525181E-4</c:v>
                </c:pt>
                <c:pt idx="121">
                  <c:v>2.19437537E-4</c:v>
                </c:pt>
                <c:pt idx="122">
                  <c:v>2.2370944799999999E-4</c:v>
                </c:pt>
                <c:pt idx="123">
                  <c:v>2.2676081300000001E-4</c:v>
                </c:pt>
                <c:pt idx="124">
                  <c:v>2.96331935E-4</c:v>
                </c:pt>
                <c:pt idx="125">
                  <c:v>2.6337719300000001E-4</c:v>
                </c:pt>
                <c:pt idx="126">
                  <c:v>3.6224141900000002E-4</c:v>
                </c:pt>
                <c:pt idx="127">
                  <c:v>3.0792712199999999E-4</c:v>
                </c:pt>
                <c:pt idx="128">
                  <c:v>2.0540125799999999E-4</c:v>
                </c:pt>
                <c:pt idx="129">
                  <c:v>2.6581828500000002E-4</c:v>
                </c:pt>
                <c:pt idx="130">
                  <c:v>2.5788473599999999E-4</c:v>
                </c:pt>
                <c:pt idx="131">
                  <c:v>2.3225327000000001E-4</c:v>
                </c:pt>
                <c:pt idx="132">
                  <c:v>2.7924429099999997E-4</c:v>
                </c:pt>
                <c:pt idx="133">
                  <c:v>2.5361282500000002E-4</c:v>
                </c:pt>
                <c:pt idx="134">
                  <c:v>3.1036821400000001E-4</c:v>
                </c:pt>
                <c:pt idx="135">
                  <c:v>1.8465197600000001E-4</c:v>
                </c:pt>
                <c:pt idx="136">
                  <c:v>2.5666418999999998E-4</c:v>
                </c:pt>
                <c:pt idx="137">
                  <c:v>2.31642997E-4</c:v>
                </c:pt>
                <c:pt idx="138">
                  <c:v>1.3094795200000001E-4</c:v>
                </c:pt>
                <c:pt idx="139">
                  <c:v>2.2126835600000001E-4</c:v>
                </c:pt>
                <c:pt idx="140">
                  <c:v>2.5361282500000002E-4</c:v>
                </c:pt>
                <c:pt idx="141">
                  <c:v>1.6939515099999999E-4</c:v>
                </c:pt>
                <c:pt idx="142">
                  <c:v>1.7366706200000001E-4</c:v>
                </c:pt>
                <c:pt idx="143">
                  <c:v>1.5657941799999999E-4</c:v>
                </c:pt>
                <c:pt idx="144">
                  <c:v>1.8404170300000001E-4</c:v>
                </c:pt>
                <c:pt idx="145">
                  <c:v>2.2920190499999999E-4</c:v>
                </c:pt>
                <c:pt idx="146">
                  <c:v>1.4071232E-4</c:v>
                </c:pt>
                <c:pt idx="147">
                  <c:v>1.6329242099999999E-4</c:v>
                </c:pt>
                <c:pt idx="148">
                  <c:v>1.8648279499999999E-4</c:v>
                </c:pt>
                <c:pt idx="149">
                  <c:v>1.7488760799999999E-4</c:v>
                </c:pt>
                <c:pt idx="150">
                  <c:v>1.9868825499999999E-4</c:v>
                </c:pt>
                <c:pt idx="151">
                  <c:v>2.7680319900000002E-4</c:v>
                </c:pt>
                <c:pt idx="152">
                  <c:v>2.12724534E-4</c:v>
                </c:pt>
                <c:pt idx="153">
                  <c:v>2.1638617199999999E-4</c:v>
                </c:pt>
                <c:pt idx="154">
                  <c:v>2.12114261E-4</c:v>
                </c:pt>
                <c:pt idx="155">
                  <c:v>1.163014E-4</c:v>
                </c:pt>
                <c:pt idx="156">
                  <c:v>2.1577589900000001E-4</c:v>
                </c:pt>
                <c:pt idx="157">
                  <c:v>2.2981217799999999E-4</c:v>
                </c:pt>
                <c:pt idx="158">
                  <c:v>2.2798135899999999E-4</c:v>
                </c:pt>
                <c:pt idx="159">
                  <c:v>2.13334807E-4</c:v>
                </c:pt>
                <c:pt idx="160">
                  <c:v>1.6939515099999999E-4</c:v>
                </c:pt>
                <c:pt idx="161">
                  <c:v>2.2126835600000001E-4</c:v>
                </c:pt>
                <c:pt idx="162" formatCode="0.00E+00">
                  <c:v>7.41925630000002E-5</c:v>
                </c:pt>
                <c:pt idx="163">
                  <c:v>4.7087001300000003E-4</c:v>
                </c:pt>
                <c:pt idx="164">
                  <c:v>2.94796812E-3</c:v>
                </c:pt>
                <c:pt idx="165">
                  <c:v>6.8262530350000003E-3</c:v>
                </c:pt>
                <c:pt idx="166">
                  <c:v>6.5314911759999997E-3</c:v>
                </c:pt>
                <c:pt idx="167">
                  <c:v>6.2617505099999997E-3</c:v>
                </c:pt>
                <c:pt idx="168">
                  <c:v>6.692603248E-3</c:v>
                </c:pt>
                <c:pt idx="169">
                  <c:v>-9.8768245700000005E-4</c:v>
                </c:pt>
                <c:pt idx="170">
                  <c:v>-3.3762909790000001E-3</c:v>
                </c:pt>
                <c:pt idx="171">
                  <c:v>-3.7156027670000001E-3</c:v>
                </c:pt>
                <c:pt idx="172">
                  <c:v>-1.646777297E-3</c:v>
                </c:pt>
                <c:pt idx="173">
                  <c:v>-1.7273333329999999E-3</c:v>
                </c:pt>
                <c:pt idx="174">
                  <c:v>-1.863424212E-3</c:v>
                </c:pt>
                <c:pt idx="175">
                  <c:v>-1.068848766E-3</c:v>
                </c:pt>
                <c:pt idx="176">
                  <c:v>-1.623586923E-3</c:v>
                </c:pt>
                <c:pt idx="177">
                  <c:v>-1.2482690280000001E-3</c:v>
                </c:pt>
                <c:pt idx="178">
                  <c:v>-1.198226642E-3</c:v>
                </c:pt>
                <c:pt idx="179">
                  <c:v>-7.1794179100000003E-4</c:v>
                </c:pt>
                <c:pt idx="180">
                  <c:v>-8.7051004099999996E-4</c:v>
                </c:pt>
                <c:pt idx="181">
                  <c:v>-6.3311384400000002E-4</c:v>
                </c:pt>
                <c:pt idx="182">
                  <c:v>-6.3921657400000005E-4</c:v>
                </c:pt>
                <c:pt idx="183">
                  <c:v>-2.7244250100000002E-4</c:v>
                </c:pt>
                <c:pt idx="184">
                  <c:v>-7.4296298399999998E-4</c:v>
                </c:pt>
                <c:pt idx="185">
                  <c:v>-4.9519214600000005E-4</c:v>
                </c:pt>
                <c:pt idx="186" formatCode="0.00E+00">
                  <c:v>-5.5185312999999699E-5</c:v>
                </c:pt>
                <c:pt idx="187" formatCode="0.00E+00">
                  <c:v>-5.1523674999999798E-5</c:v>
                </c:pt>
                <c:pt idx="188" formatCode="0.00E+00">
                  <c:v>3.0252907000000399E-5</c:v>
                </c:pt>
                <c:pt idx="189">
                  <c:v>1.3949177399999999E-4</c:v>
                </c:pt>
                <c:pt idx="190" formatCode="0.00E+00">
                  <c:v>-4.60312179999998E-5</c:v>
                </c:pt>
                <c:pt idx="191">
                  <c:v>4.0007834499999998E-4</c:v>
                </c:pt>
                <c:pt idx="192">
                  <c:v>3.81159882E-4</c:v>
                </c:pt>
                <c:pt idx="193">
                  <c:v>2.0357043900000001E-4</c:v>
                </c:pt>
                <c:pt idx="194" formatCode="0.00E+00">
                  <c:v>4.6730278000000199E-5</c:v>
                </c:pt>
                <c:pt idx="195">
                  <c:v>1.8770334099999999E-4</c:v>
                </c:pt>
                <c:pt idx="196" formatCode="0.00E+00">
                  <c:v>2.9642634000000399E-5</c:v>
                </c:pt>
                <c:pt idx="197">
                  <c:v>4.4645909300000002E-4</c:v>
                </c:pt>
                <c:pt idx="198">
                  <c:v>-1.14992067E-4</c:v>
                </c:pt>
                <c:pt idx="199">
                  <c:v>1.303892658E-3</c:v>
                </c:pt>
                <c:pt idx="200">
                  <c:v>2.81370806E-3</c:v>
                </c:pt>
                <c:pt idx="201">
                  <c:v>6.8665310529999997E-3</c:v>
                </c:pt>
                <c:pt idx="202">
                  <c:v>3.8975529080000001E-3</c:v>
                </c:pt>
                <c:pt idx="203">
                  <c:v>1.035982811E-3</c:v>
                </c:pt>
                <c:pt idx="204">
                  <c:v>-6.9536168999999998E-4</c:v>
                </c:pt>
                <c:pt idx="205">
                  <c:v>1.438152718E-3</c:v>
                </c:pt>
                <c:pt idx="206">
                  <c:v>5.2352713240000001E-3</c:v>
                </c:pt>
                <c:pt idx="207">
                  <c:v>1.289246106E-3</c:v>
                </c:pt>
                <c:pt idx="208">
                  <c:v>-1.4673570349999999E-3</c:v>
                </c:pt>
                <c:pt idx="209">
                  <c:v>-6.7705350000000001E-4</c:v>
                </c:pt>
                <c:pt idx="210">
                  <c:v>2.30422451E-4</c:v>
                </c:pt>
                <c:pt idx="211">
                  <c:v>-2.4962773129999999E-3</c:v>
                </c:pt>
                <c:pt idx="212">
                  <c:v>-2.264983846E-3</c:v>
                </c:pt>
                <c:pt idx="213">
                  <c:v>-1.9964637260000001E-3</c:v>
                </c:pt>
                <c:pt idx="214">
                  <c:v>-1.4093810999999999E-3</c:v>
                </c:pt>
                <c:pt idx="215">
                  <c:v>-1.3129579660000001E-3</c:v>
                </c:pt>
                <c:pt idx="216">
                  <c:v>-9.3825034399999999E-4</c:v>
                </c:pt>
                <c:pt idx="217">
                  <c:v>-4.1036419899999999E-4</c:v>
                </c:pt>
                <c:pt idx="218">
                  <c:v>-5.3852152899999998E-4</c:v>
                </c:pt>
                <c:pt idx="219" formatCode="0.00E+00">
                  <c:v>-6.9737459999995797E-6</c:v>
                </c:pt>
                <c:pt idx="220">
                  <c:v>-3.4323416900000002E-4</c:v>
                </c:pt>
                <c:pt idx="221">
                  <c:v>1.024387624E-3</c:v>
                </c:pt>
                <c:pt idx="222" formatCode="0.00E+00">
                  <c:v>5.03919160000001E-5</c:v>
                </c:pt>
                <c:pt idx="223">
                  <c:v>-5.31808526E-4</c:v>
                </c:pt>
                <c:pt idx="224">
                  <c:v>-3.4201362300000001E-4</c:v>
                </c:pt>
                <c:pt idx="225">
                  <c:v>-1.8456318900000001E-4</c:v>
                </c:pt>
                <c:pt idx="226">
                  <c:v>-3.3285952800000002E-4</c:v>
                </c:pt>
                <c:pt idx="227">
                  <c:v>-1.29638619E-4</c:v>
                </c:pt>
                <c:pt idx="228">
                  <c:v>-2.13856293E-4</c:v>
                </c:pt>
                <c:pt idx="229" formatCode="0.00E+00">
                  <c:v>4.3068640000000297E-5</c:v>
                </c:pt>
                <c:pt idx="230" formatCode="0.00E+00">
                  <c:v>-8.1427051999999594E-5</c:v>
                </c:pt>
                <c:pt idx="231" formatCode="0.00E+00">
                  <c:v>2.3539904000000199E-5</c:v>
                </c:pt>
                <c:pt idx="232" formatCode="0.00E+00">
                  <c:v>3.7576183000000198E-5</c:v>
                </c:pt>
                <c:pt idx="233">
                  <c:v>1.14470581E-4</c:v>
                </c:pt>
                <c:pt idx="234" formatCode="0.00E+00">
                  <c:v>7.2361744000000002E-5</c:v>
                </c:pt>
                <c:pt idx="235">
                  <c:v>1.19352765E-4</c:v>
                </c:pt>
                <c:pt idx="236">
                  <c:v>1.2019770670000001E-3</c:v>
                </c:pt>
                <c:pt idx="237">
                  <c:v>2.2101480630000001E-3</c:v>
                </c:pt>
                <c:pt idx="238">
                  <c:v>1.3417295840000001E-3</c:v>
                </c:pt>
                <c:pt idx="239">
                  <c:v>1.9806854149999999E-3</c:v>
                </c:pt>
                <c:pt idx="240" formatCode="0.00E+00">
                  <c:v>5.03919160000001E-5</c:v>
                </c:pt>
                <c:pt idx="241">
                  <c:v>-7.8446154799999995E-4</c:v>
                </c:pt>
                <c:pt idx="242">
                  <c:v>-6.7949459200000002E-4</c:v>
                </c:pt>
                <c:pt idx="243">
                  <c:v>-3.4262389600000001E-4</c:v>
                </c:pt>
                <c:pt idx="244">
                  <c:v>-1.5465981200000001E-4</c:v>
                </c:pt>
                <c:pt idx="245">
                  <c:v>2.321217749E-3</c:v>
                </c:pt>
                <c:pt idx="246">
                  <c:v>-5.2631606900000003E-4</c:v>
                </c:pt>
                <c:pt idx="247">
                  <c:v>-1.9127619200000001E-4</c:v>
                </c:pt>
                <c:pt idx="248">
                  <c:v>-1.892717316E-3</c:v>
                </c:pt>
                <c:pt idx="249">
                  <c:v>3.0797870880000001E-3</c:v>
                </c:pt>
                <c:pt idx="250">
                  <c:v>3.8238042800000001E-4</c:v>
                </c:pt>
                <c:pt idx="251">
                  <c:v>-8.2901147699999999E-4</c:v>
                </c:pt>
                <c:pt idx="252">
                  <c:v>-5.56219446E-4</c:v>
                </c:pt>
                <c:pt idx="253">
                  <c:v>1.2324907170000001E-3</c:v>
                </c:pt>
                <c:pt idx="254">
                  <c:v>1.396654154E-3</c:v>
                </c:pt>
                <c:pt idx="255">
                  <c:v>-1.156728078E-3</c:v>
                </c:pt>
                <c:pt idx="256">
                  <c:v>-1.07668791E-4</c:v>
                </c:pt>
                <c:pt idx="257">
                  <c:v>-6.2212892999999997E-4</c:v>
                </c:pt>
                <c:pt idx="258">
                  <c:v>-1.0095578799999999E-4</c:v>
                </c:pt>
                <c:pt idx="259">
                  <c:v>-4.0487174200000002E-4</c:v>
                </c:pt>
                <c:pt idx="260">
                  <c:v>-5.3547016400000002E-4</c:v>
                </c:pt>
                <c:pt idx="261">
                  <c:v>4.3974608999999999E-4</c:v>
                </c:pt>
                <c:pt idx="262">
                  <c:v>1.6554099059999999E-3</c:v>
                </c:pt>
                <c:pt idx="263">
                  <c:v>-5.0312569500000003E-4</c:v>
                </c:pt>
                <c:pt idx="264" formatCode="0.00E+00">
                  <c:v>-6.6780500000000002E-5</c:v>
                </c:pt>
                <c:pt idx="265">
                  <c:v>-3.0783833500000002E-4</c:v>
                </c:pt>
                <c:pt idx="266">
                  <c:v>1.70615697E-4</c:v>
                </c:pt>
                <c:pt idx="267" formatCode="0.00E+00">
                  <c:v>3.1473453000000103E-5</c:v>
                </c:pt>
                <c:pt idx="268">
                  <c:v>1.20573311E-4</c:v>
                </c:pt>
                <c:pt idx="269">
                  <c:v>1.23624676E-4</c:v>
                </c:pt>
                <c:pt idx="270">
                  <c:v>1.0897812400000001E-4</c:v>
                </c:pt>
                <c:pt idx="271">
                  <c:v>1.19963038E-4</c:v>
                </c:pt>
                <c:pt idx="272">
                  <c:v>1.3827122799999999E-4</c:v>
                </c:pt>
                <c:pt idx="273">
                  <c:v>1.82210884E-4</c:v>
                </c:pt>
                <c:pt idx="274">
                  <c:v>1.35219863E-4</c:v>
                </c:pt>
                <c:pt idx="275">
                  <c:v>3.70174968E-4</c:v>
                </c:pt>
                <c:pt idx="276">
                  <c:v>1.3094795200000001E-4</c:v>
                </c:pt>
                <c:pt idx="277">
                  <c:v>9.7800687599999998E-4</c:v>
                </c:pt>
                <c:pt idx="278">
                  <c:v>1.380176783E-3</c:v>
                </c:pt>
                <c:pt idx="279">
                  <c:v>7.1375866700000004E-4</c:v>
                </c:pt>
                <c:pt idx="280">
                  <c:v>1.4088596140000001E-3</c:v>
                </c:pt>
                <c:pt idx="281">
                  <c:v>1.1818380579999999E-3</c:v>
                </c:pt>
                <c:pt idx="282">
                  <c:v>-2.0531247099999999E-4</c:v>
                </c:pt>
                <c:pt idx="283">
                  <c:v>-5.2509552300000002E-4</c:v>
                </c:pt>
                <c:pt idx="284">
                  <c:v>-3.2370543299999998E-4</c:v>
                </c:pt>
                <c:pt idx="285" formatCode="0.00E+00">
                  <c:v>-9.1191419999999597E-5</c:v>
                </c:pt>
                <c:pt idx="286">
                  <c:v>-1.1316124799999999E-4</c:v>
                </c:pt>
                <c:pt idx="287">
                  <c:v>-1.8517346200000001E-4</c:v>
                </c:pt>
                <c:pt idx="288">
                  <c:v>-4.6895040699999999E-4</c:v>
                </c:pt>
                <c:pt idx="289">
                  <c:v>1.6329242099999999E-4</c:v>
                </c:pt>
                <c:pt idx="290" formatCode="0.00E+00">
                  <c:v>-2.1010024999999599E-5</c:v>
                </c:pt>
                <c:pt idx="291">
                  <c:v>1.1508085400000001E-4</c:v>
                </c:pt>
                <c:pt idx="292" formatCode="0.00E+00">
                  <c:v>-4.60312179999998E-5</c:v>
                </c:pt>
                <c:pt idx="293">
                  <c:v>2.8961893200000002E-4</c:v>
                </c:pt>
                <c:pt idx="294" formatCode="0.00E+00">
                  <c:v>-6.3729134999999704E-5</c:v>
                </c:pt>
                <c:pt idx="295">
                  <c:v>7.5342641200000005E-4</c:v>
                </c:pt>
                <c:pt idx="296">
                  <c:v>1.252019453E-3</c:v>
                </c:pt>
                <c:pt idx="297" formatCode="0.00E+00">
                  <c:v>-3.01641199999996E-5</c:v>
                </c:pt>
                <c:pt idx="298">
                  <c:v>-2.0409192500000001E-4</c:v>
                </c:pt>
                <c:pt idx="299">
                  <c:v>9.7434523799999997E-4</c:v>
                </c:pt>
                <c:pt idx="300">
                  <c:v>1.0677170069999999E-3</c:v>
                </c:pt>
                <c:pt idx="301">
                  <c:v>-4.5003194400000001E-4</c:v>
                </c:pt>
                <c:pt idx="302" formatCode="0.00E+00">
                  <c:v>1.9267993000000302E-5</c:v>
                </c:pt>
                <c:pt idx="303" formatCode="0.00E+00">
                  <c:v>-3.01641199999996E-5</c:v>
                </c:pt>
                <c:pt idx="304">
                  <c:v>-1.00345515E-4</c:v>
                </c:pt>
                <c:pt idx="305">
                  <c:v>8.1384343899999995E-4</c:v>
                </c:pt>
                <c:pt idx="306">
                  <c:v>8.3825435899999995E-4</c:v>
                </c:pt>
                <c:pt idx="307">
                  <c:v>-4.3233402699999998E-4</c:v>
                </c:pt>
                <c:pt idx="308">
                  <c:v>2.2248890199999999E-4</c:v>
                </c:pt>
                <c:pt idx="309">
                  <c:v>-1.8822482699999999E-4</c:v>
                </c:pt>
                <c:pt idx="310">
                  <c:v>2.8168538299999998E-4</c:v>
                </c:pt>
                <c:pt idx="311">
                  <c:v>6.3503344999999995E-4</c:v>
                </c:pt>
                <c:pt idx="312" formatCode="0.00E+00">
                  <c:v>5.8325465E-5</c:v>
                </c:pt>
                <c:pt idx="313" formatCode="0.00E+00">
                  <c:v>2.5980996E-5</c:v>
                </c:pt>
                <c:pt idx="314" formatCode="0.00E+00">
                  <c:v>8.7008296000000096E-5</c:v>
                </c:pt>
                <c:pt idx="315">
                  <c:v>1.6817460499999999E-4</c:v>
                </c:pt>
                <c:pt idx="316">
                  <c:v>1.087245743E-3</c:v>
                </c:pt>
                <c:pt idx="317">
                  <c:v>7.4061067900000005E-4</c:v>
                </c:pt>
                <c:pt idx="318">
                  <c:v>9.5664732100000005E-4</c:v>
                </c:pt>
                <c:pt idx="319">
                  <c:v>1.59630783E-4</c:v>
                </c:pt>
                <c:pt idx="320">
                  <c:v>1.5657941799999999E-4</c:v>
                </c:pt>
                <c:pt idx="321">
                  <c:v>1.9014443300000001E-4</c:v>
                </c:pt>
                <c:pt idx="322" formatCode="0.00E+00">
                  <c:v>-9.6683876999999703E-5</c:v>
                </c:pt>
                <c:pt idx="323">
                  <c:v>-2.08363836E-4</c:v>
                </c:pt>
                <c:pt idx="324">
                  <c:v>1.442424629E-3</c:v>
                </c:pt>
                <c:pt idx="325" formatCode="0.00E+00">
                  <c:v>7.1141198000000295E-5</c:v>
                </c:pt>
                <c:pt idx="326">
                  <c:v>-2.0409192500000001E-4</c:v>
                </c:pt>
                <c:pt idx="327">
                  <c:v>9.8594042500000007E-4</c:v>
                </c:pt>
                <c:pt idx="328">
                  <c:v>-2.9807396699999998E-4</c:v>
                </c:pt>
                <c:pt idx="329" formatCode="0.00E+00">
                  <c:v>7.1141198000000295E-5</c:v>
                </c:pt>
                <c:pt idx="330">
                  <c:v>-2.5291376499999999E-4</c:v>
                </c:pt>
                <c:pt idx="331" formatCode="0.00E+00">
                  <c:v>1.8047447000000201E-5</c:v>
                </c:pt>
                <c:pt idx="332">
                  <c:v>-2.2178984200000001E-4</c:v>
                </c:pt>
                <c:pt idx="333">
                  <c:v>8.6510637099999996E-4</c:v>
                </c:pt>
                <c:pt idx="334">
                  <c:v>7.4549286299999996E-4</c:v>
                </c:pt>
                <c:pt idx="335">
                  <c:v>-3.3774171199999999E-4</c:v>
                </c:pt>
                <c:pt idx="336">
                  <c:v>1.1874249199999999E-4</c:v>
                </c:pt>
                <c:pt idx="337" formatCode="0.00E+00">
                  <c:v>-5.3354493999999603E-5</c:v>
                </c:pt>
                <c:pt idx="338">
                  <c:v>1.3277877099999999E-4</c:v>
                </c:pt>
                <c:pt idx="339" formatCode="0.00E+00">
                  <c:v>-6.5559953999999902E-5</c:v>
                </c:pt>
                <c:pt idx="340">
                  <c:v>5.9963761600000001E-4</c:v>
                </c:pt>
                <c:pt idx="341" formatCode="0.00E+00">
                  <c:v>5.5884373000000199E-5</c:v>
                </c:pt>
                <c:pt idx="342" formatCode="0.00E+00">
                  <c:v>2.53707230000004E-5</c:v>
                </c:pt>
                <c:pt idx="343" formatCode="0.00E+00">
                  <c:v>9.2500753000000202E-5</c:v>
                </c:pt>
                <c:pt idx="344" formatCode="0.00E+00">
                  <c:v>9.9824029000000397E-5</c:v>
                </c:pt>
                <c:pt idx="345">
                  <c:v>1.8770334099999999E-4</c:v>
                </c:pt>
                <c:pt idx="346">
                  <c:v>1.41932866E-4</c:v>
                </c:pt>
                <c:pt idx="347">
                  <c:v>2.60936101E-4</c:v>
                </c:pt>
                <c:pt idx="348">
                  <c:v>1.8038006499999999E-4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64D-234F-91CC-3E3AB2F58D4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18348944"/>
        <c:axId val="1518347984"/>
      </c:scatterChart>
      <c:valAx>
        <c:axId val="1518348944"/>
        <c:scaling>
          <c:orientation val="minMax"/>
          <c:max val="5.000000000000001E-3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rgbClr val="BFBFBF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18347984"/>
        <c:crosses val="autoZero"/>
        <c:crossBetween val="midCat"/>
      </c:valAx>
      <c:valAx>
        <c:axId val="1518347984"/>
        <c:scaling>
          <c:orientation val="minMax"/>
          <c:min val="-1.0000000000000002E-2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rgbClr val="BFBFBF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18348944"/>
        <c:crosses val="autoZero"/>
        <c:crossBetween val="midCat"/>
      </c:valAx>
    </c:plotArea>
    <c:plotVisOnly val="1"/>
    <c:dispBlanksAs val="gap"/>
    <c:showDLblsOverMax val="0"/>
    <c:extLst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>
          <a:solidFill>
            <a:schemeClr val="tx1"/>
          </a:solidFill>
          <a:latin typeface="Times New Roman" panose="02020603050405020304" pitchFamily="18" charset="0"/>
          <a:cs typeface="Times New Roman" panose="02020603050405020304" pitchFamily="18" charset="0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MX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3242175925925925"/>
          <c:y val="0.12935185185185186"/>
          <c:w val="0.81968865740740737"/>
          <c:h val="0.74129629629629634"/>
        </c:manualLayout>
      </c:layout>
      <c:scatterChart>
        <c:scatterStyle val="smoothMarker"/>
        <c:varyColors val="0"/>
        <c:ser>
          <c:idx val="0"/>
          <c:order val="0"/>
          <c:spPr>
            <a:ln w="12700" cap="rnd">
              <a:solidFill>
                <a:srgbClr val="0070C0"/>
              </a:solidFill>
              <a:round/>
            </a:ln>
            <a:effectLst/>
          </c:spPr>
          <c:marker>
            <c:symbol val="none"/>
          </c:marker>
          <c:xVal>
            <c:numRef>
              <c:f>'0.3'!$O$2:$O$350</c:f>
              <c:numCache>
                <c:formatCode>General</c:formatCode>
                <c:ptCount val="349"/>
                <c:pt idx="0">
                  <c:v>0</c:v>
                </c:pt>
                <c:pt idx="1">
                  <c:v>1.9531631469504873E-5</c:v>
                </c:pt>
                <c:pt idx="2">
                  <c:v>3.9063262949667887E-5</c:v>
                </c:pt>
                <c:pt idx="3">
                  <c:v>5.8594894429830902E-5</c:v>
                </c:pt>
                <c:pt idx="4">
                  <c:v>7.8126525909993916E-5</c:v>
                </c:pt>
                <c:pt idx="5">
                  <c:v>9.7658157379498789E-5</c:v>
                </c:pt>
                <c:pt idx="6">
                  <c:v>1.171897888596618E-4</c:v>
                </c:pt>
                <c:pt idx="7">
                  <c:v>1.3672142033982482E-4</c:v>
                </c:pt>
                <c:pt idx="8">
                  <c:v>1.5625305180932969E-4</c:v>
                </c:pt>
                <c:pt idx="9">
                  <c:v>1.757846832894927E-4</c:v>
                </c:pt>
                <c:pt idx="10">
                  <c:v>1.9531631476965572E-4</c:v>
                </c:pt>
                <c:pt idx="11">
                  <c:v>2.1484794624981873E-4</c:v>
                </c:pt>
                <c:pt idx="12">
                  <c:v>2.3437957771932361E-4</c:v>
                </c:pt>
                <c:pt idx="13">
                  <c:v>2.5391120919948662E-4</c:v>
                </c:pt>
                <c:pt idx="14">
                  <c:v>2.7344284067964963E-4</c:v>
                </c:pt>
                <c:pt idx="15">
                  <c:v>2.9297447215981265E-4</c:v>
                </c:pt>
                <c:pt idx="16">
                  <c:v>3.1250610362931752E-4</c:v>
                </c:pt>
                <c:pt idx="17">
                  <c:v>3.3203773510948054E-4</c:v>
                </c:pt>
                <c:pt idx="18">
                  <c:v>3.5156936658964355E-4</c:v>
                </c:pt>
                <c:pt idx="19">
                  <c:v>3.711009980600366E-4</c:v>
                </c:pt>
                <c:pt idx="20">
                  <c:v>3.9063262953931144E-4</c:v>
                </c:pt>
                <c:pt idx="21">
                  <c:v>4.1016426101947445E-4</c:v>
                </c:pt>
                <c:pt idx="22">
                  <c:v>4.2969589249963747E-4</c:v>
                </c:pt>
                <c:pt idx="23">
                  <c:v>4.4922752397003052E-4</c:v>
                </c:pt>
                <c:pt idx="24">
                  <c:v>4.6875915544930535E-4</c:v>
                </c:pt>
                <c:pt idx="25">
                  <c:v>4.8829078692946837E-4</c:v>
                </c:pt>
                <c:pt idx="26">
                  <c:v>5.0782241839986142E-4</c:v>
                </c:pt>
                <c:pt idx="27">
                  <c:v>5.2735404988002443E-4</c:v>
                </c:pt>
                <c:pt idx="28">
                  <c:v>5.4688568135929927E-4</c:v>
                </c:pt>
                <c:pt idx="29">
                  <c:v>5.6641731283946228E-4</c:v>
                </c:pt>
                <c:pt idx="30">
                  <c:v>5.8594894430985534E-4</c:v>
                </c:pt>
                <c:pt idx="31">
                  <c:v>6.0548057579001835E-4</c:v>
                </c:pt>
                <c:pt idx="32">
                  <c:v>6.2501220726929319E-4</c:v>
                </c:pt>
                <c:pt idx="33">
                  <c:v>6.4454383873968624E-4</c:v>
                </c:pt>
                <c:pt idx="34">
                  <c:v>6.6407547021984925E-4</c:v>
                </c:pt>
                <c:pt idx="35">
                  <c:v>6.8360710170001227E-4</c:v>
                </c:pt>
                <c:pt idx="36">
                  <c:v>7.031387331792871E-4</c:v>
                </c:pt>
                <c:pt idx="37">
                  <c:v>7.2267036464968015E-4</c:v>
                </c:pt>
                <c:pt idx="38">
                  <c:v>7.4220199612984317E-4</c:v>
                </c:pt>
                <c:pt idx="39">
                  <c:v>7.6173362761000618E-4</c:v>
                </c:pt>
                <c:pt idx="40">
                  <c:v>7.8126525907951105E-4</c:v>
                </c:pt>
                <c:pt idx="41">
                  <c:v>8.0079689055967407E-4</c:v>
                </c:pt>
                <c:pt idx="42">
                  <c:v>8.2032852203983708E-4</c:v>
                </c:pt>
                <c:pt idx="43">
                  <c:v>8.398601535200001E-4</c:v>
                </c:pt>
                <c:pt idx="44">
                  <c:v>8.5939178498950497E-4</c:v>
                </c:pt>
                <c:pt idx="45">
                  <c:v>8.7892341646966798E-4</c:v>
                </c:pt>
                <c:pt idx="46">
                  <c:v>8.98455047949831E-4</c:v>
                </c:pt>
                <c:pt idx="47">
                  <c:v>9.1798667941933587E-4</c:v>
                </c:pt>
                <c:pt idx="48">
                  <c:v>9.3751831089949889E-4</c:v>
                </c:pt>
                <c:pt idx="49">
                  <c:v>9.570499423796619E-4</c:v>
                </c:pt>
                <c:pt idx="50">
                  <c:v>9.7658157385982491E-4</c:v>
                </c:pt>
                <c:pt idx="51">
                  <c:v>9.9611320532932979E-4</c:v>
                </c:pt>
                <c:pt idx="52">
                  <c:v>1.0156448368094928E-3</c:v>
                </c:pt>
                <c:pt idx="53">
                  <c:v>1.0351764682896558E-3</c:v>
                </c:pt>
                <c:pt idx="54">
                  <c:v>1.0547080997698188E-3</c:v>
                </c:pt>
                <c:pt idx="55">
                  <c:v>1.0742397312393237E-3</c:v>
                </c:pt>
                <c:pt idx="56">
                  <c:v>1.0937713627194867E-3</c:v>
                </c:pt>
                <c:pt idx="57">
                  <c:v>1.1133029941996497E-3</c:v>
                </c:pt>
                <c:pt idx="58">
                  <c:v>1.1328346256700428E-3</c:v>
                </c:pt>
                <c:pt idx="59">
                  <c:v>1.1523662571493176E-3</c:v>
                </c:pt>
                <c:pt idx="60">
                  <c:v>1.1718978886294806E-3</c:v>
                </c:pt>
                <c:pt idx="61">
                  <c:v>1.1914295201096436E-3</c:v>
                </c:pt>
                <c:pt idx="62">
                  <c:v>1.2109611515800367E-3</c:v>
                </c:pt>
                <c:pt idx="63">
                  <c:v>1.2304927830593115E-3</c:v>
                </c:pt>
                <c:pt idx="64">
                  <c:v>1.2500244145394745E-3</c:v>
                </c:pt>
                <c:pt idx="65">
                  <c:v>1.2695560460098676E-3</c:v>
                </c:pt>
                <c:pt idx="66">
                  <c:v>1.2890876774900306E-3</c:v>
                </c:pt>
                <c:pt idx="67">
                  <c:v>1.3086193089693055E-3</c:v>
                </c:pt>
                <c:pt idx="68">
                  <c:v>1.3281509404494685E-3</c:v>
                </c:pt>
                <c:pt idx="69">
                  <c:v>1.3476825719198615E-3</c:v>
                </c:pt>
                <c:pt idx="70">
                  <c:v>1.3672142034000245E-3</c:v>
                </c:pt>
                <c:pt idx="71">
                  <c:v>1.3867458348792994E-3</c:v>
                </c:pt>
                <c:pt idx="72">
                  <c:v>1.4062774663496924E-3</c:v>
                </c:pt>
                <c:pt idx="73">
                  <c:v>1.4258090978298554E-3</c:v>
                </c:pt>
                <c:pt idx="74">
                  <c:v>1.4453407293100184E-3</c:v>
                </c:pt>
                <c:pt idx="75">
                  <c:v>1.4648723607892933E-3</c:v>
                </c:pt>
                <c:pt idx="76">
                  <c:v>1.4844039922596863E-3</c:v>
                </c:pt>
                <c:pt idx="77">
                  <c:v>1.5039356237398493E-3</c:v>
                </c:pt>
                <c:pt idx="78">
                  <c:v>1.5234672552200124E-3</c:v>
                </c:pt>
                <c:pt idx="79">
                  <c:v>1.5429988866895172E-3</c:v>
                </c:pt>
                <c:pt idx="80">
                  <c:v>1.5625305181696802E-3</c:v>
                </c:pt>
                <c:pt idx="81">
                  <c:v>1.5820621496498433E-3</c:v>
                </c:pt>
                <c:pt idx="82">
                  <c:v>1.6015937811300063E-3</c:v>
                </c:pt>
                <c:pt idx="83">
                  <c:v>1.6211254125995112E-3</c:v>
                </c:pt>
                <c:pt idx="84">
                  <c:v>1.6406570440796742E-3</c:v>
                </c:pt>
                <c:pt idx="85">
                  <c:v>1.6601886755598372E-3</c:v>
                </c:pt>
                <c:pt idx="86">
                  <c:v>1.6797203070293421E-3</c:v>
                </c:pt>
                <c:pt idx="87">
                  <c:v>1.6992519385095051E-3</c:v>
                </c:pt>
                <c:pt idx="88">
                  <c:v>1.7187835699896681E-3</c:v>
                </c:pt>
                <c:pt idx="89">
                  <c:v>1.7383152014698311E-3</c:v>
                </c:pt>
                <c:pt idx="90">
                  <c:v>1.757846832939336E-3</c:v>
                </c:pt>
                <c:pt idx="91">
                  <c:v>1.777378464419499E-3</c:v>
                </c:pt>
                <c:pt idx="92">
                  <c:v>1.796910095899662E-3</c:v>
                </c:pt>
                <c:pt idx="93">
                  <c:v>1.816441727379825E-3</c:v>
                </c:pt>
                <c:pt idx="94">
                  <c:v>1.8359733588493299E-3</c:v>
                </c:pt>
                <c:pt idx="95">
                  <c:v>1.8555049903294929E-3</c:v>
                </c:pt>
                <c:pt idx="96">
                  <c:v>1.8750366218096559E-3</c:v>
                </c:pt>
                <c:pt idx="97">
                  <c:v>1.8945682532791608E-3</c:v>
                </c:pt>
                <c:pt idx="98">
                  <c:v>1.9140998847593238E-3</c:v>
                </c:pt>
                <c:pt idx="99">
                  <c:v>1.9336315162394868E-3</c:v>
                </c:pt>
                <c:pt idx="100">
                  <c:v>1.9531631477196498E-3</c:v>
                </c:pt>
                <c:pt idx="101">
                  <c:v>1.9726947791900429E-3</c:v>
                </c:pt>
                <c:pt idx="102">
                  <c:v>1.9922264106693177E-3</c:v>
                </c:pt>
                <c:pt idx="103">
                  <c:v>2.0117580421494807E-3</c:v>
                </c:pt>
                <c:pt idx="104">
                  <c:v>2.0312896736198738E-3</c:v>
                </c:pt>
                <c:pt idx="105">
                  <c:v>2.0508213051000368E-3</c:v>
                </c:pt>
                <c:pt idx="106">
                  <c:v>2.0703529365793116E-3</c:v>
                </c:pt>
                <c:pt idx="107">
                  <c:v>2.0898845680594746E-3</c:v>
                </c:pt>
                <c:pt idx="108">
                  <c:v>2.1094161995298677E-3</c:v>
                </c:pt>
                <c:pt idx="109">
                  <c:v>2.1289478310100307E-3</c:v>
                </c:pt>
                <c:pt idx="110">
                  <c:v>2.1484794624893055E-3</c:v>
                </c:pt>
                <c:pt idx="111">
                  <c:v>2.1680110939596986E-3</c:v>
                </c:pt>
                <c:pt idx="112">
                  <c:v>2.1875427254398616E-3</c:v>
                </c:pt>
                <c:pt idx="113">
                  <c:v>2.2070743569200246E-3</c:v>
                </c:pt>
                <c:pt idx="114">
                  <c:v>2.2266059883992995E-3</c:v>
                </c:pt>
                <c:pt idx="115">
                  <c:v>2.2461376198696925E-3</c:v>
                </c:pt>
                <c:pt idx="116">
                  <c:v>2.2656692513498555E-3</c:v>
                </c:pt>
                <c:pt idx="117">
                  <c:v>2.2852008828300185E-3</c:v>
                </c:pt>
                <c:pt idx="118">
                  <c:v>2.3047325142995234E-3</c:v>
                </c:pt>
                <c:pt idx="119">
                  <c:v>2.3242641457796864E-3</c:v>
                </c:pt>
                <c:pt idx="120">
                  <c:v>2.3437957772598494E-3</c:v>
                </c:pt>
                <c:pt idx="121">
                  <c:v>2.3633274087400125E-3</c:v>
                </c:pt>
                <c:pt idx="122">
                  <c:v>2.3828590402095173E-3</c:v>
                </c:pt>
                <c:pt idx="123">
                  <c:v>2.4023906716896803E-3</c:v>
                </c:pt>
                <c:pt idx="124">
                  <c:v>2.4219223031698434E-3</c:v>
                </c:pt>
                <c:pt idx="125">
                  <c:v>2.4414539346393482E-3</c:v>
                </c:pt>
                <c:pt idx="126">
                  <c:v>2.4609855661195112E-3</c:v>
                </c:pt>
                <c:pt idx="127">
                  <c:v>2.4805171975996743E-3</c:v>
                </c:pt>
                <c:pt idx="128">
                  <c:v>2.5000488290798373E-3</c:v>
                </c:pt>
                <c:pt idx="129">
                  <c:v>2.5195804605493421E-3</c:v>
                </c:pt>
                <c:pt idx="130">
                  <c:v>2.5391120920295052E-3</c:v>
                </c:pt>
                <c:pt idx="131">
                  <c:v>2.5586437235096682E-3</c:v>
                </c:pt>
                <c:pt idx="132">
                  <c:v>2.5781753549791731E-3</c:v>
                </c:pt>
                <c:pt idx="133">
                  <c:v>2.5977069864593361E-3</c:v>
                </c:pt>
                <c:pt idx="134">
                  <c:v>2.6172386179394991E-3</c:v>
                </c:pt>
                <c:pt idx="135">
                  <c:v>2.6367702494196621E-3</c:v>
                </c:pt>
                <c:pt idx="136">
                  <c:v>2.656301880889167E-3</c:v>
                </c:pt>
                <c:pt idx="137">
                  <c:v>2.67583351236933E-3</c:v>
                </c:pt>
                <c:pt idx="138">
                  <c:v>2.695365143849493E-3</c:v>
                </c:pt>
                <c:pt idx="139">
                  <c:v>2.714896775329656E-3</c:v>
                </c:pt>
                <c:pt idx="140">
                  <c:v>2.7344284067991609E-3</c:v>
                </c:pt>
                <c:pt idx="141">
                  <c:v>2.7539600382793239E-3</c:v>
                </c:pt>
                <c:pt idx="142">
                  <c:v>2.7734916697594869E-3</c:v>
                </c:pt>
                <c:pt idx="143">
                  <c:v>2.79302330122988E-3</c:v>
                </c:pt>
                <c:pt idx="144">
                  <c:v>2.812554932710043E-3</c:v>
                </c:pt>
                <c:pt idx="145">
                  <c:v>2.8320865641893178E-3</c:v>
                </c:pt>
                <c:pt idx="146">
                  <c:v>2.8516181956597109E-3</c:v>
                </c:pt>
                <c:pt idx="147">
                  <c:v>2.8711498271398739E-3</c:v>
                </c:pt>
                <c:pt idx="148">
                  <c:v>2.8906814586200369E-3</c:v>
                </c:pt>
                <c:pt idx="149">
                  <c:v>2.9102130900993117E-3</c:v>
                </c:pt>
                <c:pt idx="150">
                  <c:v>2.9297447215697048E-3</c:v>
                </c:pt>
                <c:pt idx="151">
                  <c:v>2.9492763530498678E-3</c:v>
                </c:pt>
                <c:pt idx="152">
                  <c:v>2.9688079845300308E-3</c:v>
                </c:pt>
                <c:pt idx="153">
                  <c:v>2.9883396160093056E-3</c:v>
                </c:pt>
                <c:pt idx="154">
                  <c:v>3.0078712474796987E-3</c:v>
                </c:pt>
                <c:pt idx="155">
                  <c:v>3.0274028789598617E-3</c:v>
                </c:pt>
                <c:pt idx="156">
                  <c:v>3.0469345104400247E-3</c:v>
                </c:pt>
                <c:pt idx="157">
                  <c:v>3.0664661419095296E-3</c:v>
                </c:pt>
                <c:pt idx="158">
                  <c:v>3.0859977733896926E-3</c:v>
                </c:pt>
                <c:pt idx="159">
                  <c:v>3.1055294048698556E-3</c:v>
                </c:pt>
                <c:pt idx="160">
                  <c:v>3.1250610363500186E-3</c:v>
                </c:pt>
                <c:pt idx="161">
                  <c:v>3.1445926678195235E-3</c:v>
                </c:pt>
                <c:pt idx="162">
                  <c:v>3.1641242992996865E-3</c:v>
                </c:pt>
                <c:pt idx="163">
                  <c:v>3.1836559307798495E-3</c:v>
                </c:pt>
                <c:pt idx="164">
                  <c:v>3.2031875622493544E-3</c:v>
                </c:pt>
                <c:pt idx="165">
                  <c:v>3.2227191937295174E-3</c:v>
                </c:pt>
                <c:pt idx="166">
                  <c:v>3.2422508252096804E-3</c:v>
                </c:pt>
                <c:pt idx="167">
                  <c:v>3.2617824566898435E-3</c:v>
                </c:pt>
                <c:pt idx="168">
                  <c:v>3.2813140881593483E-3</c:v>
                </c:pt>
                <c:pt idx="169">
                  <c:v>3.3008457196395113E-3</c:v>
                </c:pt>
                <c:pt idx="170">
                  <c:v>3.3203773511196744E-3</c:v>
                </c:pt>
                <c:pt idx="171">
                  <c:v>3.3399089825891792E-3</c:v>
                </c:pt>
                <c:pt idx="172">
                  <c:v>3.3594406140693422E-3</c:v>
                </c:pt>
                <c:pt idx="173">
                  <c:v>3.3789722455495053E-3</c:v>
                </c:pt>
                <c:pt idx="174">
                  <c:v>3.3985038770296683E-3</c:v>
                </c:pt>
                <c:pt idx="175">
                  <c:v>3.4180355084991731E-3</c:v>
                </c:pt>
                <c:pt idx="176">
                  <c:v>3.4375671399793362E-3</c:v>
                </c:pt>
                <c:pt idx="177">
                  <c:v>3.4570987714594992E-3</c:v>
                </c:pt>
                <c:pt idx="178">
                  <c:v>3.4766304029396622E-3</c:v>
                </c:pt>
                <c:pt idx="179">
                  <c:v>3.4961620344091671E-3</c:v>
                </c:pt>
                <c:pt idx="180">
                  <c:v>3.5156936658893301E-3</c:v>
                </c:pt>
                <c:pt idx="181">
                  <c:v>3.5352252973694931E-3</c:v>
                </c:pt>
                <c:pt idx="182">
                  <c:v>3.5547569288398861E-3</c:v>
                </c:pt>
                <c:pt idx="183">
                  <c:v>3.574288560319161E-3</c:v>
                </c:pt>
                <c:pt idx="184">
                  <c:v>3.593820191799324E-3</c:v>
                </c:pt>
                <c:pt idx="185">
                  <c:v>3.613351823279487E-3</c:v>
                </c:pt>
                <c:pt idx="186">
                  <c:v>3.6328834547498801E-3</c:v>
                </c:pt>
                <c:pt idx="187">
                  <c:v>3.6524150862300431E-3</c:v>
                </c:pt>
                <c:pt idx="188">
                  <c:v>3.6719467177093179E-3</c:v>
                </c:pt>
                <c:pt idx="189">
                  <c:v>3.691478349179711E-3</c:v>
                </c:pt>
                <c:pt idx="190">
                  <c:v>3.711009980659874E-3</c:v>
                </c:pt>
                <c:pt idx="191">
                  <c:v>3.730541612140037E-3</c:v>
                </c:pt>
                <c:pt idx="192">
                  <c:v>3.7500732436193118E-3</c:v>
                </c:pt>
                <c:pt idx="193">
                  <c:v>3.7696048750897049E-3</c:v>
                </c:pt>
                <c:pt idx="194">
                  <c:v>3.7891365065698679E-3</c:v>
                </c:pt>
                <c:pt idx="195">
                  <c:v>3.8086681380500309E-3</c:v>
                </c:pt>
                <c:pt idx="196">
                  <c:v>3.8281997695195358E-3</c:v>
                </c:pt>
                <c:pt idx="197">
                  <c:v>3.8477314009996988E-3</c:v>
                </c:pt>
                <c:pt idx="198">
                  <c:v>3.8672630324798618E-3</c:v>
                </c:pt>
                <c:pt idx="199">
                  <c:v>3.8867946639600248E-3</c:v>
                </c:pt>
                <c:pt idx="200">
                  <c:v>3.9063262954295297E-3</c:v>
                </c:pt>
                <c:pt idx="201">
                  <c:v>3.9258579269096927E-3</c:v>
                </c:pt>
                <c:pt idx="202">
                  <c:v>3.9453895583898557E-3</c:v>
                </c:pt>
                <c:pt idx="203">
                  <c:v>3.9649211898593606E-3</c:v>
                </c:pt>
                <c:pt idx="204">
                  <c:v>3.9844528213395236E-3</c:v>
                </c:pt>
                <c:pt idx="205">
                  <c:v>4.0039844528196866E-3</c:v>
                </c:pt>
                <c:pt idx="206">
                  <c:v>4.0235160842998496E-3</c:v>
                </c:pt>
                <c:pt idx="207">
                  <c:v>4.0430477157693545E-3</c:v>
                </c:pt>
                <c:pt idx="208">
                  <c:v>4.0625793472495175E-3</c:v>
                </c:pt>
                <c:pt idx="209">
                  <c:v>4.0821109787296805E-3</c:v>
                </c:pt>
                <c:pt idx="210">
                  <c:v>4.1016426101991854E-3</c:v>
                </c:pt>
                <c:pt idx="211">
                  <c:v>4.1211742416793484E-3</c:v>
                </c:pt>
                <c:pt idx="212">
                  <c:v>4.1407058731595114E-3</c:v>
                </c:pt>
                <c:pt idx="213">
                  <c:v>4.1602375046396745E-3</c:v>
                </c:pt>
                <c:pt idx="214">
                  <c:v>4.1797691361091793E-3</c:v>
                </c:pt>
                <c:pt idx="215">
                  <c:v>4.1993007675893423E-3</c:v>
                </c:pt>
                <c:pt idx="216">
                  <c:v>4.2188323990695054E-3</c:v>
                </c:pt>
                <c:pt idx="217">
                  <c:v>4.2383640305496684E-3</c:v>
                </c:pt>
                <c:pt idx="218">
                  <c:v>4.2578956620191732E-3</c:v>
                </c:pt>
                <c:pt idx="219">
                  <c:v>4.2774272934993363E-3</c:v>
                </c:pt>
                <c:pt idx="220">
                  <c:v>4.2969589249794993E-3</c:v>
                </c:pt>
                <c:pt idx="221">
                  <c:v>4.3164905564498923E-3</c:v>
                </c:pt>
                <c:pt idx="222">
                  <c:v>4.3360221879291672E-3</c:v>
                </c:pt>
                <c:pt idx="223">
                  <c:v>4.3555538194093302E-3</c:v>
                </c:pt>
                <c:pt idx="224">
                  <c:v>4.3750854508894932E-3</c:v>
                </c:pt>
                <c:pt idx="225">
                  <c:v>4.3946170823598862E-3</c:v>
                </c:pt>
                <c:pt idx="226">
                  <c:v>4.4141487138391611E-3</c:v>
                </c:pt>
                <c:pt idx="227">
                  <c:v>4.4336803453193241E-3</c:v>
                </c:pt>
                <c:pt idx="228">
                  <c:v>4.4532119767897171E-3</c:v>
                </c:pt>
                <c:pt idx="229">
                  <c:v>4.4727436082698802E-3</c:v>
                </c:pt>
                <c:pt idx="230">
                  <c:v>4.4922752397500432E-3</c:v>
                </c:pt>
                <c:pt idx="231">
                  <c:v>4.511806871229318E-3</c:v>
                </c:pt>
                <c:pt idx="232">
                  <c:v>4.5313385026997111E-3</c:v>
                </c:pt>
                <c:pt idx="233">
                  <c:v>4.5508701341798741E-3</c:v>
                </c:pt>
                <c:pt idx="234">
                  <c:v>4.5704017656600371E-3</c:v>
                </c:pt>
                <c:pt idx="235">
                  <c:v>4.589933397129542E-3</c:v>
                </c:pt>
                <c:pt idx="236">
                  <c:v>4.609465028609705E-3</c:v>
                </c:pt>
                <c:pt idx="237">
                  <c:v>4.628996660089868E-3</c:v>
                </c:pt>
                <c:pt idx="238">
                  <c:v>4.648528291570031E-3</c:v>
                </c:pt>
                <c:pt idx="239">
                  <c:v>4.6680599230395359E-3</c:v>
                </c:pt>
                <c:pt idx="240">
                  <c:v>4.6875915545196989E-3</c:v>
                </c:pt>
                <c:pt idx="241">
                  <c:v>4.7071231859998619E-3</c:v>
                </c:pt>
                <c:pt idx="242">
                  <c:v>4.7266548174693668E-3</c:v>
                </c:pt>
                <c:pt idx="243">
                  <c:v>4.7461864489495298E-3</c:v>
                </c:pt>
                <c:pt idx="244">
                  <c:v>4.7657180804296928E-3</c:v>
                </c:pt>
                <c:pt idx="245">
                  <c:v>4.7852497119098558E-3</c:v>
                </c:pt>
                <c:pt idx="246">
                  <c:v>4.8047813433793607E-3</c:v>
                </c:pt>
                <c:pt idx="247">
                  <c:v>4.8243129748595237E-3</c:v>
                </c:pt>
                <c:pt idx="248">
                  <c:v>4.8438446063396867E-3</c:v>
                </c:pt>
                <c:pt idx="249">
                  <c:v>4.8633762378091916E-3</c:v>
                </c:pt>
                <c:pt idx="250">
                  <c:v>4.8829078692893546E-3</c:v>
                </c:pt>
                <c:pt idx="251">
                  <c:v>4.9024395007695176E-3</c:v>
                </c:pt>
                <c:pt idx="252">
                  <c:v>4.9219711322496806E-3</c:v>
                </c:pt>
                <c:pt idx="253">
                  <c:v>4.9415027637191855E-3</c:v>
                </c:pt>
                <c:pt idx="254">
                  <c:v>4.9610343951993485E-3</c:v>
                </c:pt>
                <c:pt idx="255">
                  <c:v>4.9805660266795115E-3</c:v>
                </c:pt>
                <c:pt idx="256">
                  <c:v>5.0000976581596746E-3</c:v>
                </c:pt>
                <c:pt idx="257">
                  <c:v>5.0196292896291794E-3</c:v>
                </c:pt>
                <c:pt idx="258">
                  <c:v>5.0391609211093424E-3</c:v>
                </c:pt>
                <c:pt idx="259">
                  <c:v>5.0586925525895055E-3</c:v>
                </c:pt>
                <c:pt idx="260">
                  <c:v>5.0782241840598985E-3</c:v>
                </c:pt>
                <c:pt idx="261">
                  <c:v>5.0977558155391733E-3</c:v>
                </c:pt>
                <c:pt idx="262">
                  <c:v>5.1172874470193364E-3</c:v>
                </c:pt>
                <c:pt idx="263">
                  <c:v>5.1368190784994994E-3</c:v>
                </c:pt>
                <c:pt idx="264">
                  <c:v>5.1563507099698924E-3</c:v>
                </c:pt>
                <c:pt idx="265">
                  <c:v>5.1758823414491673E-3</c:v>
                </c:pt>
                <c:pt idx="266">
                  <c:v>5.1954139729293303E-3</c:v>
                </c:pt>
                <c:pt idx="267">
                  <c:v>5.2149456043997233E-3</c:v>
                </c:pt>
                <c:pt idx="268">
                  <c:v>5.2344772358798863E-3</c:v>
                </c:pt>
                <c:pt idx="269">
                  <c:v>5.2540088673591612E-3</c:v>
                </c:pt>
                <c:pt idx="270">
                  <c:v>5.2735404988393242E-3</c:v>
                </c:pt>
                <c:pt idx="271">
                  <c:v>5.2930721303097172E-3</c:v>
                </c:pt>
                <c:pt idx="272">
                  <c:v>5.3126037617898803E-3</c:v>
                </c:pt>
                <c:pt idx="273">
                  <c:v>5.3321353932700433E-3</c:v>
                </c:pt>
                <c:pt idx="274">
                  <c:v>5.3516670247395481E-3</c:v>
                </c:pt>
                <c:pt idx="275">
                  <c:v>5.3711986562197112E-3</c:v>
                </c:pt>
                <c:pt idx="276">
                  <c:v>5.3907302876998742E-3</c:v>
                </c:pt>
                <c:pt idx="277">
                  <c:v>5.4102619191800372E-3</c:v>
                </c:pt>
                <c:pt idx="278">
                  <c:v>5.4297935506495421E-3</c:v>
                </c:pt>
                <c:pt idx="279">
                  <c:v>5.4493251821297051E-3</c:v>
                </c:pt>
                <c:pt idx="280">
                  <c:v>5.4688568136098681E-3</c:v>
                </c:pt>
                <c:pt idx="281">
                  <c:v>5.488388445079373E-3</c:v>
                </c:pt>
                <c:pt idx="282">
                  <c:v>5.507920076559536E-3</c:v>
                </c:pt>
                <c:pt idx="283">
                  <c:v>5.527451708039699E-3</c:v>
                </c:pt>
                <c:pt idx="284">
                  <c:v>5.546983339519862E-3</c:v>
                </c:pt>
                <c:pt idx="285">
                  <c:v>5.5665149709893669E-3</c:v>
                </c:pt>
                <c:pt idx="286">
                  <c:v>5.5860466024695299E-3</c:v>
                </c:pt>
                <c:pt idx="287">
                  <c:v>5.6055782339496929E-3</c:v>
                </c:pt>
                <c:pt idx="288">
                  <c:v>5.6251098654191978E-3</c:v>
                </c:pt>
                <c:pt idx="289">
                  <c:v>5.6446414968993608E-3</c:v>
                </c:pt>
                <c:pt idx="290">
                  <c:v>5.6641731283795238E-3</c:v>
                </c:pt>
                <c:pt idx="291">
                  <c:v>5.6837047598596868E-3</c:v>
                </c:pt>
                <c:pt idx="292">
                  <c:v>5.7032363913291917E-3</c:v>
                </c:pt>
                <c:pt idx="293">
                  <c:v>5.7227680228093547E-3</c:v>
                </c:pt>
                <c:pt idx="294">
                  <c:v>5.7422996542895177E-3</c:v>
                </c:pt>
                <c:pt idx="295">
                  <c:v>5.7618312857696807E-3</c:v>
                </c:pt>
                <c:pt idx="296">
                  <c:v>5.7813629172391856E-3</c:v>
                </c:pt>
                <c:pt idx="297">
                  <c:v>5.8008945487193486E-3</c:v>
                </c:pt>
                <c:pt idx="298">
                  <c:v>5.8204261801995116E-3</c:v>
                </c:pt>
                <c:pt idx="299">
                  <c:v>5.8399578116699047E-3</c:v>
                </c:pt>
                <c:pt idx="300">
                  <c:v>5.8594894431491795E-3</c:v>
                </c:pt>
                <c:pt idx="301">
                  <c:v>5.8790210746293425E-3</c:v>
                </c:pt>
                <c:pt idx="302">
                  <c:v>5.8985527061095056E-3</c:v>
                </c:pt>
                <c:pt idx="303">
                  <c:v>5.9180843375798986E-3</c:v>
                </c:pt>
                <c:pt idx="304">
                  <c:v>5.9376159690591734E-3</c:v>
                </c:pt>
                <c:pt idx="305">
                  <c:v>5.9571476005393365E-3</c:v>
                </c:pt>
                <c:pt idx="306">
                  <c:v>5.9766792320097295E-3</c:v>
                </c:pt>
                <c:pt idx="307">
                  <c:v>5.9962108634898925E-3</c:v>
                </c:pt>
                <c:pt idx="308">
                  <c:v>6.0157424949691674E-3</c:v>
                </c:pt>
                <c:pt idx="309">
                  <c:v>6.0352741264395604E-3</c:v>
                </c:pt>
                <c:pt idx="310">
                  <c:v>6.0548057579197234E-3</c:v>
                </c:pt>
                <c:pt idx="311">
                  <c:v>6.0743373893998864E-3</c:v>
                </c:pt>
                <c:pt idx="312">
                  <c:v>6.0938690208791613E-3</c:v>
                </c:pt>
                <c:pt idx="313">
                  <c:v>6.1134006523495543E-3</c:v>
                </c:pt>
                <c:pt idx="314">
                  <c:v>6.1329322838297173E-3</c:v>
                </c:pt>
                <c:pt idx="315">
                  <c:v>6.1524639153098803E-3</c:v>
                </c:pt>
                <c:pt idx="316">
                  <c:v>6.1719955467900434E-3</c:v>
                </c:pt>
                <c:pt idx="317">
                  <c:v>6.1915271782595482E-3</c:v>
                </c:pt>
                <c:pt idx="318">
                  <c:v>6.2110588097397113E-3</c:v>
                </c:pt>
                <c:pt idx="319">
                  <c:v>6.2305904412198743E-3</c:v>
                </c:pt>
                <c:pt idx="320">
                  <c:v>6.2501220726893791E-3</c:v>
                </c:pt>
                <c:pt idx="321">
                  <c:v>6.2696537041695422E-3</c:v>
                </c:pt>
                <c:pt idx="322">
                  <c:v>6.2891853356497052E-3</c:v>
                </c:pt>
                <c:pt idx="323">
                  <c:v>6.3087169671298682E-3</c:v>
                </c:pt>
                <c:pt idx="324">
                  <c:v>6.3282485985993731E-3</c:v>
                </c:pt>
                <c:pt idx="325">
                  <c:v>6.3477802300795361E-3</c:v>
                </c:pt>
                <c:pt idx="326">
                  <c:v>6.3673118615596991E-3</c:v>
                </c:pt>
                <c:pt idx="327">
                  <c:v>6.386843493029204E-3</c:v>
                </c:pt>
                <c:pt idx="328">
                  <c:v>6.406375124509367E-3</c:v>
                </c:pt>
                <c:pt idx="329">
                  <c:v>6.42590675598953E-3</c:v>
                </c:pt>
                <c:pt idx="330">
                  <c:v>6.445438387469693E-3</c:v>
                </c:pt>
                <c:pt idx="331">
                  <c:v>6.4649700189391979E-3</c:v>
                </c:pt>
                <c:pt idx="332">
                  <c:v>6.4845016504193609E-3</c:v>
                </c:pt>
                <c:pt idx="333">
                  <c:v>6.5040332818995239E-3</c:v>
                </c:pt>
                <c:pt idx="334">
                  <c:v>6.523564913369917E-3</c:v>
                </c:pt>
                <c:pt idx="335">
                  <c:v>6.5430965448491918E-3</c:v>
                </c:pt>
                <c:pt idx="336">
                  <c:v>6.5626281763293548E-3</c:v>
                </c:pt>
                <c:pt idx="337">
                  <c:v>6.5821598078095178E-3</c:v>
                </c:pt>
                <c:pt idx="338">
                  <c:v>6.6016914392799109E-3</c:v>
                </c:pt>
                <c:pt idx="339">
                  <c:v>6.6212230707591857E-3</c:v>
                </c:pt>
                <c:pt idx="340">
                  <c:v>6.6407547022393487E-3</c:v>
                </c:pt>
                <c:pt idx="341">
                  <c:v>6.6602863337195117E-3</c:v>
                </c:pt>
                <c:pt idx="342">
                  <c:v>6.6798179651899048E-3</c:v>
                </c:pt>
                <c:pt idx="343">
                  <c:v>6.6993495966691796E-3</c:v>
                </c:pt>
                <c:pt idx="344">
                  <c:v>6.7188812281493426E-3</c:v>
                </c:pt>
                <c:pt idx="345">
                  <c:v>6.7384128596197357E-3</c:v>
                </c:pt>
                <c:pt idx="346">
                  <c:v>6.7579444910998987E-3</c:v>
                </c:pt>
                <c:pt idx="347">
                  <c:v>6.7774761225791735E-3</c:v>
                </c:pt>
                <c:pt idx="348">
                  <c:v>6.7970077540495666E-3</c:v>
                </c:pt>
              </c:numCache>
            </c:numRef>
          </c:xVal>
          <c:yVal>
            <c:numRef>
              <c:f>'0.3'!$N$2:$N$350</c:f>
              <c:numCache>
                <c:formatCode>General</c:formatCode>
                <c:ptCount val="349"/>
                <c:pt idx="0">
                  <c:v>2.5544364399999997E-4</c:v>
                </c:pt>
                <c:pt idx="1">
                  <c:v>2.0234989300000001E-4</c:v>
                </c:pt>
                <c:pt idx="2">
                  <c:v>2.06011531E-4</c:v>
                </c:pt>
                <c:pt idx="3">
                  <c:v>2.30422451E-4</c:v>
                </c:pt>
                <c:pt idx="4">
                  <c:v>2.5361282500000002E-4</c:v>
                </c:pt>
                <c:pt idx="5">
                  <c:v>2.49340914E-4</c:v>
                </c:pt>
                <c:pt idx="6">
                  <c:v>2.4506900299999998E-4</c:v>
                </c:pt>
                <c:pt idx="7">
                  <c:v>2.8046483699999998E-4</c:v>
                </c:pt>
                <c:pt idx="8">
                  <c:v>2.24929994E-4</c:v>
                </c:pt>
                <c:pt idx="9">
                  <c:v>2.48120368E-4</c:v>
                </c:pt>
                <c:pt idx="10">
                  <c:v>2.6276692000000001E-4</c:v>
                </c:pt>
                <c:pt idx="11">
                  <c:v>2.7802374500000002E-4</c:v>
                </c:pt>
                <c:pt idx="12">
                  <c:v>3.4637432100000001E-4</c:v>
                </c:pt>
                <c:pt idx="13">
                  <c:v>2.9083947800000003E-4</c:v>
                </c:pt>
                <c:pt idx="14">
                  <c:v>2.9816275400000001E-4</c:v>
                </c:pt>
                <c:pt idx="15">
                  <c:v>2.4506900299999998E-4</c:v>
                </c:pt>
                <c:pt idx="16">
                  <c:v>1.95026617E-4</c:v>
                </c:pt>
                <c:pt idx="17">
                  <c:v>2.8900865900000002E-4</c:v>
                </c:pt>
                <c:pt idx="18">
                  <c:v>2.6703883099999997E-4</c:v>
                </c:pt>
                <c:pt idx="19">
                  <c:v>2.5056146000000001E-4</c:v>
                </c:pt>
                <c:pt idx="20">
                  <c:v>2.2126835600000001E-4</c:v>
                </c:pt>
                <c:pt idx="21">
                  <c:v>3.1036821400000001E-4</c:v>
                </c:pt>
                <c:pt idx="22">
                  <c:v>3.4271268299999999E-4</c:v>
                </c:pt>
                <c:pt idx="23">
                  <c:v>2.19437537E-4</c:v>
                </c:pt>
                <c:pt idx="24">
                  <c:v>2.3835600000000001E-4</c:v>
                </c:pt>
                <c:pt idx="25">
                  <c:v>2.0418071199999999E-4</c:v>
                </c:pt>
                <c:pt idx="26">
                  <c:v>2.8839838600000002E-4</c:v>
                </c:pt>
                <c:pt idx="27">
                  <c:v>3.8726261199999997E-4</c:v>
                </c:pt>
                <c:pt idx="28">
                  <c:v>1.710334476E-3</c:v>
                </c:pt>
                <c:pt idx="29">
                  <c:v>7.157631274E-3</c:v>
                </c:pt>
                <c:pt idx="30">
                  <c:v>1.4634085797000001E-2</c:v>
                </c:pt>
                <c:pt idx="31">
                  <c:v>1.5362141486E-2</c:v>
                </c:pt>
                <c:pt idx="32">
                  <c:v>8.7290842489999992E-3</c:v>
                </c:pt>
                <c:pt idx="33" formatCode="0.00E+00">
                  <c:v>-9.1801692999999695E-5</c:v>
                </c:pt>
                <c:pt idx="34">
                  <c:v>-5.4353520810000002E-3</c:v>
                </c:pt>
                <c:pt idx="35">
                  <c:v>-5.9321143029999997E-3</c:v>
                </c:pt>
                <c:pt idx="36">
                  <c:v>-4.9477439539999998E-3</c:v>
                </c:pt>
                <c:pt idx="37">
                  <c:v>-4.1122802169999998E-3</c:v>
                </c:pt>
                <c:pt idx="38">
                  <c:v>-3.4623394719999999E-3</c:v>
                </c:pt>
                <c:pt idx="39">
                  <c:v>-3.0351483719999999E-3</c:v>
                </c:pt>
                <c:pt idx="40">
                  <c:v>-2.8252144599999998E-3</c:v>
                </c:pt>
                <c:pt idx="41">
                  <c:v>-2.4151110040000002E-3</c:v>
                </c:pt>
                <c:pt idx="42">
                  <c:v>-1.791411998E-3</c:v>
                </c:pt>
                <c:pt idx="43">
                  <c:v>-1.613822555E-3</c:v>
                </c:pt>
                <c:pt idx="44">
                  <c:v>-1.1738157220000001E-3</c:v>
                </c:pt>
                <c:pt idx="45">
                  <c:v>-9.1750106200000001E-4</c:v>
                </c:pt>
                <c:pt idx="46">
                  <c:v>-9.3764007100000004E-4</c:v>
                </c:pt>
                <c:pt idx="47">
                  <c:v>-6.4470903100000002E-4</c:v>
                </c:pt>
                <c:pt idx="48">
                  <c:v>-5.4767562399999996E-4</c:v>
                </c:pt>
                <c:pt idx="49">
                  <c:v>-4.3050320799999998E-4</c:v>
                </c:pt>
                <c:pt idx="50">
                  <c:v>-3.7863000300000001E-4</c:v>
                </c:pt>
                <c:pt idx="51">
                  <c:v>-3.2248488699999998E-4</c:v>
                </c:pt>
                <c:pt idx="52">
                  <c:v>-2.1690765799999999E-4</c:v>
                </c:pt>
                <c:pt idx="53">
                  <c:v>-2.24841207E-4</c:v>
                </c:pt>
                <c:pt idx="54" formatCode="0.00E+00">
                  <c:v>-8.5088689999999895E-5</c:v>
                </c:pt>
                <c:pt idx="55" formatCode="0.00E+00">
                  <c:v>-8.2037324999999705E-5</c:v>
                </c:pt>
                <c:pt idx="56" formatCode="0.00E+00">
                  <c:v>-3.6877122999999799E-5</c:v>
                </c:pt>
                <c:pt idx="57" formatCode="0.00E+00">
                  <c:v>1.8047447000000201E-5</c:v>
                </c:pt>
                <c:pt idx="58">
                  <c:v>2.1394508E-4</c:v>
                </c:pt>
                <c:pt idx="59" formatCode="0.00E+00">
                  <c:v>5.2833008000000402E-5</c:v>
                </c:pt>
                <c:pt idx="60">
                  <c:v>1.3644040900000001E-4</c:v>
                </c:pt>
                <c:pt idx="61">
                  <c:v>2.37135454E-4</c:v>
                </c:pt>
                <c:pt idx="62">
                  <c:v>1.8160061099999999E-4</c:v>
                </c:pt>
                <c:pt idx="63">
                  <c:v>2.01129347E-4</c:v>
                </c:pt>
                <c:pt idx="64">
                  <c:v>1.7305678900000001E-4</c:v>
                </c:pt>
                <c:pt idx="65">
                  <c:v>3.8970370399999998E-4</c:v>
                </c:pt>
                <c:pt idx="66">
                  <c:v>3.34168861E-4</c:v>
                </c:pt>
                <c:pt idx="67">
                  <c:v>2.9877302700000001E-4</c:v>
                </c:pt>
                <c:pt idx="68">
                  <c:v>3.7993933599999999E-4</c:v>
                </c:pt>
                <c:pt idx="69">
                  <c:v>2.5178200600000001E-4</c:v>
                </c:pt>
                <c:pt idx="70">
                  <c:v>3.0487575699999998E-4</c:v>
                </c:pt>
                <c:pt idx="71">
                  <c:v>2.9450111599999999E-4</c:v>
                </c:pt>
                <c:pt idx="72">
                  <c:v>2.7436210700000001E-4</c:v>
                </c:pt>
                <c:pt idx="73">
                  <c:v>2.13334807E-4</c:v>
                </c:pt>
                <c:pt idx="74">
                  <c:v>1.4315341200000001E-4</c:v>
                </c:pt>
                <c:pt idx="75" formatCode="0.00E+00">
                  <c:v>6.1987103000000403E-5</c:v>
                </c:pt>
                <c:pt idx="76">
                  <c:v>1.3094795200000001E-4</c:v>
                </c:pt>
                <c:pt idx="77">
                  <c:v>1.2240413E-4</c:v>
                </c:pt>
                <c:pt idx="78">
                  <c:v>1.3277877099999999E-4</c:v>
                </c:pt>
                <c:pt idx="79">
                  <c:v>1.8953416E-4</c:v>
                </c:pt>
                <c:pt idx="80">
                  <c:v>1.52307507E-4</c:v>
                </c:pt>
                <c:pt idx="81">
                  <c:v>2.4506900299999998E-4</c:v>
                </c:pt>
                <c:pt idx="82">
                  <c:v>2.18827264E-4</c:v>
                </c:pt>
                <c:pt idx="83">
                  <c:v>2.0479098499999999E-4</c:v>
                </c:pt>
                <c:pt idx="84">
                  <c:v>1.71836243E-4</c:v>
                </c:pt>
                <c:pt idx="85">
                  <c:v>2.1150398799999999E-4</c:v>
                </c:pt>
                <c:pt idx="86">
                  <c:v>2.3225327000000001E-4</c:v>
                </c:pt>
                <c:pt idx="87">
                  <c:v>2.0357043900000001E-4</c:v>
                </c:pt>
                <c:pt idx="88">
                  <c:v>2.5483337100000003E-4</c:v>
                </c:pt>
                <c:pt idx="89">
                  <c:v>2.5483337100000003E-4</c:v>
                </c:pt>
                <c:pt idx="90">
                  <c:v>2.2859163199999999E-4</c:v>
                </c:pt>
                <c:pt idx="91">
                  <c:v>1.8404170300000001E-4</c:v>
                </c:pt>
                <c:pt idx="92">
                  <c:v>2.1638617199999999E-4</c:v>
                </c:pt>
                <c:pt idx="93">
                  <c:v>2.61546374E-4</c:v>
                </c:pt>
                <c:pt idx="94">
                  <c:v>2.01129347E-4</c:v>
                </c:pt>
                <c:pt idx="95">
                  <c:v>3.2257367400000001E-4</c:v>
                </c:pt>
                <c:pt idx="96">
                  <c:v>2.49951187E-4</c:v>
                </c:pt>
                <c:pt idx="97">
                  <c:v>2.60936101E-4</c:v>
                </c:pt>
                <c:pt idx="98">
                  <c:v>2.06011531E-4</c:v>
                </c:pt>
                <c:pt idx="99">
                  <c:v>2.8168538299999998E-4</c:v>
                </c:pt>
                <c:pt idx="100">
                  <c:v>2.8900865900000002E-4</c:v>
                </c:pt>
                <c:pt idx="101">
                  <c:v>2.4628954899999999E-4</c:v>
                </c:pt>
                <c:pt idx="102">
                  <c:v>2.1516562600000001E-4</c:v>
                </c:pt>
                <c:pt idx="103">
                  <c:v>1.9929852799999999E-4</c:v>
                </c:pt>
                <c:pt idx="104">
                  <c:v>2.3530463499999999E-4</c:v>
                </c:pt>
                <c:pt idx="105">
                  <c:v>3.2501476600000002E-4</c:v>
                </c:pt>
                <c:pt idx="106">
                  <c:v>2.49340914E-4</c:v>
                </c:pt>
                <c:pt idx="107">
                  <c:v>2.8778811300000001E-4</c:v>
                </c:pt>
                <c:pt idx="108">
                  <c:v>1.6878487799999999E-4</c:v>
                </c:pt>
                <c:pt idx="109">
                  <c:v>1.9868825499999999E-4</c:v>
                </c:pt>
                <c:pt idx="110">
                  <c:v>3.09757941E-4</c:v>
                </c:pt>
                <c:pt idx="111">
                  <c:v>2.1150398799999999E-4</c:v>
                </c:pt>
                <c:pt idx="112">
                  <c:v>3.5003595900000002E-4</c:v>
                </c:pt>
                <c:pt idx="113">
                  <c:v>2.5483337100000003E-4</c:v>
                </c:pt>
                <c:pt idx="114">
                  <c:v>3.21353128E-4</c:v>
                </c:pt>
                <c:pt idx="115">
                  <c:v>2.7619292600000001E-4</c:v>
                </c:pt>
                <c:pt idx="116">
                  <c:v>2.5300255200000002E-4</c:v>
                </c:pt>
                <c:pt idx="117">
                  <c:v>2.5544364399999997E-4</c:v>
                </c:pt>
                <c:pt idx="118">
                  <c:v>2.4018681899999999E-4</c:v>
                </c:pt>
                <c:pt idx="119">
                  <c:v>1.3460959E-4</c:v>
                </c:pt>
                <c:pt idx="120">
                  <c:v>2.43848457E-4</c:v>
                </c:pt>
                <c:pt idx="121">
                  <c:v>2.2248890199999999E-4</c:v>
                </c:pt>
                <c:pt idx="122">
                  <c:v>2.07232077E-4</c:v>
                </c:pt>
                <c:pt idx="123">
                  <c:v>2.6215664700000001E-4</c:v>
                </c:pt>
                <c:pt idx="124">
                  <c:v>1.29117133E-4</c:v>
                </c:pt>
                <c:pt idx="125">
                  <c:v>2.4018681899999999E-4</c:v>
                </c:pt>
                <c:pt idx="126">
                  <c:v>1.9258552499999999E-4</c:v>
                </c:pt>
                <c:pt idx="127">
                  <c:v>2.37745727E-4</c:v>
                </c:pt>
                <c:pt idx="128">
                  <c:v>1.5047668799999999E-4</c:v>
                </c:pt>
                <c:pt idx="129">
                  <c:v>1.5718969099999999E-4</c:v>
                </c:pt>
                <c:pt idx="130">
                  <c:v>1.9197525199999999E-4</c:v>
                </c:pt>
                <c:pt idx="131">
                  <c:v>1.8404170300000001E-4</c:v>
                </c:pt>
                <c:pt idx="132">
                  <c:v>2.7802374500000002E-4</c:v>
                </c:pt>
                <c:pt idx="133">
                  <c:v>1.8465197600000001E-4</c:v>
                </c:pt>
                <c:pt idx="134">
                  <c:v>1.99908801E-4</c:v>
                </c:pt>
                <c:pt idx="135">
                  <c:v>2.13334807E-4</c:v>
                </c:pt>
                <c:pt idx="136">
                  <c:v>2.24319721E-4</c:v>
                </c:pt>
                <c:pt idx="137">
                  <c:v>2.1028344199999999E-4</c:v>
                </c:pt>
                <c:pt idx="138">
                  <c:v>1.9197525199999999E-4</c:v>
                </c:pt>
                <c:pt idx="139">
                  <c:v>2.8290592899999999E-4</c:v>
                </c:pt>
                <c:pt idx="140">
                  <c:v>2.49951187E-4</c:v>
                </c:pt>
                <c:pt idx="141">
                  <c:v>2.4751009499999999E-4</c:v>
                </c:pt>
                <c:pt idx="142">
                  <c:v>3.1158876000000001E-4</c:v>
                </c:pt>
                <c:pt idx="143">
                  <c:v>2.2309917499999999E-4</c:v>
                </c:pt>
                <c:pt idx="144">
                  <c:v>2.2859163199999999E-4</c:v>
                </c:pt>
                <c:pt idx="145">
                  <c:v>1.5413832600000001E-4</c:v>
                </c:pt>
                <c:pt idx="146">
                  <c:v>2.30422451E-4</c:v>
                </c:pt>
                <c:pt idx="147">
                  <c:v>2.8656756700000001E-4</c:v>
                </c:pt>
                <c:pt idx="148">
                  <c:v>2.42627911E-4</c:v>
                </c:pt>
                <c:pt idx="149">
                  <c:v>3.0670657599999999E-4</c:v>
                </c:pt>
                <c:pt idx="150">
                  <c:v>2.48120368E-4</c:v>
                </c:pt>
                <c:pt idx="151">
                  <c:v>2.7802374500000002E-4</c:v>
                </c:pt>
                <c:pt idx="152">
                  <c:v>2.7131074199999999E-4</c:v>
                </c:pt>
                <c:pt idx="153">
                  <c:v>2.7741347200000002E-4</c:v>
                </c:pt>
                <c:pt idx="154">
                  <c:v>1.9136497900000001E-4</c:v>
                </c:pt>
                <c:pt idx="155">
                  <c:v>2.0967316900000001E-4</c:v>
                </c:pt>
                <c:pt idx="156">
                  <c:v>8.7059882800000004E-4</c:v>
                </c:pt>
                <c:pt idx="157">
                  <c:v>3.742543566E-3</c:v>
                </c:pt>
                <c:pt idx="158">
                  <c:v>5.122370819E-3</c:v>
                </c:pt>
                <c:pt idx="159">
                  <c:v>4.3802788510000001E-3</c:v>
                </c:pt>
                <c:pt idx="160">
                  <c:v>3.7089785509999999E-3</c:v>
                </c:pt>
                <c:pt idx="161">
                  <c:v>4.2234386900000002E-3</c:v>
                </c:pt>
                <c:pt idx="162">
                  <c:v>-6.7400213499999896E-4</c:v>
                </c:pt>
                <c:pt idx="163">
                  <c:v>-2.3138056859999998E-3</c:v>
                </c:pt>
                <c:pt idx="164">
                  <c:v>-2.427316464E-3</c:v>
                </c:pt>
                <c:pt idx="165">
                  <c:v>-1.843895476E-3</c:v>
                </c:pt>
                <c:pt idx="166">
                  <c:v>-1.098752143E-3</c:v>
                </c:pt>
                <c:pt idx="167">
                  <c:v>-1.4106016460000001E-3</c:v>
                </c:pt>
                <c:pt idx="168">
                  <c:v>-1.056643306E-3</c:v>
                </c:pt>
                <c:pt idx="169">
                  <c:v>-3.74968365E-4</c:v>
                </c:pt>
                <c:pt idx="170">
                  <c:v>-1.386190726E-3</c:v>
                </c:pt>
                <c:pt idx="171">
                  <c:v>-1.0810542260000001E-3</c:v>
                </c:pt>
                <c:pt idx="172">
                  <c:v>-3.6642454300000001E-4</c:v>
                </c:pt>
                <c:pt idx="173">
                  <c:v>-4.1463611000000001E-4</c:v>
                </c:pt>
                <c:pt idx="174">
                  <c:v>-2.0714329E-4</c:v>
                </c:pt>
                <c:pt idx="175">
                  <c:v>-2.9746369400000003E-4</c:v>
                </c:pt>
                <c:pt idx="176">
                  <c:v>-1.28418073E-4</c:v>
                </c:pt>
                <c:pt idx="177" formatCode="0.00E+00">
                  <c:v>-7.7765413999999699E-5</c:v>
                </c:pt>
                <c:pt idx="178" formatCode="0.00E+00">
                  <c:v>-2.5892208999999601E-5</c:v>
                </c:pt>
                <c:pt idx="179" formatCode="0.00E+00">
                  <c:v>-2.0915619999999901E-6</c:v>
                </c:pt>
                <c:pt idx="180" formatCode="0.00E+00">
                  <c:v>8.8933520000001599E-6</c:v>
                </c:pt>
                <c:pt idx="181" formatCode="0.00E+00">
                  <c:v>8.2736385000000104E-5</c:v>
                </c:pt>
                <c:pt idx="182">
                  <c:v>1.71836243E-4</c:v>
                </c:pt>
                <c:pt idx="183">
                  <c:v>2.0234989300000001E-4</c:v>
                </c:pt>
                <c:pt idx="184">
                  <c:v>2.2920190499999999E-4</c:v>
                </c:pt>
                <c:pt idx="185">
                  <c:v>1.7854924600000001E-4</c:v>
                </c:pt>
                <c:pt idx="186">
                  <c:v>9.7800687599999998E-4</c:v>
                </c:pt>
                <c:pt idx="187">
                  <c:v>3.6137759630000001E-3</c:v>
                </c:pt>
                <c:pt idx="188">
                  <c:v>4.6219469590000001E-3</c:v>
                </c:pt>
                <c:pt idx="189">
                  <c:v>1.6438147189999999E-3</c:v>
                </c:pt>
                <c:pt idx="190">
                  <c:v>1.4857540120000001E-3</c:v>
                </c:pt>
                <c:pt idx="191">
                  <c:v>3.7199634650000001E-3</c:v>
                </c:pt>
                <c:pt idx="192">
                  <c:v>2.9034181910000002E-3</c:v>
                </c:pt>
                <c:pt idx="193">
                  <c:v>6.3869508799999997E-4</c:v>
                </c:pt>
                <c:pt idx="194">
                  <c:v>-1.433181747E-3</c:v>
                </c:pt>
                <c:pt idx="195">
                  <c:v>-2.8020240859999998E-3</c:v>
                </c:pt>
                <c:pt idx="196">
                  <c:v>5.3494867800000004E-4</c:v>
                </c:pt>
                <c:pt idx="197">
                  <c:v>-1.9055330490000001E-3</c:v>
                </c:pt>
                <c:pt idx="198">
                  <c:v>-9.2970652199999995E-4</c:v>
                </c:pt>
                <c:pt idx="199">
                  <c:v>-9.7730781599999995E-4</c:v>
                </c:pt>
                <c:pt idx="200">
                  <c:v>-1.698040229E-3</c:v>
                </c:pt>
                <c:pt idx="201">
                  <c:v>-1.0950905050000001E-3</c:v>
                </c:pt>
                <c:pt idx="202">
                  <c:v>-6.16636473E-4</c:v>
                </c:pt>
                <c:pt idx="203">
                  <c:v>-5.8734336899999998E-4</c:v>
                </c:pt>
                <c:pt idx="204">
                  <c:v>-4.2623129700000001E-4</c:v>
                </c:pt>
                <c:pt idx="205">
                  <c:v>-2.6389867899999998E-4</c:v>
                </c:pt>
                <c:pt idx="206">
                  <c:v>-2.8647877999999998E-4</c:v>
                </c:pt>
                <c:pt idx="207">
                  <c:v>1.0897812400000001E-4</c:v>
                </c:pt>
                <c:pt idx="208">
                  <c:v>1.8648279499999999E-4</c:v>
                </c:pt>
                <c:pt idx="209">
                  <c:v>-2.3887748600000001E-4</c:v>
                </c:pt>
                <c:pt idx="210" formatCode="0.00E+00">
                  <c:v>6.0766557000000201E-5</c:v>
                </c:pt>
                <c:pt idx="211" formatCode="0.00E+00">
                  <c:v>-3.4436030999999998E-5</c:v>
                </c:pt>
                <c:pt idx="212">
                  <c:v>2.3469436199999999E-4</c:v>
                </c:pt>
                <c:pt idx="213" formatCode="0.00E+00">
                  <c:v>6.4428195000000102E-5</c:v>
                </c:pt>
                <c:pt idx="214">
                  <c:v>2.2187862900000001E-4</c:v>
                </c:pt>
                <c:pt idx="215">
                  <c:v>6.0513007299999998E-4</c:v>
                </c:pt>
                <c:pt idx="216">
                  <c:v>3.4075036889999999E-3</c:v>
                </c:pt>
                <c:pt idx="217">
                  <c:v>2.4206922480000002E-3</c:v>
                </c:pt>
                <c:pt idx="218">
                  <c:v>3.0529350759999998E-3</c:v>
                </c:pt>
                <c:pt idx="219">
                  <c:v>-6.6911995100000002E-4</c:v>
                </c:pt>
                <c:pt idx="220" formatCode="0.00E+00">
                  <c:v>-2.4061389999999901E-5</c:v>
                </c:pt>
                <c:pt idx="221" formatCode="0.00E+00">
                  <c:v>3.0863179999999998E-5</c:v>
                </c:pt>
                <c:pt idx="222">
                  <c:v>1.6346606239999999E-3</c:v>
                </c:pt>
                <c:pt idx="223">
                  <c:v>2.4451031679999999E-3</c:v>
                </c:pt>
                <c:pt idx="224">
                  <c:v>1.6756433200000001E-4</c:v>
                </c:pt>
                <c:pt idx="225">
                  <c:v>-1.4319612010000001E-3</c:v>
                </c:pt>
                <c:pt idx="226">
                  <c:v>-2.1751793099999999E-4</c:v>
                </c:pt>
                <c:pt idx="227">
                  <c:v>-4.5735521999999999E-4</c:v>
                </c:pt>
                <c:pt idx="228">
                  <c:v>-3.9083546300000001E-4</c:v>
                </c:pt>
                <c:pt idx="229">
                  <c:v>-2.8953014499999999E-4</c:v>
                </c:pt>
                <c:pt idx="230">
                  <c:v>-1.347133254E-3</c:v>
                </c:pt>
                <c:pt idx="231">
                  <c:v>-1.96158376E-4</c:v>
                </c:pt>
                <c:pt idx="232">
                  <c:v>-4.8969968899999997E-4</c:v>
                </c:pt>
                <c:pt idx="233">
                  <c:v>-2.2667202600000001E-4</c:v>
                </c:pt>
                <c:pt idx="234">
                  <c:v>-1.4551515750000001E-3</c:v>
                </c:pt>
                <c:pt idx="235">
                  <c:v>-7.0146441999999903E-4</c:v>
                </c:pt>
                <c:pt idx="236" formatCode="0.00E+00">
                  <c:v>-8.1942919999997004E-6</c:v>
                </c:pt>
                <c:pt idx="237">
                  <c:v>-1.08889337E-4</c:v>
                </c:pt>
                <c:pt idx="238">
                  <c:v>1.9624716300000001E-4</c:v>
                </c:pt>
                <c:pt idx="239">
                  <c:v>5.7095478500000004E-4</c:v>
                </c:pt>
                <c:pt idx="240" formatCode="0.00E+00">
                  <c:v>-4.3590125999999999E-5</c:v>
                </c:pt>
                <c:pt idx="241">
                  <c:v>1.3949177399999999E-4</c:v>
                </c:pt>
                <c:pt idx="242" formatCode="0.00E+00">
                  <c:v>3.3914545000000303E-5</c:v>
                </c:pt>
                <c:pt idx="243">
                  <c:v>2.12114261E-4</c:v>
                </c:pt>
                <c:pt idx="244" formatCode="0.00E+00">
                  <c:v>1.1944716999999999E-5</c:v>
                </c:pt>
                <c:pt idx="245">
                  <c:v>7.05214845E-4</c:v>
                </c:pt>
                <c:pt idx="246">
                  <c:v>3.7993933599999999E-4</c:v>
                </c:pt>
                <c:pt idx="247" formatCode="0.00E+00">
                  <c:v>-7.7765413999999699E-5</c:v>
                </c:pt>
                <c:pt idx="248">
                  <c:v>2.2798135899999999E-4</c:v>
                </c:pt>
                <c:pt idx="249">
                  <c:v>1.6207187499999999E-4</c:v>
                </c:pt>
                <c:pt idx="250">
                  <c:v>2.6215664700000001E-4</c:v>
                </c:pt>
                <c:pt idx="251">
                  <c:v>-3.9754846599999999E-4</c:v>
                </c:pt>
                <c:pt idx="252" formatCode="0.00E+00">
                  <c:v>-6.6170226999999904E-5</c:v>
                </c:pt>
                <c:pt idx="253">
                  <c:v>3.5064623200000003E-4</c:v>
                </c:pt>
                <c:pt idx="254" formatCode="0.00E+00">
                  <c:v>8.6398022999999998E-5</c:v>
                </c:pt>
                <c:pt idx="255">
                  <c:v>8.3581326700000005E-4</c:v>
                </c:pt>
                <c:pt idx="256">
                  <c:v>8.1994616899999997E-4</c:v>
                </c:pt>
                <c:pt idx="257">
                  <c:v>7.4793395499999997E-4</c:v>
                </c:pt>
                <c:pt idx="258">
                  <c:v>1.807367883E-3</c:v>
                </c:pt>
                <c:pt idx="259">
                  <c:v>8.3886463200000001E-4</c:v>
                </c:pt>
                <c:pt idx="260">
                  <c:v>-2.4803158100000002E-4</c:v>
                </c:pt>
                <c:pt idx="261">
                  <c:v>-3.6032181299999999E-4</c:v>
                </c:pt>
                <c:pt idx="262" formatCode="0.00E+00">
                  <c:v>-3.9928487999999603E-5</c:v>
                </c:pt>
                <c:pt idx="263">
                  <c:v>-1.59541996E-4</c:v>
                </c:pt>
                <c:pt idx="264" formatCode="0.00E+00">
                  <c:v>-5.1429269999998501E-6</c:v>
                </c:pt>
                <c:pt idx="265" formatCode="0.00E+00">
                  <c:v>-9.4853057999999993E-5</c:v>
                </c:pt>
                <c:pt idx="266">
                  <c:v>1.773287E-4</c:v>
                </c:pt>
                <c:pt idx="267">
                  <c:v>-1.7907073200000001E-4</c:v>
                </c:pt>
                <c:pt idx="268">
                  <c:v>8.7731183100000002E-4</c:v>
                </c:pt>
                <c:pt idx="269">
                  <c:v>1.154986046E-3</c:v>
                </c:pt>
                <c:pt idx="270">
                  <c:v>-4.1829774799999998E-4</c:v>
                </c:pt>
                <c:pt idx="271">
                  <c:v>3.1341957900000002E-4</c:v>
                </c:pt>
                <c:pt idx="272" formatCode="0.00E+00">
                  <c:v>-8.4478416999999906E-5</c:v>
                </c:pt>
                <c:pt idx="273">
                  <c:v>1.1202948900000001E-4</c:v>
                </c:pt>
                <c:pt idx="274">
                  <c:v>9.0599466199999998E-4</c:v>
                </c:pt>
                <c:pt idx="275">
                  <c:v>1.7976979200000001E-4</c:v>
                </c:pt>
                <c:pt idx="276">
                  <c:v>-1.11940702E-4</c:v>
                </c:pt>
                <c:pt idx="277">
                  <c:v>1.3460959E-4</c:v>
                </c:pt>
                <c:pt idx="278" formatCode="0.00E+00">
                  <c:v>-2.1010024999999599E-5</c:v>
                </c:pt>
                <c:pt idx="279">
                  <c:v>2.7558265300000001E-4</c:v>
                </c:pt>
                <c:pt idx="280" formatCode="0.00E+00">
                  <c:v>-3.0774392999999602E-5</c:v>
                </c:pt>
                <c:pt idx="281">
                  <c:v>4.1899680800000001E-4</c:v>
                </c:pt>
                <c:pt idx="282">
                  <c:v>6.2771017400000003E-4</c:v>
                </c:pt>
                <c:pt idx="283">
                  <c:v>6.6371628100000003E-4</c:v>
                </c:pt>
                <c:pt idx="284">
                  <c:v>4.9345011399999996E-4</c:v>
                </c:pt>
                <c:pt idx="285">
                  <c:v>3.80549609E-4</c:v>
                </c:pt>
                <c:pt idx="286" formatCode="0.00E+00">
                  <c:v>-3.01641199999996E-5</c:v>
                </c:pt>
                <c:pt idx="287">
                  <c:v>-1.1255097500000001E-4</c:v>
                </c:pt>
                <c:pt idx="288" formatCode="0.00E+00">
                  <c:v>7.5413109000000301E-5</c:v>
                </c:pt>
                <c:pt idx="289" formatCode="0.00E+00">
                  <c:v>7.29720170000001E-5</c:v>
                </c:pt>
                <c:pt idx="290">
                  <c:v>1.82821157E-4</c:v>
                </c:pt>
                <c:pt idx="291" formatCode="0.00E+00">
                  <c:v>8.1515839000000003E-5</c:v>
                </c:pt>
                <c:pt idx="292">
                  <c:v>1.8587252200000001E-4</c:v>
                </c:pt>
                <c:pt idx="293">
                  <c:v>1.35830136E-4</c:v>
                </c:pt>
                <c:pt idx="294">
                  <c:v>1.95026617E-4</c:v>
                </c:pt>
                <c:pt idx="295">
                  <c:v>1.19963038E-4</c:v>
                </c:pt>
                <c:pt idx="296">
                  <c:v>2.5239227900000002E-4</c:v>
                </c:pt>
                <c:pt idx="297">
                  <c:v>7.5220586600000005E-4</c:v>
                </c:pt>
                <c:pt idx="298">
                  <c:v>1.5413832600000001E-4</c:v>
                </c:pt>
                <c:pt idx="299">
                  <c:v>1.13250035E-4</c:v>
                </c:pt>
                <c:pt idx="300">
                  <c:v>1.3827122799999999E-4</c:v>
                </c:pt>
                <c:pt idx="301">
                  <c:v>1.5413832600000001E-4</c:v>
                </c:pt>
                <c:pt idx="302">
                  <c:v>1.5596914499999999E-4</c:v>
                </c:pt>
                <c:pt idx="303">
                  <c:v>2.7863401800000003E-4</c:v>
                </c:pt>
                <c:pt idx="304">
                  <c:v>1.46204777E-4</c:v>
                </c:pt>
                <c:pt idx="305">
                  <c:v>2.49951187E-4</c:v>
                </c:pt>
                <c:pt idx="306">
                  <c:v>1.05926759E-4</c:v>
                </c:pt>
                <c:pt idx="307">
                  <c:v>2.5239227900000002E-4</c:v>
                </c:pt>
                <c:pt idx="308">
                  <c:v>1.53528053E-4</c:v>
                </c:pt>
                <c:pt idx="309">
                  <c:v>5.3983086199999996E-4</c:v>
                </c:pt>
                <c:pt idx="310">
                  <c:v>4.06181075E-4</c:v>
                </c:pt>
                <c:pt idx="311">
                  <c:v>7.2230248899999997E-4</c:v>
                </c:pt>
                <c:pt idx="312">
                  <c:v>1.1202948900000001E-4</c:v>
                </c:pt>
                <c:pt idx="313">
                  <c:v>1.505893021E-3</c:v>
                </c:pt>
                <c:pt idx="314">
                  <c:v>4.9283984100000002E-4</c:v>
                </c:pt>
                <c:pt idx="315">
                  <c:v>1.338678219E-3</c:v>
                </c:pt>
                <c:pt idx="316">
                  <c:v>1.142780586E-3</c:v>
                </c:pt>
                <c:pt idx="317">
                  <c:v>4.7270083199999998E-4</c:v>
                </c:pt>
                <c:pt idx="318">
                  <c:v>3.3111749599999999E-4</c:v>
                </c:pt>
                <c:pt idx="319">
                  <c:v>-4.4209839499999997E-4</c:v>
                </c:pt>
                <c:pt idx="320">
                  <c:v>-1.4550571699999999E-4</c:v>
                </c:pt>
                <c:pt idx="321">
                  <c:v>1.066496461E-3</c:v>
                </c:pt>
                <c:pt idx="322">
                  <c:v>9.0355356999999997E-4</c:v>
                </c:pt>
                <c:pt idx="323">
                  <c:v>-9.9988791700000011E-4</c:v>
                </c:pt>
                <c:pt idx="324">
                  <c:v>1.106164206E-3</c:v>
                </c:pt>
                <c:pt idx="325">
                  <c:v>4.53172096E-4</c:v>
                </c:pt>
                <c:pt idx="326" formatCode="0.00E+00">
                  <c:v>-2.34511169999998E-5</c:v>
                </c:pt>
                <c:pt idx="327">
                  <c:v>-2.14466566E-4</c:v>
                </c:pt>
                <c:pt idx="328">
                  <c:v>1.261173548E-3</c:v>
                </c:pt>
                <c:pt idx="329">
                  <c:v>2.0845262300000001E-4</c:v>
                </c:pt>
                <c:pt idx="330">
                  <c:v>-4.0609228799999997E-4</c:v>
                </c:pt>
                <c:pt idx="331" formatCode="0.00E+00">
                  <c:v>-1.30764759999997E-5</c:v>
                </c:pt>
                <c:pt idx="332">
                  <c:v>8.2665917199999995E-4</c:v>
                </c:pt>
                <c:pt idx="333">
                  <c:v>-5.5682971899999995E-4</c:v>
                </c:pt>
                <c:pt idx="334">
                  <c:v>2.12114261E-4</c:v>
                </c:pt>
                <c:pt idx="335">
                  <c:v>5.2945622099999996E-4</c:v>
                </c:pt>
                <c:pt idx="336">
                  <c:v>-3.8107109500000002E-4</c:v>
                </c:pt>
                <c:pt idx="337">
                  <c:v>3.1647094399999998E-4</c:v>
                </c:pt>
                <c:pt idx="338">
                  <c:v>1.76108154E-4</c:v>
                </c:pt>
                <c:pt idx="339" formatCode="0.00E+00">
                  <c:v>8.1515839000000003E-5</c:v>
                </c:pt>
                <c:pt idx="340" formatCode="0.00E+00">
                  <c:v>-4.1759306999999801E-5</c:v>
                </c:pt>
                <c:pt idx="341" formatCode="0.00E+00">
                  <c:v>8.8839115000000294E-5</c:v>
                </c:pt>
                <c:pt idx="342">
                  <c:v>-1.3696189500000001E-4</c:v>
                </c:pt>
                <c:pt idx="343" formatCode="0.00E+00">
                  <c:v>-3.9223809999997302E-6</c:v>
                </c:pt>
                <c:pt idx="344">
                  <c:v>1.3705068200000001E-4</c:v>
                </c:pt>
                <c:pt idx="345" formatCode="0.00E+00">
                  <c:v>-1.4297021999999801E-5</c:v>
                </c:pt>
                <c:pt idx="346">
                  <c:v>3.0731684899999999E-4</c:v>
                </c:pt>
                <c:pt idx="347">
                  <c:v>3.33558588E-4</c:v>
                </c:pt>
                <c:pt idx="348">
                  <c:v>8.86465926E-4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3E28-CE4E-AF48-9CDBF6058A5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18348944"/>
        <c:axId val="1518347984"/>
      </c:scatterChart>
      <c:valAx>
        <c:axId val="1518348944"/>
        <c:scaling>
          <c:orientation val="minMax"/>
          <c:max val="5.000000000000001E-3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rgbClr val="BFBFBF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18347984"/>
        <c:crosses val="autoZero"/>
        <c:crossBetween val="midCat"/>
      </c:valAx>
      <c:valAx>
        <c:axId val="1518347984"/>
        <c:scaling>
          <c:orientation val="minMax"/>
          <c:min val="-1.0000000000000002E-2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rgbClr val="BFBFBF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18348944"/>
        <c:crosses val="autoZero"/>
        <c:crossBetween val="midCat"/>
      </c:valAx>
    </c:plotArea>
    <c:plotVisOnly val="1"/>
    <c:dispBlanksAs val="gap"/>
    <c:showDLblsOverMax val="0"/>
    <c:extLst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>
          <a:solidFill>
            <a:schemeClr val="tx1"/>
          </a:solidFill>
          <a:latin typeface="Times New Roman" panose="02020603050405020304" pitchFamily="18" charset="0"/>
          <a:cs typeface="Times New Roman" panose="02020603050405020304" pitchFamily="18" charset="0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MX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3242175925925925"/>
          <c:y val="0.12935185185185186"/>
          <c:w val="0.81968865740740737"/>
          <c:h val="0.74129629629629634"/>
        </c:manualLayout>
      </c:layout>
      <c:scatterChart>
        <c:scatterStyle val="smoothMarker"/>
        <c:varyColors val="0"/>
        <c:ser>
          <c:idx val="0"/>
          <c:order val="0"/>
          <c:spPr>
            <a:ln w="1270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xVal>
            <c:numRef>
              <c:f>'0.35'!$I$2:$I$350</c:f>
              <c:numCache>
                <c:formatCode>General</c:formatCode>
                <c:ptCount val="349"/>
                <c:pt idx="0">
                  <c:v>0</c:v>
                </c:pt>
                <c:pt idx="1">
                  <c:v>1.9531631400226956E-5</c:v>
                </c:pt>
                <c:pt idx="2">
                  <c:v>3.9063262899929896E-5</c:v>
                </c:pt>
                <c:pt idx="3">
                  <c:v>5.8594894401409192E-5</c:v>
                </c:pt>
                <c:pt idx="4">
                  <c:v>7.8126525901112132E-5</c:v>
                </c:pt>
                <c:pt idx="5">
                  <c:v>9.7658157301339088E-5</c:v>
                </c:pt>
                <c:pt idx="6">
                  <c:v>1.1718978880104203E-4</c:v>
                </c:pt>
                <c:pt idx="7">
                  <c:v>1.3672142030074497E-4</c:v>
                </c:pt>
                <c:pt idx="8">
                  <c:v>1.5625305180044791E-4</c:v>
                </c:pt>
                <c:pt idx="9">
                  <c:v>1.7578468320067486E-4</c:v>
                </c:pt>
                <c:pt idx="10">
                  <c:v>1.953163147003778E-4</c:v>
                </c:pt>
                <c:pt idx="11">
                  <c:v>2.1484794620008074E-4</c:v>
                </c:pt>
                <c:pt idx="12">
                  <c:v>2.3437957769978368E-4</c:v>
                </c:pt>
                <c:pt idx="13">
                  <c:v>2.5391120920126298E-4</c:v>
                </c:pt>
                <c:pt idx="14">
                  <c:v>2.7344284060148993E-4</c:v>
                </c:pt>
                <c:pt idx="15">
                  <c:v>2.9297447210119287E-4</c:v>
                </c:pt>
                <c:pt idx="16">
                  <c:v>3.1250610360089581E-4</c:v>
                </c:pt>
                <c:pt idx="17">
                  <c:v>3.3203773510059875E-4</c:v>
                </c:pt>
                <c:pt idx="18">
                  <c:v>3.5156936650082571E-4</c:v>
                </c:pt>
                <c:pt idx="19">
                  <c:v>3.7110099800052865E-4</c:v>
                </c:pt>
                <c:pt idx="20">
                  <c:v>3.9063262950023159E-4</c:v>
                </c:pt>
                <c:pt idx="21">
                  <c:v>4.1016426099993453E-4</c:v>
                </c:pt>
                <c:pt idx="22">
                  <c:v>4.2969589250141382E-4</c:v>
                </c:pt>
                <c:pt idx="23">
                  <c:v>4.4922752389986442E-4</c:v>
                </c:pt>
                <c:pt idx="24">
                  <c:v>4.6875915540134372E-4</c:v>
                </c:pt>
                <c:pt idx="25">
                  <c:v>4.8829078690104666E-4</c:v>
                </c:pt>
                <c:pt idx="26">
                  <c:v>5.078224184007496E-4</c:v>
                </c:pt>
                <c:pt idx="27">
                  <c:v>5.2735404980097655E-4</c:v>
                </c:pt>
                <c:pt idx="28">
                  <c:v>5.4688568130067949E-4</c:v>
                </c:pt>
                <c:pt idx="29">
                  <c:v>5.6641731280038243E-4</c:v>
                </c:pt>
                <c:pt idx="30">
                  <c:v>5.8594894430008537E-4</c:v>
                </c:pt>
                <c:pt idx="31">
                  <c:v>6.0548057570031233E-4</c:v>
                </c:pt>
                <c:pt idx="32">
                  <c:v>6.2501220720001527E-4</c:v>
                </c:pt>
                <c:pt idx="33">
                  <c:v>6.4454383870149456E-4</c:v>
                </c:pt>
                <c:pt idx="34">
                  <c:v>6.640754702011975E-4</c:v>
                </c:pt>
                <c:pt idx="35">
                  <c:v>6.8360710170090044E-4</c:v>
                </c:pt>
                <c:pt idx="36">
                  <c:v>7.031387331011274E-4</c:v>
                </c:pt>
                <c:pt idx="37">
                  <c:v>7.2267036460083034E-4</c:v>
                </c:pt>
                <c:pt idx="38">
                  <c:v>7.4220199610053328E-4</c:v>
                </c:pt>
                <c:pt idx="39">
                  <c:v>7.6173362760023622E-4</c:v>
                </c:pt>
                <c:pt idx="40">
                  <c:v>7.8126525900046317E-4</c:v>
                </c:pt>
                <c:pt idx="41">
                  <c:v>8.0079689050016611E-4</c:v>
                </c:pt>
                <c:pt idx="42">
                  <c:v>8.2032852199986905E-4</c:v>
                </c:pt>
                <c:pt idx="43">
                  <c:v>8.3986015350134835E-4</c:v>
                </c:pt>
                <c:pt idx="44">
                  <c:v>8.5939178489979895E-4</c:v>
                </c:pt>
                <c:pt idx="45">
                  <c:v>8.7892341640127825E-4</c:v>
                </c:pt>
                <c:pt idx="46">
                  <c:v>8.9845504790098119E-4</c:v>
                </c:pt>
                <c:pt idx="47">
                  <c:v>9.1798667940068412E-4</c:v>
                </c:pt>
                <c:pt idx="48">
                  <c:v>9.3751831090038706E-4</c:v>
                </c:pt>
                <c:pt idx="49">
                  <c:v>9.5704994230061402E-4</c:v>
                </c:pt>
                <c:pt idx="50">
                  <c:v>9.7658157380031696E-4</c:v>
                </c:pt>
                <c:pt idx="51">
                  <c:v>9.961132053000199E-4</c:v>
                </c:pt>
                <c:pt idx="52">
                  <c:v>1.0156448368014992E-3</c:v>
                </c:pt>
                <c:pt idx="53">
                  <c:v>1.0351764681999498E-3</c:v>
                </c:pt>
                <c:pt idx="54">
                  <c:v>1.0547080997014291E-3</c:v>
                </c:pt>
                <c:pt idx="55">
                  <c:v>1.074239731201132E-3</c:v>
                </c:pt>
                <c:pt idx="56">
                  <c:v>1.093771362700835E-3</c:v>
                </c:pt>
                <c:pt idx="57">
                  <c:v>1.1133029942005379E-3</c:v>
                </c:pt>
                <c:pt idx="58">
                  <c:v>1.1328346256007649E-3</c:v>
                </c:pt>
                <c:pt idx="59">
                  <c:v>1.1523662571004678E-3</c:v>
                </c:pt>
                <c:pt idx="60">
                  <c:v>1.1718978886001707E-3</c:v>
                </c:pt>
                <c:pt idx="61">
                  <c:v>1.1914295200998737E-3</c:v>
                </c:pt>
                <c:pt idx="62">
                  <c:v>1.2109611515001006E-3</c:v>
                </c:pt>
                <c:pt idx="63">
                  <c:v>1.2304927829998036E-3</c:v>
                </c:pt>
                <c:pt idx="64">
                  <c:v>1.2500244145012829E-3</c:v>
                </c:pt>
                <c:pt idx="65">
                  <c:v>1.2695560460009858E-3</c:v>
                </c:pt>
                <c:pt idx="66">
                  <c:v>1.2890876774012128E-3</c:v>
                </c:pt>
                <c:pt idx="67">
                  <c:v>1.3086193089009157E-3</c:v>
                </c:pt>
                <c:pt idx="68">
                  <c:v>1.3281509404006187E-3</c:v>
                </c:pt>
                <c:pt idx="69">
                  <c:v>1.3476825719003216E-3</c:v>
                </c:pt>
                <c:pt idx="70">
                  <c:v>1.3672142034000245E-3</c:v>
                </c:pt>
                <c:pt idx="71">
                  <c:v>1.3867458348002515E-3</c:v>
                </c:pt>
                <c:pt idx="72">
                  <c:v>1.4062774662999544E-3</c:v>
                </c:pt>
                <c:pt idx="73">
                  <c:v>1.4258090978014337E-3</c:v>
                </c:pt>
                <c:pt idx="74">
                  <c:v>1.4453407293011367E-3</c:v>
                </c:pt>
                <c:pt idx="75">
                  <c:v>1.4648723607013636E-3</c:v>
                </c:pt>
                <c:pt idx="76">
                  <c:v>1.4844039922010666E-3</c:v>
                </c:pt>
                <c:pt idx="77">
                  <c:v>1.5039356237007695E-3</c:v>
                </c:pt>
                <c:pt idx="78">
                  <c:v>1.5234672552004724E-3</c:v>
                </c:pt>
                <c:pt idx="79">
                  <c:v>1.5429988867001754E-3</c:v>
                </c:pt>
                <c:pt idx="80">
                  <c:v>1.5625305181004023E-3</c:v>
                </c:pt>
                <c:pt idx="81">
                  <c:v>1.5820621496001053E-3</c:v>
                </c:pt>
                <c:pt idx="82">
                  <c:v>1.6015937810998082E-3</c:v>
                </c:pt>
                <c:pt idx="83">
                  <c:v>1.6211254126012875E-3</c:v>
                </c:pt>
                <c:pt idx="84">
                  <c:v>1.6406570439997381E-3</c:v>
                </c:pt>
                <c:pt idx="85">
                  <c:v>1.6601886755012174E-3</c:v>
                </c:pt>
                <c:pt idx="86">
                  <c:v>1.6797203070009203E-3</c:v>
                </c:pt>
                <c:pt idx="87">
                  <c:v>1.6992519385006233E-3</c:v>
                </c:pt>
                <c:pt idx="88">
                  <c:v>1.7187835699008502E-3</c:v>
                </c:pt>
                <c:pt idx="89">
                  <c:v>1.7383152014005532E-3</c:v>
                </c:pt>
                <c:pt idx="90">
                  <c:v>1.7578468329002561E-3</c:v>
                </c:pt>
                <c:pt idx="91">
                  <c:v>1.7773784643999591E-3</c:v>
                </c:pt>
                <c:pt idx="92">
                  <c:v>1.7969100959014384E-3</c:v>
                </c:pt>
                <c:pt idx="93">
                  <c:v>1.816441727299889E-3</c:v>
                </c:pt>
                <c:pt idx="94">
                  <c:v>1.8359733588013682E-3</c:v>
                </c:pt>
                <c:pt idx="95">
                  <c:v>1.8555049903010712E-3</c:v>
                </c:pt>
                <c:pt idx="96">
                  <c:v>1.8750366218007741E-3</c:v>
                </c:pt>
                <c:pt idx="97">
                  <c:v>1.8945682532010011E-3</c:v>
                </c:pt>
                <c:pt idx="98">
                  <c:v>1.914099884700704E-3</c:v>
                </c:pt>
                <c:pt idx="99">
                  <c:v>1.933631516200407E-3</c:v>
                </c:pt>
                <c:pt idx="100">
                  <c:v>1.9531631477001099E-3</c:v>
                </c:pt>
                <c:pt idx="101">
                  <c:v>1.9726947791003369E-3</c:v>
                </c:pt>
                <c:pt idx="102">
                  <c:v>1.9922264106000398E-3</c:v>
                </c:pt>
                <c:pt idx="103">
                  <c:v>2.0117580420997427E-3</c:v>
                </c:pt>
                <c:pt idx="104">
                  <c:v>2.031289673601222E-3</c:v>
                </c:pt>
                <c:pt idx="105">
                  <c:v>2.050821305100925E-3</c:v>
                </c:pt>
                <c:pt idx="106">
                  <c:v>2.0703529365011519E-3</c:v>
                </c:pt>
                <c:pt idx="107">
                  <c:v>2.0898845680008549E-3</c:v>
                </c:pt>
                <c:pt idx="108">
                  <c:v>2.1094161995005578E-3</c:v>
                </c:pt>
                <c:pt idx="109">
                  <c:v>2.1289478310002607E-3</c:v>
                </c:pt>
                <c:pt idx="110">
                  <c:v>2.1484794624004877E-3</c:v>
                </c:pt>
                <c:pt idx="111">
                  <c:v>2.1680110939001906E-3</c:v>
                </c:pt>
                <c:pt idx="112">
                  <c:v>2.1875427253998936E-3</c:v>
                </c:pt>
                <c:pt idx="113">
                  <c:v>2.2070743569013729E-3</c:v>
                </c:pt>
                <c:pt idx="114">
                  <c:v>2.2266059884010758E-3</c:v>
                </c:pt>
                <c:pt idx="115">
                  <c:v>2.2461376198013028E-3</c:v>
                </c:pt>
                <c:pt idx="116">
                  <c:v>2.2656692513010057E-3</c:v>
                </c:pt>
                <c:pt idx="117">
                  <c:v>2.2852008828007087E-3</c:v>
                </c:pt>
                <c:pt idx="118">
                  <c:v>2.3047325143004116E-3</c:v>
                </c:pt>
                <c:pt idx="119">
                  <c:v>2.3242641457006386E-3</c:v>
                </c:pt>
                <c:pt idx="120">
                  <c:v>2.3437957772003415E-3</c:v>
                </c:pt>
                <c:pt idx="121">
                  <c:v>2.3633274087000444E-3</c:v>
                </c:pt>
                <c:pt idx="122">
                  <c:v>2.3828590401997474E-3</c:v>
                </c:pt>
                <c:pt idx="123">
                  <c:v>2.4023906715999743E-3</c:v>
                </c:pt>
                <c:pt idx="124">
                  <c:v>2.4219223031014536E-3</c:v>
                </c:pt>
                <c:pt idx="125">
                  <c:v>2.4414539346011566E-3</c:v>
                </c:pt>
                <c:pt idx="126">
                  <c:v>2.4609855661008595E-3</c:v>
                </c:pt>
                <c:pt idx="127">
                  <c:v>2.4805171976005624E-3</c:v>
                </c:pt>
                <c:pt idx="128">
                  <c:v>2.5000488290007894E-3</c:v>
                </c:pt>
                <c:pt idx="129">
                  <c:v>2.5195804605004923E-3</c:v>
                </c:pt>
                <c:pt idx="130">
                  <c:v>2.5391120920001953E-3</c:v>
                </c:pt>
                <c:pt idx="131">
                  <c:v>2.5586437234998982E-3</c:v>
                </c:pt>
                <c:pt idx="132">
                  <c:v>2.5781753549001252E-3</c:v>
                </c:pt>
                <c:pt idx="133">
                  <c:v>2.5977069863998281E-3</c:v>
                </c:pt>
                <c:pt idx="134">
                  <c:v>2.6172386179013074E-3</c:v>
                </c:pt>
                <c:pt idx="135">
                  <c:v>2.6367702494010103E-3</c:v>
                </c:pt>
                <c:pt idx="136">
                  <c:v>2.6563018808012373E-3</c:v>
                </c:pt>
                <c:pt idx="137">
                  <c:v>2.6758335123009402E-3</c:v>
                </c:pt>
                <c:pt idx="138">
                  <c:v>2.6953651438006432E-3</c:v>
                </c:pt>
                <c:pt idx="139">
                  <c:v>2.7148967753003461E-3</c:v>
                </c:pt>
                <c:pt idx="140">
                  <c:v>2.7344284068000491E-3</c:v>
                </c:pt>
                <c:pt idx="141">
                  <c:v>2.753960038200276E-3</c:v>
                </c:pt>
                <c:pt idx="142">
                  <c:v>2.773491669699979E-3</c:v>
                </c:pt>
                <c:pt idx="143">
                  <c:v>2.7930233012014583E-3</c:v>
                </c:pt>
                <c:pt idx="144">
                  <c:v>2.8125549327011612E-3</c:v>
                </c:pt>
                <c:pt idx="145">
                  <c:v>2.8320865641013881E-3</c:v>
                </c:pt>
                <c:pt idx="146">
                  <c:v>2.8516181956010911E-3</c:v>
                </c:pt>
                <c:pt idx="147">
                  <c:v>2.871149827100794E-3</c:v>
                </c:pt>
                <c:pt idx="148">
                  <c:v>2.890681458600497E-3</c:v>
                </c:pt>
                <c:pt idx="149">
                  <c:v>2.9102130901001999E-3</c:v>
                </c:pt>
                <c:pt idx="150">
                  <c:v>2.9297447215004269E-3</c:v>
                </c:pt>
                <c:pt idx="151">
                  <c:v>2.9492763530001298E-3</c:v>
                </c:pt>
                <c:pt idx="152">
                  <c:v>2.9688079844998327E-3</c:v>
                </c:pt>
                <c:pt idx="153">
                  <c:v>2.988339616001312E-3</c:v>
                </c:pt>
                <c:pt idx="154">
                  <c:v>3.0078712473997626E-3</c:v>
                </c:pt>
                <c:pt idx="155">
                  <c:v>3.0274028789012419E-3</c:v>
                </c:pt>
                <c:pt idx="156">
                  <c:v>3.0469345104009449E-3</c:v>
                </c:pt>
                <c:pt idx="157">
                  <c:v>3.0664661419006478E-3</c:v>
                </c:pt>
                <c:pt idx="158">
                  <c:v>3.0859977733008748E-3</c:v>
                </c:pt>
                <c:pt idx="159">
                  <c:v>3.1055294048005777E-3</c:v>
                </c:pt>
                <c:pt idx="160">
                  <c:v>3.1250610363002806E-3</c:v>
                </c:pt>
                <c:pt idx="161">
                  <c:v>3.1445926677999836E-3</c:v>
                </c:pt>
                <c:pt idx="162">
                  <c:v>3.1641242993014629E-3</c:v>
                </c:pt>
                <c:pt idx="163">
                  <c:v>3.1836559306999135E-3</c:v>
                </c:pt>
                <c:pt idx="164">
                  <c:v>3.2031875622013928E-3</c:v>
                </c:pt>
                <c:pt idx="165">
                  <c:v>3.2227191937010957E-3</c:v>
                </c:pt>
                <c:pt idx="166">
                  <c:v>3.2422508252007987E-3</c:v>
                </c:pt>
                <c:pt idx="167">
                  <c:v>3.2617824566010256E-3</c:v>
                </c:pt>
                <c:pt idx="168">
                  <c:v>3.2813140881007286E-3</c:v>
                </c:pt>
                <c:pt idx="169">
                  <c:v>3.3008457196004315E-3</c:v>
                </c:pt>
                <c:pt idx="170">
                  <c:v>3.3203773511001344E-3</c:v>
                </c:pt>
                <c:pt idx="171">
                  <c:v>3.3399089825998374E-3</c:v>
                </c:pt>
                <c:pt idx="172">
                  <c:v>3.3594406140000643E-3</c:v>
                </c:pt>
                <c:pt idx="173">
                  <c:v>3.3789722454997673E-3</c:v>
                </c:pt>
                <c:pt idx="174">
                  <c:v>3.3985038770012466E-3</c:v>
                </c:pt>
                <c:pt idx="175">
                  <c:v>3.4180355085009495E-3</c:v>
                </c:pt>
                <c:pt idx="176">
                  <c:v>3.4375671399011765E-3</c:v>
                </c:pt>
                <c:pt idx="177">
                  <c:v>3.4570987714008794E-3</c:v>
                </c:pt>
                <c:pt idx="178">
                  <c:v>3.4766304029005823E-3</c:v>
                </c:pt>
                <c:pt idx="179">
                  <c:v>3.4961620344002853E-3</c:v>
                </c:pt>
                <c:pt idx="180">
                  <c:v>3.5156936658005122E-3</c:v>
                </c:pt>
                <c:pt idx="181">
                  <c:v>3.5352252973002152E-3</c:v>
                </c:pt>
                <c:pt idx="182">
                  <c:v>3.5547569287999181E-3</c:v>
                </c:pt>
                <c:pt idx="183">
                  <c:v>3.5742885603013974E-3</c:v>
                </c:pt>
                <c:pt idx="184">
                  <c:v>3.5938201918011003E-3</c:v>
                </c:pt>
                <c:pt idx="185">
                  <c:v>3.6133518232013273E-3</c:v>
                </c:pt>
                <c:pt idx="186">
                  <c:v>3.6328834547010302E-3</c:v>
                </c:pt>
                <c:pt idx="187">
                  <c:v>3.6524150862007332E-3</c:v>
                </c:pt>
                <c:pt idx="188">
                  <c:v>3.6719467177004361E-3</c:v>
                </c:pt>
                <c:pt idx="189">
                  <c:v>3.6914783491006631E-3</c:v>
                </c:pt>
                <c:pt idx="190">
                  <c:v>3.711009980600366E-3</c:v>
                </c:pt>
                <c:pt idx="191">
                  <c:v>3.730541612100069E-3</c:v>
                </c:pt>
                <c:pt idx="192">
                  <c:v>3.7500732435997719E-3</c:v>
                </c:pt>
                <c:pt idx="193">
                  <c:v>3.7696048749999989E-3</c:v>
                </c:pt>
                <c:pt idx="194">
                  <c:v>3.7891365065014782E-3</c:v>
                </c:pt>
                <c:pt idx="195">
                  <c:v>3.8086681380011811E-3</c:v>
                </c:pt>
                <c:pt idx="196">
                  <c:v>3.828199769500884E-3</c:v>
                </c:pt>
                <c:pt idx="197">
                  <c:v>3.847731401000587E-3</c:v>
                </c:pt>
                <c:pt idx="198">
                  <c:v>3.8672630324008139E-3</c:v>
                </c:pt>
                <c:pt idx="199">
                  <c:v>3.8867946639005169E-3</c:v>
                </c:pt>
                <c:pt idx="200">
                  <c:v>3.9063262954002198E-3</c:v>
                </c:pt>
                <c:pt idx="201">
                  <c:v>3.9258579268999227E-3</c:v>
                </c:pt>
                <c:pt idx="202">
                  <c:v>3.9453895583001497E-3</c:v>
                </c:pt>
                <c:pt idx="203">
                  <c:v>3.9649211897998526E-3</c:v>
                </c:pt>
                <c:pt idx="204">
                  <c:v>3.9844528213013319E-3</c:v>
                </c:pt>
                <c:pt idx="205">
                  <c:v>4.0039844528010349E-3</c:v>
                </c:pt>
                <c:pt idx="206">
                  <c:v>4.0235160843007378E-3</c:v>
                </c:pt>
                <c:pt idx="207">
                  <c:v>4.0430477157009648E-3</c:v>
                </c:pt>
                <c:pt idx="208">
                  <c:v>4.0625793472006677E-3</c:v>
                </c:pt>
                <c:pt idx="209">
                  <c:v>4.0821109787003707E-3</c:v>
                </c:pt>
                <c:pt idx="210">
                  <c:v>4.1016426102000736E-3</c:v>
                </c:pt>
                <c:pt idx="211">
                  <c:v>4.1211742416003005E-3</c:v>
                </c:pt>
                <c:pt idx="212">
                  <c:v>4.1407058731000035E-3</c:v>
                </c:pt>
                <c:pt idx="213">
                  <c:v>4.1602375046014828E-3</c:v>
                </c:pt>
                <c:pt idx="214">
                  <c:v>4.1797691361011857E-3</c:v>
                </c:pt>
                <c:pt idx="215">
                  <c:v>4.1993007675014127E-3</c:v>
                </c:pt>
                <c:pt idx="216">
                  <c:v>4.2188323990011156E-3</c:v>
                </c:pt>
                <c:pt idx="217">
                  <c:v>4.2383640305008186E-3</c:v>
                </c:pt>
                <c:pt idx="218">
                  <c:v>4.2578956620005215E-3</c:v>
                </c:pt>
                <c:pt idx="219">
                  <c:v>4.2774272935002244E-3</c:v>
                </c:pt>
                <c:pt idx="220">
                  <c:v>4.2969589249004514E-3</c:v>
                </c:pt>
                <c:pt idx="221">
                  <c:v>4.3164905564001543E-3</c:v>
                </c:pt>
                <c:pt idx="222">
                  <c:v>4.3360221878998573E-3</c:v>
                </c:pt>
                <c:pt idx="223">
                  <c:v>4.3555538194013366E-3</c:v>
                </c:pt>
                <c:pt idx="224">
                  <c:v>4.3750854507997872E-3</c:v>
                </c:pt>
                <c:pt idx="225">
                  <c:v>4.3946170823012665E-3</c:v>
                </c:pt>
                <c:pt idx="226">
                  <c:v>4.4141487138009694E-3</c:v>
                </c:pt>
                <c:pt idx="227">
                  <c:v>4.4336803453006723E-3</c:v>
                </c:pt>
                <c:pt idx="228">
                  <c:v>4.4532119767008993E-3</c:v>
                </c:pt>
                <c:pt idx="229">
                  <c:v>4.4727436082006022E-3</c:v>
                </c:pt>
                <c:pt idx="230">
                  <c:v>4.4922752397003052E-3</c:v>
                </c:pt>
                <c:pt idx="231">
                  <c:v>4.5118068712000081E-3</c:v>
                </c:pt>
                <c:pt idx="232">
                  <c:v>4.5313385027014874E-3</c:v>
                </c:pt>
                <c:pt idx="233">
                  <c:v>4.550870134099938E-3</c:v>
                </c:pt>
                <c:pt idx="234">
                  <c:v>4.5704017656014173E-3</c:v>
                </c:pt>
                <c:pt idx="235">
                  <c:v>4.5899333971011202E-3</c:v>
                </c:pt>
                <c:pt idx="236">
                  <c:v>4.6094650286008232E-3</c:v>
                </c:pt>
                <c:pt idx="237">
                  <c:v>4.6289966600010501E-3</c:v>
                </c:pt>
                <c:pt idx="238">
                  <c:v>4.6485282915007531E-3</c:v>
                </c:pt>
                <c:pt idx="239">
                  <c:v>4.668059923000456E-3</c:v>
                </c:pt>
                <c:pt idx="240">
                  <c:v>4.687591554500159E-3</c:v>
                </c:pt>
                <c:pt idx="241">
                  <c:v>4.7071231859998619E-3</c:v>
                </c:pt>
                <c:pt idx="242">
                  <c:v>4.7266548174000889E-3</c:v>
                </c:pt>
                <c:pt idx="243">
                  <c:v>4.7461864488997918E-3</c:v>
                </c:pt>
                <c:pt idx="244">
                  <c:v>4.7657180804012711E-3</c:v>
                </c:pt>
                <c:pt idx="245">
                  <c:v>4.785249711900974E-3</c:v>
                </c:pt>
                <c:pt idx="246">
                  <c:v>4.804781343301201E-3</c:v>
                </c:pt>
                <c:pt idx="247">
                  <c:v>4.8243129748009039E-3</c:v>
                </c:pt>
                <c:pt idx="248">
                  <c:v>4.8438446063006069E-3</c:v>
                </c:pt>
                <c:pt idx="249">
                  <c:v>4.8633762378003098E-3</c:v>
                </c:pt>
                <c:pt idx="250">
                  <c:v>4.8829078692005368E-3</c:v>
                </c:pt>
                <c:pt idx="251">
                  <c:v>4.9024395007002397E-3</c:v>
                </c:pt>
                <c:pt idx="252">
                  <c:v>4.9219711321999426E-3</c:v>
                </c:pt>
                <c:pt idx="253">
                  <c:v>4.9415027637014219E-3</c:v>
                </c:pt>
                <c:pt idx="254">
                  <c:v>4.9610343952011249E-3</c:v>
                </c:pt>
                <c:pt idx="255">
                  <c:v>4.9805660266013518E-3</c:v>
                </c:pt>
                <c:pt idx="256">
                  <c:v>5.0000976581010548E-3</c:v>
                </c:pt>
                <c:pt idx="257">
                  <c:v>5.0196292896007577E-3</c:v>
                </c:pt>
                <c:pt idx="258">
                  <c:v>5.0391609211004607E-3</c:v>
                </c:pt>
                <c:pt idx="259">
                  <c:v>5.0586925525006876E-3</c:v>
                </c:pt>
                <c:pt idx="260">
                  <c:v>5.0782241840003906E-3</c:v>
                </c:pt>
                <c:pt idx="261">
                  <c:v>5.0977558155000935E-3</c:v>
                </c:pt>
                <c:pt idx="262">
                  <c:v>5.1172874469997964E-3</c:v>
                </c:pt>
                <c:pt idx="263">
                  <c:v>5.1368190785012757E-3</c:v>
                </c:pt>
                <c:pt idx="264">
                  <c:v>5.1563507098997263E-3</c:v>
                </c:pt>
                <c:pt idx="265">
                  <c:v>5.1758823414012056E-3</c:v>
                </c:pt>
                <c:pt idx="266">
                  <c:v>5.1954139729009086E-3</c:v>
                </c:pt>
                <c:pt idx="267">
                  <c:v>5.2149456044006115E-3</c:v>
                </c:pt>
                <c:pt idx="268">
                  <c:v>5.2344772358008385E-3</c:v>
                </c:pt>
                <c:pt idx="269">
                  <c:v>5.2540088673005414E-3</c:v>
                </c:pt>
                <c:pt idx="270">
                  <c:v>5.2735404988002443E-3</c:v>
                </c:pt>
                <c:pt idx="271">
                  <c:v>5.2930721302999473E-3</c:v>
                </c:pt>
                <c:pt idx="272">
                  <c:v>5.3126037617001742E-3</c:v>
                </c:pt>
                <c:pt idx="273">
                  <c:v>5.3321353931998772E-3</c:v>
                </c:pt>
                <c:pt idx="274">
                  <c:v>5.3516670247013565E-3</c:v>
                </c:pt>
                <c:pt idx="275">
                  <c:v>5.3711986562010594E-3</c:v>
                </c:pt>
                <c:pt idx="276">
                  <c:v>5.3907302877007623E-3</c:v>
                </c:pt>
                <c:pt idx="277">
                  <c:v>5.4102619191009893E-3</c:v>
                </c:pt>
                <c:pt idx="278">
                  <c:v>5.4297935506006922E-3</c:v>
                </c:pt>
                <c:pt idx="279">
                  <c:v>5.4493251821003952E-3</c:v>
                </c:pt>
                <c:pt idx="280">
                  <c:v>5.4688568136000981E-3</c:v>
                </c:pt>
                <c:pt idx="281">
                  <c:v>5.4883884450003251E-3</c:v>
                </c:pt>
                <c:pt idx="282">
                  <c:v>5.507920076500028E-3</c:v>
                </c:pt>
                <c:pt idx="283">
                  <c:v>5.527451707999731E-3</c:v>
                </c:pt>
                <c:pt idx="284">
                  <c:v>5.5469833395012103E-3</c:v>
                </c:pt>
                <c:pt idx="285">
                  <c:v>5.5665149709014372E-3</c:v>
                </c:pt>
                <c:pt idx="286">
                  <c:v>5.5860466024011401E-3</c:v>
                </c:pt>
                <c:pt idx="287">
                  <c:v>5.6055782339008431E-3</c:v>
                </c:pt>
                <c:pt idx="288">
                  <c:v>5.625109865400546E-3</c:v>
                </c:pt>
                <c:pt idx="289">
                  <c:v>5.644641496900249E-3</c:v>
                </c:pt>
                <c:pt idx="290">
                  <c:v>5.6641731283004759E-3</c:v>
                </c:pt>
                <c:pt idx="291">
                  <c:v>5.6837047598001789E-3</c:v>
                </c:pt>
                <c:pt idx="292">
                  <c:v>5.7032363912998818E-3</c:v>
                </c:pt>
                <c:pt idx="293">
                  <c:v>5.7227680228013611E-3</c:v>
                </c:pt>
                <c:pt idx="294">
                  <c:v>5.7422996541998117E-3</c:v>
                </c:pt>
                <c:pt idx="295">
                  <c:v>5.761831285701291E-3</c:v>
                </c:pt>
                <c:pt idx="296">
                  <c:v>5.7813629172009939E-3</c:v>
                </c:pt>
                <c:pt idx="297">
                  <c:v>5.8008945487006969E-3</c:v>
                </c:pt>
                <c:pt idx="298">
                  <c:v>5.8204261802003998E-3</c:v>
                </c:pt>
                <c:pt idx="299">
                  <c:v>5.8399578116006268E-3</c:v>
                </c:pt>
                <c:pt idx="300">
                  <c:v>5.8594894431003297E-3</c:v>
                </c:pt>
                <c:pt idx="301">
                  <c:v>5.8790210746000326E-3</c:v>
                </c:pt>
                <c:pt idx="302">
                  <c:v>5.8985527060997356E-3</c:v>
                </c:pt>
                <c:pt idx="303">
                  <c:v>5.9180843374999625E-3</c:v>
                </c:pt>
                <c:pt idx="304">
                  <c:v>5.9376159690014418E-3</c:v>
                </c:pt>
                <c:pt idx="305">
                  <c:v>5.9571476005011448E-3</c:v>
                </c:pt>
                <c:pt idx="306">
                  <c:v>5.9766792320008477E-3</c:v>
                </c:pt>
                <c:pt idx="307">
                  <c:v>5.9962108634010747E-3</c:v>
                </c:pt>
                <c:pt idx="308">
                  <c:v>6.0157424949007776E-3</c:v>
                </c:pt>
                <c:pt idx="309">
                  <c:v>6.0352741264004806E-3</c:v>
                </c:pt>
                <c:pt idx="310">
                  <c:v>6.0548057579001835E-3</c:v>
                </c:pt>
                <c:pt idx="311">
                  <c:v>6.0743373893998864E-3</c:v>
                </c:pt>
                <c:pt idx="312">
                  <c:v>6.0938690208001134E-3</c:v>
                </c:pt>
                <c:pt idx="313">
                  <c:v>6.1134006522998163E-3</c:v>
                </c:pt>
                <c:pt idx="314">
                  <c:v>6.1329322838012956E-3</c:v>
                </c:pt>
                <c:pt idx="315">
                  <c:v>6.1524639153009986E-3</c:v>
                </c:pt>
                <c:pt idx="316">
                  <c:v>6.1719955467012255E-3</c:v>
                </c:pt>
                <c:pt idx="317">
                  <c:v>6.1915271782009285E-3</c:v>
                </c:pt>
                <c:pt idx="318">
                  <c:v>6.2110588097006314E-3</c:v>
                </c:pt>
                <c:pt idx="319">
                  <c:v>6.2305904412003343E-3</c:v>
                </c:pt>
                <c:pt idx="320">
                  <c:v>6.2501220727000373E-3</c:v>
                </c:pt>
                <c:pt idx="321">
                  <c:v>6.2696537041002642E-3</c:v>
                </c:pt>
                <c:pt idx="322">
                  <c:v>6.2891853355999672E-3</c:v>
                </c:pt>
                <c:pt idx="323">
                  <c:v>6.3087169671014465E-3</c:v>
                </c:pt>
                <c:pt idx="324">
                  <c:v>6.3282485986011494E-3</c:v>
                </c:pt>
                <c:pt idx="325">
                  <c:v>6.3477802300013764E-3</c:v>
                </c:pt>
                <c:pt idx="326">
                  <c:v>6.3673118615010793E-3</c:v>
                </c:pt>
                <c:pt idx="327">
                  <c:v>6.3868434930007822E-3</c:v>
                </c:pt>
                <c:pt idx="328">
                  <c:v>6.4063751245004852E-3</c:v>
                </c:pt>
                <c:pt idx="329">
                  <c:v>6.4259067559007121E-3</c:v>
                </c:pt>
                <c:pt idx="330">
                  <c:v>6.4454383874004151E-3</c:v>
                </c:pt>
                <c:pt idx="331">
                  <c:v>6.464970018900118E-3</c:v>
                </c:pt>
                <c:pt idx="332">
                  <c:v>6.484501650399821E-3</c:v>
                </c:pt>
                <c:pt idx="333">
                  <c:v>6.5040332819013003E-3</c:v>
                </c:pt>
                <c:pt idx="334">
                  <c:v>6.5235649132997509E-3</c:v>
                </c:pt>
                <c:pt idx="335">
                  <c:v>6.5430965448012302E-3</c:v>
                </c:pt>
                <c:pt idx="336">
                  <c:v>6.5626281763009331E-3</c:v>
                </c:pt>
                <c:pt idx="337">
                  <c:v>6.582159807800636E-3</c:v>
                </c:pt>
                <c:pt idx="338">
                  <c:v>6.601691439200863E-3</c:v>
                </c:pt>
                <c:pt idx="339">
                  <c:v>6.6212230707005659E-3</c:v>
                </c:pt>
                <c:pt idx="340">
                  <c:v>6.6407547022002689E-3</c:v>
                </c:pt>
                <c:pt idx="341">
                  <c:v>6.6602863336999718E-3</c:v>
                </c:pt>
                <c:pt idx="342">
                  <c:v>6.6798179651001988E-3</c:v>
                </c:pt>
                <c:pt idx="343">
                  <c:v>6.6993495965999017E-3</c:v>
                </c:pt>
                <c:pt idx="344">
                  <c:v>6.718881228101381E-3</c:v>
                </c:pt>
                <c:pt idx="345">
                  <c:v>6.7384128596010839E-3</c:v>
                </c:pt>
                <c:pt idx="346">
                  <c:v>6.7579444911007869E-3</c:v>
                </c:pt>
                <c:pt idx="347">
                  <c:v>6.7774761225010138E-3</c:v>
                </c:pt>
                <c:pt idx="348">
                  <c:v>6.7970077540007168E-3</c:v>
                </c:pt>
              </c:numCache>
            </c:numRef>
          </c:xVal>
          <c:yVal>
            <c:numRef>
              <c:f>'0.35'!$H$2:$H$350</c:f>
              <c:numCache>
                <c:formatCode>General</c:formatCode>
                <c:ptCount val="349"/>
                <c:pt idx="0">
                  <c:v>2.3286354300000001E-4</c:v>
                </c:pt>
                <c:pt idx="1">
                  <c:v>2.3225327000000001E-4</c:v>
                </c:pt>
                <c:pt idx="2">
                  <c:v>2.06621804E-4</c:v>
                </c:pt>
                <c:pt idx="3">
                  <c:v>2.2798135899999999E-4</c:v>
                </c:pt>
                <c:pt idx="4">
                  <c:v>2.1150398799999999E-4</c:v>
                </c:pt>
                <c:pt idx="5">
                  <c:v>2.37135454E-4</c:v>
                </c:pt>
                <c:pt idx="6">
                  <c:v>2.6947992299999998E-4</c:v>
                </c:pt>
                <c:pt idx="7">
                  <c:v>1.95026617E-4</c:v>
                </c:pt>
                <c:pt idx="8">
                  <c:v>2.7070046899999999E-4</c:v>
                </c:pt>
                <c:pt idx="9">
                  <c:v>2.42627911E-4</c:v>
                </c:pt>
                <c:pt idx="10">
                  <c:v>2.0418071199999999E-4</c:v>
                </c:pt>
                <c:pt idx="11">
                  <c:v>2.42017638E-4</c:v>
                </c:pt>
                <c:pt idx="12">
                  <c:v>2.7131074199999999E-4</c:v>
                </c:pt>
                <c:pt idx="13">
                  <c:v>1.76718427E-4</c:v>
                </c:pt>
                <c:pt idx="14">
                  <c:v>2.30422451E-4</c:v>
                </c:pt>
                <c:pt idx="15">
                  <c:v>2.49951187E-4</c:v>
                </c:pt>
                <c:pt idx="16">
                  <c:v>2.5727446299999998E-4</c:v>
                </c:pt>
                <c:pt idx="17">
                  <c:v>2.4018681899999999E-4</c:v>
                </c:pt>
                <c:pt idx="18">
                  <c:v>3.2806613099999998E-4</c:v>
                </c:pt>
                <c:pt idx="19">
                  <c:v>2.0418071199999999E-4</c:v>
                </c:pt>
                <c:pt idx="20">
                  <c:v>1.8770334099999999E-4</c:v>
                </c:pt>
                <c:pt idx="21">
                  <c:v>1.6817460499999999E-4</c:v>
                </c:pt>
                <c:pt idx="22">
                  <c:v>2.2370944799999999E-4</c:v>
                </c:pt>
                <c:pt idx="23">
                  <c:v>2.25540267E-4</c:v>
                </c:pt>
                <c:pt idx="24">
                  <c:v>1.99908801E-4</c:v>
                </c:pt>
                <c:pt idx="25">
                  <c:v>2.4689982199999999E-4</c:v>
                </c:pt>
                <c:pt idx="26">
                  <c:v>1.9075470600000001E-4</c:v>
                </c:pt>
                <c:pt idx="27">
                  <c:v>3.7749824399999998E-4</c:v>
                </c:pt>
                <c:pt idx="28">
                  <c:v>1.315487845E-3</c:v>
                </c:pt>
                <c:pt idx="29">
                  <c:v>7.8307623930000004E-3</c:v>
                </c:pt>
                <c:pt idx="30">
                  <c:v>2.0082603141000001E-2</c:v>
                </c:pt>
                <c:pt idx="31">
                  <c:v>2.3179738615999999E-2</c:v>
                </c:pt>
                <c:pt idx="32">
                  <c:v>1.3215811345E-2</c:v>
                </c:pt>
                <c:pt idx="33">
                  <c:v>-5.6537354099999999E-4</c:v>
                </c:pt>
                <c:pt idx="34">
                  <c:v>-7.635996519E-3</c:v>
                </c:pt>
                <c:pt idx="35">
                  <c:v>-7.7946674990000001E-3</c:v>
                </c:pt>
                <c:pt idx="36">
                  <c:v>-7.0019228719999998E-3</c:v>
                </c:pt>
                <c:pt idx="37">
                  <c:v>-5.8991595610000001E-3</c:v>
                </c:pt>
                <c:pt idx="38">
                  <c:v>-4.689598475E-3</c:v>
                </c:pt>
                <c:pt idx="39">
                  <c:v>-4.4662385569999999E-3</c:v>
                </c:pt>
                <c:pt idx="40">
                  <c:v>-3.3897169850000001E-3</c:v>
                </c:pt>
                <c:pt idx="41">
                  <c:v>-2.863661659E-3</c:v>
                </c:pt>
                <c:pt idx="42">
                  <c:v>-2.4791896690000001E-3</c:v>
                </c:pt>
                <c:pt idx="43">
                  <c:v>-2.1978538159999998E-3</c:v>
                </c:pt>
                <c:pt idx="44">
                  <c:v>-1.9287234230000001E-3</c:v>
                </c:pt>
                <c:pt idx="45">
                  <c:v>-1.4557618479999999E-3</c:v>
                </c:pt>
                <c:pt idx="46">
                  <c:v>-1.3459127080000001E-3</c:v>
                </c:pt>
                <c:pt idx="47">
                  <c:v>-1.022468018E-3</c:v>
                </c:pt>
                <c:pt idx="48">
                  <c:v>-9.4923525800000004E-4</c:v>
                </c:pt>
                <c:pt idx="49">
                  <c:v>-7.24654794E-4</c:v>
                </c:pt>
                <c:pt idx="50">
                  <c:v>-6.2212892999999997E-4</c:v>
                </c:pt>
                <c:pt idx="51">
                  <c:v>-4.6711958799999998E-4</c:v>
                </c:pt>
                <c:pt idx="52">
                  <c:v>-3.02956151E-4</c:v>
                </c:pt>
                <c:pt idx="53">
                  <c:v>-1.9859946799999999E-4</c:v>
                </c:pt>
                <c:pt idx="54">
                  <c:v>-1.2780779999999999E-4</c:v>
                </c:pt>
                <c:pt idx="55">
                  <c:v>2.07232077E-4</c:v>
                </c:pt>
                <c:pt idx="56" formatCode="0.00E+00">
                  <c:v>8.6398022999999998E-5</c:v>
                </c:pt>
                <c:pt idx="57" formatCode="0.00E+00">
                  <c:v>1.99908801E-4</c:v>
                </c:pt>
                <c:pt idx="58" formatCode="0.00E+00">
                  <c:v>9.7382937000000197E-5</c:v>
                </c:pt>
                <c:pt idx="59" formatCode="0.00E+00">
                  <c:v>-4.4810671999999598E-5</c:v>
                </c:pt>
                <c:pt idx="60" formatCode="0.00E+00">
                  <c:v>-1.13771521E-4</c:v>
                </c:pt>
                <c:pt idx="61" formatCode="0.00E+00">
                  <c:v>-1.18559299999996E-5</c:v>
                </c:pt>
                <c:pt idx="62" formatCode="0.00E+00">
                  <c:v>4.2458367000000301E-5</c:v>
                </c:pt>
                <c:pt idx="63" formatCode="0.00E+00">
                  <c:v>1.9878266000000301E-5</c:v>
                </c:pt>
                <c:pt idx="64" formatCode="0.00E+00">
                  <c:v>8.0905566000000393E-5</c:v>
                </c:pt>
                <c:pt idx="65" formatCode="0.00E+00">
                  <c:v>5.4663827000000099E-5</c:v>
                </c:pt>
                <c:pt idx="66">
                  <c:v>1.6024105600000001E-4</c:v>
                </c:pt>
                <c:pt idx="67">
                  <c:v>1.05316486E-4</c:v>
                </c:pt>
                <c:pt idx="68">
                  <c:v>1.4803559600000001E-4</c:v>
                </c:pt>
                <c:pt idx="69">
                  <c:v>1.3827122799999999E-4</c:v>
                </c:pt>
                <c:pt idx="70">
                  <c:v>2.18216991E-4</c:v>
                </c:pt>
                <c:pt idx="71">
                  <c:v>1.6634378600000001E-4</c:v>
                </c:pt>
                <c:pt idx="72">
                  <c:v>2.49340914E-4</c:v>
                </c:pt>
                <c:pt idx="73">
                  <c:v>1.7549788099999999E-4</c:v>
                </c:pt>
                <c:pt idx="74">
                  <c:v>1.6817460499999999E-4</c:v>
                </c:pt>
                <c:pt idx="75">
                  <c:v>3.9641670700000001E-4</c:v>
                </c:pt>
                <c:pt idx="76">
                  <c:v>3.2318394700000001E-4</c:v>
                </c:pt>
                <c:pt idx="77">
                  <c:v>3.7688797099999998E-4</c:v>
                </c:pt>
                <c:pt idx="78">
                  <c:v>5.3189731299999998E-4</c:v>
                </c:pt>
                <c:pt idx="79">
                  <c:v>4.3852554399999999E-4</c:v>
                </c:pt>
                <c:pt idx="80">
                  <c:v>5.3067676699999997E-4</c:v>
                </c:pt>
                <c:pt idx="81">
                  <c:v>2.1028344199999999E-4</c:v>
                </c:pt>
                <c:pt idx="82">
                  <c:v>2.0479098499999999E-4</c:v>
                </c:pt>
                <c:pt idx="83">
                  <c:v>1.40102047E-4</c:v>
                </c:pt>
                <c:pt idx="84" formatCode="0.00E+00">
                  <c:v>7.6633655000000401E-5</c:v>
                </c:pt>
                <c:pt idx="85" formatCode="0.00E+00">
                  <c:v>1.1944716999999999E-5</c:v>
                </c:pt>
                <c:pt idx="86">
                  <c:v>1.4864586900000001E-4</c:v>
                </c:pt>
                <c:pt idx="87" formatCode="0.00E+00">
                  <c:v>9.5552117999999999E-5</c:v>
                </c:pt>
                <c:pt idx="88" formatCode="0.00E+00">
                  <c:v>9.4941845000000403E-5</c:v>
                </c:pt>
                <c:pt idx="89">
                  <c:v>2.3347381600000001E-4</c:v>
                </c:pt>
                <c:pt idx="90">
                  <c:v>2.7131074199999999E-4</c:v>
                </c:pt>
                <c:pt idx="91">
                  <c:v>2.24929994E-4</c:v>
                </c:pt>
                <c:pt idx="92">
                  <c:v>2.8778811300000001E-4</c:v>
                </c:pt>
                <c:pt idx="93">
                  <c:v>2.96331935E-4</c:v>
                </c:pt>
                <c:pt idx="94">
                  <c:v>3.3172776899999999E-4</c:v>
                </c:pt>
                <c:pt idx="95">
                  <c:v>3.5857978100000001E-4</c:v>
                </c:pt>
                <c:pt idx="96">
                  <c:v>2.5239227900000002E-4</c:v>
                </c:pt>
                <c:pt idx="97">
                  <c:v>3.32948315E-4</c:v>
                </c:pt>
                <c:pt idx="98">
                  <c:v>2.2920190499999999E-4</c:v>
                </c:pt>
                <c:pt idx="99">
                  <c:v>1.76718427E-4</c:v>
                </c:pt>
                <c:pt idx="100">
                  <c:v>2.3896627300000001E-4</c:v>
                </c:pt>
                <c:pt idx="101">
                  <c:v>2.8717784000000001E-4</c:v>
                </c:pt>
                <c:pt idx="102">
                  <c:v>1.7976979200000001E-4</c:v>
                </c:pt>
                <c:pt idx="103">
                  <c:v>1.5169723399999999E-4</c:v>
                </c:pt>
                <c:pt idx="104">
                  <c:v>1.3277877099999999E-4</c:v>
                </c:pt>
                <c:pt idx="105">
                  <c:v>2.5056146000000001E-4</c:v>
                </c:pt>
                <c:pt idx="106">
                  <c:v>1.8160061099999999E-4</c:v>
                </c:pt>
                <c:pt idx="107">
                  <c:v>2.4689982199999999E-4</c:v>
                </c:pt>
                <c:pt idx="108" formatCode="0.00E+00">
                  <c:v>2.0173962E-4</c:v>
                </c:pt>
                <c:pt idx="109">
                  <c:v>2.7070046899999999E-4</c:v>
                </c:pt>
                <c:pt idx="110">
                  <c:v>3.09147668E-4</c:v>
                </c:pt>
                <c:pt idx="111">
                  <c:v>2.6703883099999997E-4</c:v>
                </c:pt>
                <c:pt idx="112">
                  <c:v>2.2370944799999999E-4</c:v>
                </c:pt>
                <c:pt idx="113">
                  <c:v>2.49951187E-4</c:v>
                </c:pt>
                <c:pt idx="114">
                  <c:v>1.4559450399999999E-4</c:v>
                </c:pt>
                <c:pt idx="115">
                  <c:v>1.7244651600000001E-4</c:v>
                </c:pt>
                <c:pt idx="116">
                  <c:v>1.57799964E-4</c:v>
                </c:pt>
                <c:pt idx="117">
                  <c:v>2.2004781E-4</c:v>
                </c:pt>
                <c:pt idx="118">
                  <c:v>1.64512967E-4</c:v>
                </c:pt>
                <c:pt idx="119">
                  <c:v>2.1150398799999999E-4</c:v>
                </c:pt>
                <c:pt idx="120">
                  <c:v>2.1394508E-4</c:v>
                </c:pt>
                <c:pt idx="121">
                  <c:v>1.70005424E-4</c:v>
                </c:pt>
                <c:pt idx="122">
                  <c:v>1.8038006499999999E-4</c:v>
                </c:pt>
                <c:pt idx="123">
                  <c:v>1.6756433200000001E-4</c:v>
                </c:pt>
                <c:pt idx="124">
                  <c:v>2.4079709199999999E-4</c:v>
                </c:pt>
                <c:pt idx="125">
                  <c:v>2.31642997E-4</c:v>
                </c:pt>
                <c:pt idx="126" formatCode="0.00E+00">
                  <c:v>2.4018681899999999E-4</c:v>
                </c:pt>
                <c:pt idx="127">
                  <c:v>3.32948315E-4</c:v>
                </c:pt>
                <c:pt idx="128">
                  <c:v>3.0243466500000002E-4</c:v>
                </c:pt>
                <c:pt idx="129">
                  <c:v>2.5239227900000002E-4</c:v>
                </c:pt>
                <c:pt idx="130">
                  <c:v>2.4445872999999998E-4</c:v>
                </c:pt>
                <c:pt idx="131">
                  <c:v>2.06011531E-4</c:v>
                </c:pt>
                <c:pt idx="132">
                  <c:v>2.2126835600000001E-4</c:v>
                </c:pt>
                <c:pt idx="133">
                  <c:v>1.4681505E-4</c:v>
                </c:pt>
                <c:pt idx="134">
                  <c:v>1.5657941799999999E-4</c:v>
                </c:pt>
                <c:pt idx="135" formatCode="0.00E+00">
                  <c:v>8.5177477000000304E-5</c:v>
                </c:pt>
                <c:pt idx="136">
                  <c:v>2.12114261E-4</c:v>
                </c:pt>
                <c:pt idx="137">
                  <c:v>1.9746770900000001E-4</c:v>
                </c:pt>
                <c:pt idx="138">
                  <c:v>1.9380607099999999E-4</c:v>
                </c:pt>
                <c:pt idx="139">
                  <c:v>1.1813221900000001E-4</c:v>
                </c:pt>
                <c:pt idx="140">
                  <c:v>1.8343143E-4</c:v>
                </c:pt>
                <c:pt idx="141">
                  <c:v>1.9563689E-4</c:v>
                </c:pt>
                <c:pt idx="142">
                  <c:v>2.25540267E-4</c:v>
                </c:pt>
                <c:pt idx="143">
                  <c:v>1.29117133E-4</c:v>
                </c:pt>
                <c:pt idx="144">
                  <c:v>1.8465197600000001E-4</c:v>
                </c:pt>
                <c:pt idx="145">
                  <c:v>2.5422309800000002E-4</c:v>
                </c:pt>
                <c:pt idx="146">
                  <c:v>1.5474859900000001E-4</c:v>
                </c:pt>
                <c:pt idx="147">
                  <c:v>2.3347381600000001E-4</c:v>
                </c:pt>
                <c:pt idx="148">
                  <c:v>1.773287E-4</c:v>
                </c:pt>
                <c:pt idx="149">
                  <c:v>1.82210884E-4</c:v>
                </c:pt>
                <c:pt idx="150">
                  <c:v>2.71921015E-4</c:v>
                </c:pt>
                <c:pt idx="151">
                  <c:v>2.8717784000000001E-4</c:v>
                </c:pt>
                <c:pt idx="152">
                  <c:v>2.4445872999999998E-4</c:v>
                </c:pt>
                <c:pt idx="153">
                  <c:v>2.13334807E-4</c:v>
                </c:pt>
                <c:pt idx="154">
                  <c:v>2.3408408899999999E-4</c:v>
                </c:pt>
                <c:pt idx="155">
                  <c:v>3.1219903300000001E-4</c:v>
                </c:pt>
                <c:pt idx="156">
                  <c:v>2.85957294E-4</c:v>
                </c:pt>
                <c:pt idx="157">
                  <c:v>2.5239227900000002E-4</c:v>
                </c:pt>
                <c:pt idx="158">
                  <c:v>2.9389084299999999E-4</c:v>
                </c:pt>
                <c:pt idx="159">
                  <c:v>2.4018681899999999E-4</c:v>
                </c:pt>
                <c:pt idx="160">
                  <c:v>2.3835600000000001E-4</c:v>
                </c:pt>
                <c:pt idx="161">
                  <c:v>2.4567927599999999E-4</c:v>
                </c:pt>
                <c:pt idx="162">
                  <c:v>2.60936101E-4</c:v>
                </c:pt>
                <c:pt idx="163">
                  <c:v>2.31642997E-4</c:v>
                </c:pt>
                <c:pt idx="164">
                  <c:v>2.1516562600000001E-4</c:v>
                </c:pt>
                <c:pt idx="165">
                  <c:v>1.9380607099999999E-4</c:v>
                </c:pt>
                <c:pt idx="166">
                  <c:v>2.5056146000000001E-4</c:v>
                </c:pt>
                <c:pt idx="167">
                  <c:v>2.2248890199999999E-4</c:v>
                </c:pt>
                <c:pt idx="168">
                  <c:v>1.3705068200000001E-4</c:v>
                </c:pt>
                <c:pt idx="169">
                  <c:v>2.19437537E-4</c:v>
                </c:pt>
                <c:pt idx="170">
                  <c:v>2.3957654600000001E-4</c:v>
                </c:pt>
                <c:pt idx="171">
                  <c:v>2.0845262300000001E-4</c:v>
                </c:pt>
                <c:pt idx="172">
                  <c:v>3.09147668E-4</c:v>
                </c:pt>
                <c:pt idx="173">
                  <c:v>2.48730641E-4</c:v>
                </c:pt>
                <c:pt idx="174">
                  <c:v>3.1525039799999997E-4</c:v>
                </c:pt>
                <c:pt idx="175">
                  <c:v>3.70174968E-4</c:v>
                </c:pt>
                <c:pt idx="176">
                  <c:v>3.8787288499999998E-4</c:v>
                </c:pt>
                <c:pt idx="177">
                  <c:v>2.9877302700000001E-4</c:v>
                </c:pt>
                <c:pt idx="178">
                  <c:v>2.5910528199999999E-4</c:v>
                </c:pt>
                <c:pt idx="179">
                  <c:v>1.8526224900000001E-4</c:v>
                </c:pt>
                <c:pt idx="180">
                  <c:v>1.19352765E-4</c:v>
                </c:pt>
                <c:pt idx="181" formatCode="0.00E+00">
                  <c:v>9.1890480000000104E-5</c:v>
                </c:pt>
                <c:pt idx="182">
                  <c:v>1.6329242099999999E-4</c:v>
                </c:pt>
                <c:pt idx="183">
                  <c:v>1.7427733499999999E-4</c:v>
                </c:pt>
                <c:pt idx="184">
                  <c:v>2.12724534E-4</c:v>
                </c:pt>
                <c:pt idx="185">
                  <c:v>2.0357043900000001E-4</c:v>
                </c:pt>
                <c:pt idx="186">
                  <c:v>2.06621804E-4</c:v>
                </c:pt>
                <c:pt idx="187">
                  <c:v>2.2737108600000001E-4</c:v>
                </c:pt>
                <c:pt idx="188">
                  <c:v>2.1150398799999999E-4</c:v>
                </c:pt>
                <c:pt idx="189">
                  <c:v>2.5117173300000001E-4</c:v>
                </c:pt>
                <c:pt idx="190">
                  <c:v>2.3347381600000001E-4</c:v>
                </c:pt>
                <c:pt idx="191">
                  <c:v>3.0731684899999999E-4</c:v>
                </c:pt>
                <c:pt idx="192">
                  <c:v>2.73751834E-4</c:v>
                </c:pt>
                <c:pt idx="193">
                  <c:v>2.9144975099999997E-4</c:v>
                </c:pt>
                <c:pt idx="194">
                  <c:v>2.48730641E-4</c:v>
                </c:pt>
                <c:pt idx="195">
                  <c:v>2.85957294E-4</c:v>
                </c:pt>
                <c:pt idx="196">
                  <c:v>2.5239227900000002E-4</c:v>
                </c:pt>
                <c:pt idx="197">
                  <c:v>2.5422309800000002E-4</c:v>
                </c:pt>
                <c:pt idx="198">
                  <c:v>2.5300255200000002E-4</c:v>
                </c:pt>
                <c:pt idx="199">
                  <c:v>2.2798135899999999E-4</c:v>
                </c:pt>
                <c:pt idx="200">
                  <c:v>2.2981217799999999E-4</c:v>
                </c:pt>
                <c:pt idx="201">
                  <c:v>1.7915951900000001E-4</c:v>
                </c:pt>
                <c:pt idx="202">
                  <c:v>1.82821157E-4</c:v>
                </c:pt>
                <c:pt idx="203">
                  <c:v>3.0121411900000002E-4</c:v>
                </c:pt>
                <c:pt idx="204">
                  <c:v>3.2806613099999998E-4</c:v>
                </c:pt>
                <c:pt idx="205" formatCode="0.00E+00">
                  <c:v>3.4332295599999999E-4</c:v>
                </c:pt>
                <c:pt idx="206">
                  <c:v>2.6276692000000001E-4</c:v>
                </c:pt>
                <c:pt idx="207">
                  <c:v>2.6215664700000001E-4</c:v>
                </c:pt>
                <c:pt idx="208">
                  <c:v>1.9075470600000001E-4</c:v>
                </c:pt>
                <c:pt idx="209">
                  <c:v>1.6085132900000001E-4</c:v>
                </c:pt>
                <c:pt idx="210">
                  <c:v>1.9258552499999999E-4</c:v>
                </c:pt>
                <c:pt idx="211">
                  <c:v>1.5047668799999999E-4</c:v>
                </c:pt>
                <c:pt idx="212">
                  <c:v>3.0243466500000002E-4</c:v>
                </c:pt>
                <c:pt idx="213">
                  <c:v>2.2920190499999999E-4</c:v>
                </c:pt>
                <c:pt idx="214">
                  <c:v>2.0784235E-4</c:v>
                </c:pt>
                <c:pt idx="215">
                  <c:v>2.6947992299999998E-4</c:v>
                </c:pt>
                <c:pt idx="216">
                  <c:v>2.5849500899999999E-4</c:v>
                </c:pt>
                <c:pt idx="217">
                  <c:v>2.7924429099999997E-4</c:v>
                </c:pt>
                <c:pt idx="218">
                  <c:v>1.8953416E-4</c:v>
                </c:pt>
                <c:pt idx="219">
                  <c:v>2.4445872999999998E-4</c:v>
                </c:pt>
                <c:pt idx="220">
                  <c:v>2.6581828500000002E-4</c:v>
                </c:pt>
                <c:pt idx="221">
                  <c:v>2.42017638E-4</c:v>
                </c:pt>
                <c:pt idx="222">
                  <c:v>1.41932866E-4</c:v>
                </c:pt>
                <c:pt idx="223">
                  <c:v>2.7436210700000001E-4</c:v>
                </c:pt>
                <c:pt idx="224">
                  <c:v>2.0173962E-4</c:v>
                </c:pt>
                <c:pt idx="225">
                  <c:v>1.0512396360000001E-3</c:v>
                </c:pt>
                <c:pt idx="226">
                  <c:v>4.6738201639999997E-3</c:v>
                </c:pt>
                <c:pt idx="227">
                  <c:v>5.3011808080000002E-3</c:v>
                </c:pt>
                <c:pt idx="228">
                  <c:v>6.0481549599999997E-3</c:v>
                </c:pt>
                <c:pt idx="229">
                  <c:v>4.9618690199999997E-3</c:v>
                </c:pt>
                <c:pt idx="230" formatCode="0.00E+00">
                  <c:v>-1.9179205999999899E-5</c:v>
                </c:pt>
                <c:pt idx="231">
                  <c:v>-2.8001932670000001E-3</c:v>
                </c:pt>
                <c:pt idx="232">
                  <c:v>-2.5603559779999998E-3</c:v>
                </c:pt>
                <c:pt idx="233">
                  <c:v>-2.0733581239999999E-3</c:v>
                </c:pt>
                <c:pt idx="234">
                  <c:v>-1.8225359209999999E-3</c:v>
                </c:pt>
                <c:pt idx="235">
                  <c:v>-1.325773699E-3</c:v>
                </c:pt>
                <c:pt idx="236">
                  <c:v>-9.1689078899999995E-4</c:v>
                </c:pt>
                <c:pt idx="237">
                  <c:v>-9.16280516E-4</c:v>
                </c:pt>
                <c:pt idx="238">
                  <c:v>-6.4837066900000004E-4</c:v>
                </c:pt>
                <c:pt idx="239">
                  <c:v>-4.84207232E-4</c:v>
                </c:pt>
                <c:pt idx="240">
                  <c:v>-5.9771800999999997E-4</c:v>
                </c:pt>
                <c:pt idx="241" formatCode="0.00E+00">
                  <c:v>-2.13856293E-4</c:v>
                </c:pt>
                <c:pt idx="242" formatCode="0.00E+00">
                  <c:v>-2.30943937E-4</c:v>
                </c:pt>
                <c:pt idx="243">
                  <c:v>-3.1149997299999998E-4</c:v>
                </c:pt>
                <c:pt idx="244" formatCode="0.00E+00">
                  <c:v>-3.6877122999999799E-5</c:v>
                </c:pt>
                <c:pt idx="245" formatCode="0.00E+00">
                  <c:v>-4.2369579999999899E-5</c:v>
                </c:pt>
                <c:pt idx="246" formatCode="0.00E+00">
                  <c:v>-2.9553847E-5</c:v>
                </c:pt>
                <c:pt idx="247">
                  <c:v>1.1202948900000001E-4</c:v>
                </c:pt>
                <c:pt idx="248">
                  <c:v>2.0906289600000001E-4</c:v>
                </c:pt>
                <c:pt idx="249">
                  <c:v>1.59630783E-4</c:v>
                </c:pt>
                <c:pt idx="250">
                  <c:v>2.3225327000000001E-4</c:v>
                </c:pt>
                <c:pt idx="251">
                  <c:v>2.1455535300000001E-4</c:v>
                </c:pt>
                <c:pt idx="252">
                  <c:v>1.4254313900000001E-4</c:v>
                </c:pt>
                <c:pt idx="253" formatCode="0.00E+00">
                  <c:v>1.64512967E-4</c:v>
                </c:pt>
                <c:pt idx="254">
                  <c:v>2.5361282500000002E-4</c:v>
                </c:pt>
                <c:pt idx="255">
                  <c:v>1.5291778E-4</c:v>
                </c:pt>
                <c:pt idx="256">
                  <c:v>1.2667604099999999E-4</c:v>
                </c:pt>
                <c:pt idx="257">
                  <c:v>3.3905104500000003E-4</c:v>
                </c:pt>
                <c:pt idx="258">
                  <c:v>2.18216991E-4</c:v>
                </c:pt>
                <c:pt idx="259">
                  <c:v>1.59630783E-4</c:v>
                </c:pt>
                <c:pt idx="260">
                  <c:v>2.7558265300000001E-4</c:v>
                </c:pt>
                <c:pt idx="261">
                  <c:v>2.1638617199999999E-4</c:v>
                </c:pt>
                <c:pt idx="262">
                  <c:v>1.7122597E-4</c:v>
                </c:pt>
                <c:pt idx="263">
                  <c:v>1.5413832600000001E-4</c:v>
                </c:pt>
                <c:pt idx="264">
                  <c:v>2.4018681899999999E-4</c:v>
                </c:pt>
                <c:pt idx="265">
                  <c:v>2.8839838600000002E-4</c:v>
                </c:pt>
                <c:pt idx="266">
                  <c:v>2.42627911E-4</c:v>
                </c:pt>
                <c:pt idx="267">
                  <c:v>3.663208076E-3</c:v>
                </c:pt>
                <c:pt idx="268">
                  <c:v>5.9578345559999999E-3</c:v>
                </c:pt>
                <c:pt idx="269">
                  <c:v>6.1787533819999997E-3</c:v>
                </c:pt>
                <c:pt idx="270">
                  <c:v>6.1891280229999998E-3</c:v>
                </c:pt>
                <c:pt idx="271">
                  <c:v>1.6572407250000001E-3</c:v>
                </c:pt>
                <c:pt idx="272">
                  <c:v>-2.6537277469999999E-3</c:v>
                </c:pt>
                <c:pt idx="273">
                  <c:v>-2.952151244E-3</c:v>
                </c:pt>
                <c:pt idx="274">
                  <c:v>-2.4157212770000002E-3</c:v>
                </c:pt>
                <c:pt idx="275">
                  <c:v>-2.0220951919999999E-3</c:v>
                </c:pt>
                <c:pt idx="276">
                  <c:v>-1.6925477719999999E-3</c:v>
                </c:pt>
                <c:pt idx="277">
                  <c:v>-1.082274772E-3</c:v>
                </c:pt>
                <c:pt idx="278">
                  <c:v>-1.007821466E-3</c:v>
                </c:pt>
                <c:pt idx="279">
                  <c:v>-1.059084398E-3</c:v>
                </c:pt>
                <c:pt idx="280" formatCode="0.00E+00">
                  <c:v>-4.9397160000000005E-4</c:v>
                </c:pt>
                <c:pt idx="281">
                  <c:v>-5.0129487599999997E-4</c:v>
                </c:pt>
                <c:pt idx="282">
                  <c:v>-5.3913180200000003E-4</c:v>
                </c:pt>
                <c:pt idx="283">
                  <c:v>-2.4498021600000001E-4</c:v>
                </c:pt>
                <c:pt idx="284">
                  <c:v>-1.29638619E-4</c:v>
                </c:pt>
                <c:pt idx="285">
                  <c:v>-2.38267213E-4</c:v>
                </c:pt>
                <c:pt idx="286" formatCode="0.00E+00">
                  <c:v>-2.6450895199999999E-4</c:v>
                </c:pt>
                <c:pt idx="287" formatCode="0.00E+00">
                  <c:v>-2.9553847E-5</c:v>
                </c:pt>
                <c:pt idx="288" formatCode="0.00E+00">
                  <c:v>1.57007600000035E-6</c:v>
                </c:pt>
                <c:pt idx="289" formatCode="0.00E+00">
                  <c:v>-6.6780500000000002E-5</c:v>
                </c:pt>
                <c:pt idx="290" formatCode="0.00E+00">
                  <c:v>6.8089833000000105E-5</c:v>
                </c:pt>
                <c:pt idx="291">
                  <c:v>1.8465197600000001E-4</c:v>
                </c:pt>
                <c:pt idx="292">
                  <c:v>1.19352765E-4</c:v>
                </c:pt>
                <c:pt idx="293" formatCode="0.00E+00">
                  <c:v>2.53707230000004E-5</c:v>
                </c:pt>
                <c:pt idx="294">
                  <c:v>1.40102047E-4</c:v>
                </c:pt>
                <c:pt idx="295">
                  <c:v>2.5117173300000001E-4</c:v>
                </c:pt>
                <c:pt idx="296">
                  <c:v>1.63902694E-4</c:v>
                </c:pt>
                <c:pt idx="297" formatCode="0.00E+00">
                  <c:v>3.20837260000002E-5</c:v>
                </c:pt>
                <c:pt idx="298">
                  <c:v>2.5117173300000001E-4</c:v>
                </c:pt>
                <c:pt idx="299">
                  <c:v>1.9136497900000001E-4</c:v>
                </c:pt>
                <c:pt idx="300" formatCode="0.00E+00">
                  <c:v>2.12114261E-4</c:v>
                </c:pt>
                <c:pt idx="301">
                  <c:v>2.5605391699999998E-4</c:v>
                </c:pt>
                <c:pt idx="302">
                  <c:v>4.3364336000000002E-4</c:v>
                </c:pt>
                <c:pt idx="303" formatCode="0.00E+00">
                  <c:v>2.2798135899999999E-4</c:v>
                </c:pt>
                <c:pt idx="304">
                  <c:v>4.5866455300000002E-4</c:v>
                </c:pt>
                <c:pt idx="305">
                  <c:v>1.17521946E-4</c:v>
                </c:pt>
                <c:pt idx="306">
                  <c:v>4.5073100399999999E-4</c:v>
                </c:pt>
                <c:pt idx="307" formatCode="0.00E+00">
                  <c:v>8.0905566000000393E-5</c:v>
                </c:pt>
                <c:pt idx="308">
                  <c:v>9.5786786699999995E-4</c:v>
                </c:pt>
                <c:pt idx="309">
                  <c:v>3.4465611610000001E-3</c:v>
                </c:pt>
                <c:pt idx="310">
                  <c:v>3.412385873E-3</c:v>
                </c:pt>
                <c:pt idx="311" formatCode="0.00E+00">
                  <c:v>3.8426283379999998E-3</c:v>
                </c:pt>
                <c:pt idx="312">
                  <c:v>3.3830927689999998E-3</c:v>
                </c:pt>
                <c:pt idx="313">
                  <c:v>1.2575119100000001E-3</c:v>
                </c:pt>
                <c:pt idx="314">
                  <c:v>-1.6364026560000001E-3</c:v>
                </c:pt>
                <c:pt idx="315" formatCode="0.00E+00">
                  <c:v>-1.6803423120000001E-3</c:v>
                </c:pt>
                <c:pt idx="316" formatCode="0.00E+00">
                  <c:v>-1.7181792379999999E-3</c:v>
                </c:pt>
                <c:pt idx="317">
                  <c:v>-1.388631818E-3</c:v>
                </c:pt>
                <c:pt idx="318">
                  <c:v>-1.1164500599999999E-3</c:v>
                </c:pt>
                <c:pt idx="319">
                  <c:v>-7.7957936400000003E-4</c:v>
                </c:pt>
                <c:pt idx="320">
                  <c:v>-8.0887246799999995E-4</c:v>
                </c:pt>
                <c:pt idx="321">
                  <c:v>-4.7505313700000002E-4</c:v>
                </c:pt>
                <c:pt idx="322" formatCode="0.00E+00">
                  <c:v>-5.7025572500000001E-4</c:v>
                </c:pt>
                <c:pt idx="323">
                  <c:v>-3.3224925500000002E-4</c:v>
                </c:pt>
                <c:pt idx="324" formatCode="0.00E+00">
                  <c:v>-4.2195938599999999E-4</c:v>
                </c:pt>
                <c:pt idx="325">
                  <c:v>5.1847130700000002E-4</c:v>
                </c:pt>
                <c:pt idx="326">
                  <c:v>4.2265844600000002E-4</c:v>
                </c:pt>
                <c:pt idx="327">
                  <c:v>8.96840567E-4</c:v>
                </c:pt>
                <c:pt idx="328">
                  <c:v>3.32338042E-4</c:v>
                </c:pt>
                <c:pt idx="329">
                  <c:v>5.9170406700000003E-4</c:v>
                </c:pt>
                <c:pt idx="330">
                  <c:v>-4.4881139800000001E-4</c:v>
                </c:pt>
                <c:pt idx="331">
                  <c:v>-3.99989558E-4</c:v>
                </c:pt>
                <c:pt idx="332">
                  <c:v>-1.9982001399999999E-4</c:v>
                </c:pt>
                <c:pt idx="333" formatCode="0.00E+00">
                  <c:v>-6.2508588999999996E-5</c:v>
                </c:pt>
                <c:pt idx="334" formatCode="0.00E+00">
                  <c:v>1.62166280000004E-5</c:v>
                </c:pt>
                <c:pt idx="335" formatCode="0.00E+00">
                  <c:v>1.57799964E-4</c:v>
                </c:pt>
                <c:pt idx="336" formatCode="0.00E+00">
                  <c:v>1.25549900000001E-5</c:v>
                </c:pt>
                <c:pt idx="337">
                  <c:v>1.9868825499999999E-4</c:v>
                </c:pt>
                <c:pt idx="338">
                  <c:v>1.64512967E-4</c:v>
                </c:pt>
                <c:pt idx="339">
                  <c:v>1.3216849799999999E-4</c:v>
                </c:pt>
                <c:pt idx="340">
                  <c:v>1.4376368500000001E-4</c:v>
                </c:pt>
                <c:pt idx="341">
                  <c:v>1.0653703199999999E-4</c:v>
                </c:pt>
                <c:pt idx="342">
                  <c:v>1.1263976199999999E-4</c:v>
                </c:pt>
                <c:pt idx="343">
                  <c:v>1.1508085400000001E-4</c:v>
                </c:pt>
                <c:pt idx="344">
                  <c:v>2.0906289600000001E-4</c:v>
                </c:pt>
                <c:pt idx="345" formatCode="0.00E+00">
                  <c:v>1.7488760799999999E-4</c:v>
                </c:pt>
                <c:pt idx="346">
                  <c:v>2.8778811300000001E-4</c:v>
                </c:pt>
                <c:pt idx="347" formatCode="0.00E+00">
                  <c:v>1.6085132900000001E-4</c:v>
                </c:pt>
                <c:pt idx="348" formatCode="0.00E+00">
                  <c:v>1.6329242099999999E-4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79F7-CF42-B610-F7211F0F55B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18348944"/>
        <c:axId val="1518347984"/>
      </c:scatterChart>
      <c:valAx>
        <c:axId val="1518348944"/>
        <c:scaling>
          <c:orientation val="minMax"/>
          <c:max val="5.000000000000001E-3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rgbClr val="BFBFBF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18347984"/>
        <c:crosses val="autoZero"/>
        <c:crossBetween val="midCat"/>
      </c:valAx>
      <c:valAx>
        <c:axId val="1518347984"/>
        <c:scaling>
          <c:orientation val="minMax"/>
          <c:min val="-1.0000000000000002E-2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rgbClr val="BFBFBF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18348944"/>
        <c:crosses val="autoZero"/>
        <c:crossBetween val="midCat"/>
      </c:valAx>
    </c:plotArea>
    <c:plotVisOnly val="1"/>
    <c:dispBlanksAs val="gap"/>
    <c:showDLblsOverMax val="0"/>
    <c:extLst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>
          <a:solidFill>
            <a:schemeClr val="tx1"/>
          </a:solidFill>
          <a:latin typeface="Times New Roman" panose="02020603050405020304" pitchFamily="18" charset="0"/>
          <a:cs typeface="Times New Roman" panose="02020603050405020304" pitchFamily="18" charset="0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MX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3242175925925925"/>
          <c:y val="0.12935185185185186"/>
          <c:w val="0.81968865740740737"/>
          <c:h val="0.74129629629629634"/>
        </c:manualLayout>
      </c:layout>
      <c:scatterChart>
        <c:scatterStyle val="smoothMarker"/>
        <c:varyColors val="0"/>
        <c:ser>
          <c:idx val="0"/>
          <c:order val="0"/>
          <c:spPr>
            <a:ln w="1270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xVal>
            <c:numRef>
              <c:f>'0.35'!$L$2:$L$350</c:f>
              <c:numCache>
                <c:formatCode>General</c:formatCode>
                <c:ptCount val="349"/>
                <c:pt idx="0">
                  <c:v>0</c:v>
                </c:pt>
                <c:pt idx="1">
                  <c:v>1.9531631499702939E-5</c:v>
                </c:pt>
                <c:pt idx="2">
                  <c:v>3.9063262899929896E-5</c:v>
                </c:pt>
                <c:pt idx="3">
                  <c:v>5.8594894399632835E-5</c:v>
                </c:pt>
                <c:pt idx="4">
                  <c:v>7.8126525899335775E-5</c:v>
                </c:pt>
                <c:pt idx="5">
                  <c:v>9.7658157400815071E-5</c:v>
                </c:pt>
                <c:pt idx="6">
                  <c:v>1.1718978879926567E-4</c:v>
                </c:pt>
                <c:pt idx="7">
                  <c:v>1.3672142030074497E-4</c:v>
                </c:pt>
                <c:pt idx="8">
                  <c:v>1.5625305180044791E-4</c:v>
                </c:pt>
                <c:pt idx="9">
                  <c:v>1.7578468330015085E-4</c:v>
                </c:pt>
                <c:pt idx="10">
                  <c:v>1.9531631479985379E-4</c:v>
                </c:pt>
                <c:pt idx="11">
                  <c:v>2.1484794620008074E-4</c:v>
                </c:pt>
                <c:pt idx="12">
                  <c:v>2.3437957769978368E-4</c:v>
                </c:pt>
                <c:pt idx="13">
                  <c:v>2.5391120919948662E-4</c:v>
                </c:pt>
                <c:pt idx="14">
                  <c:v>2.7344284069918956E-4</c:v>
                </c:pt>
                <c:pt idx="15">
                  <c:v>2.9297447209941652E-4</c:v>
                </c:pt>
                <c:pt idx="16">
                  <c:v>3.1250610360089581E-4</c:v>
                </c:pt>
                <c:pt idx="17">
                  <c:v>3.3203773510059875E-4</c:v>
                </c:pt>
                <c:pt idx="18">
                  <c:v>3.5156936660030169E-4</c:v>
                </c:pt>
                <c:pt idx="19">
                  <c:v>3.7110099800052865E-4</c:v>
                </c:pt>
                <c:pt idx="20">
                  <c:v>3.9063262950023159E-4</c:v>
                </c:pt>
                <c:pt idx="21">
                  <c:v>4.1016426099993453E-4</c:v>
                </c:pt>
                <c:pt idx="22">
                  <c:v>4.2969589249963747E-4</c:v>
                </c:pt>
                <c:pt idx="23">
                  <c:v>4.4922752399934041E-4</c:v>
                </c:pt>
                <c:pt idx="24">
                  <c:v>4.6875915539956736E-4</c:v>
                </c:pt>
                <c:pt idx="25">
                  <c:v>4.882907868992703E-4</c:v>
                </c:pt>
                <c:pt idx="26">
                  <c:v>5.078224184007496E-4</c:v>
                </c:pt>
                <c:pt idx="27">
                  <c:v>5.2735404990045254E-4</c:v>
                </c:pt>
                <c:pt idx="28">
                  <c:v>5.4688568130067949E-4</c:v>
                </c:pt>
                <c:pt idx="29">
                  <c:v>5.6641731280038243E-4</c:v>
                </c:pt>
                <c:pt idx="30">
                  <c:v>5.8594894430008537E-4</c:v>
                </c:pt>
                <c:pt idx="31">
                  <c:v>6.0548057579978831E-4</c:v>
                </c:pt>
                <c:pt idx="32">
                  <c:v>6.2501220729949125E-4</c:v>
                </c:pt>
                <c:pt idx="33">
                  <c:v>6.4454383869971821E-4</c:v>
                </c:pt>
                <c:pt idx="34">
                  <c:v>6.6407547019942115E-4</c:v>
                </c:pt>
                <c:pt idx="35">
                  <c:v>6.8360710170090044E-4</c:v>
                </c:pt>
                <c:pt idx="36">
                  <c:v>7.0313873320060338E-4</c:v>
                </c:pt>
                <c:pt idx="37">
                  <c:v>7.2267036460083034E-4</c:v>
                </c:pt>
                <c:pt idx="38">
                  <c:v>7.4220199610053328E-4</c:v>
                </c:pt>
                <c:pt idx="39">
                  <c:v>7.6173362760023622E-4</c:v>
                </c:pt>
                <c:pt idx="40">
                  <c:v>7.8126525909993916E-4</c:v>
                </c:pt>
                <c:pt idx="41">
                  <c:v>8.0079689050016611E-4</c:v>
                </c:pt>
                <c:pt idx="42">
                  <c:v>8.2032852199986905E-4</c:v>
                </c:pt>
                <c:pt idx="43">
                  <c:v>8.3986015349957199E-4</c:v>
                </c:pt>
                <c:pt idx="44">
                  <c:v>8.5939178499927493E-4</c:v>
                </c:pt>
                <c:pt idx="45">
                  <c:v>8.7892341650075423E-4</c:v>
                </c:pt>
                <c:pt idx="46">
                  <c:v>8.9845504789920483E-4</c:v>
                </c:pt>
                <c:pt idx="47">
                  <c:v>9.1798667940068412E-4</c:v>
                </c:pt>
                <c:pt idx="48">
                  <c:v>9.3751831090038706E-4</c:v>
                </c:pt>
                <c:pt idx="49">
                  <c:v>9.5704994240009E-4</c:v>
                </c:pt>
                <c:pt idx="50">
                  <c:v>9.7658157380031696E-4</c:v>
                </c:pt>
                <c:pt idx="51">
                  <c:v>9.961132053000199E-4</c:v>
                </c:pt>
                <c:pt idx="52">
                  <c:v>1.0156448367997228E-3</c:v>
                </c:pt>
                <c:pt idx="53">
                  <c:v>1.0351764682994258E-3</c:v>
                </c:pt>
                <c:pt idx="54">
                  <c:v>1.0547080996996527E-3</c:v>
                </c:pt>
                <c:pt idx="55">
                  <c:v>1.0742397311993557E-3</c:v>
                </c:pt>
                <c:pt idx="56">
                  <c:v>1.093771362700835E-3</c:v>
                </c:pt>
                <c:pt idx="57">
                  <c:v>1.1133029942005379E-3</c:v>
                </c:pt>
                <c:pt idx="58">
                  <c:v>1.1328346257002408E-3</c:v>
                </c:pt>
                <c:pt idx="59">
                  <c:v>1.1523662571004678E-3</c:v>
                </c:pt>
                <c:pt idx="60">
                  <c:v>1.1718978886001707E-3</c:v>
                </c:pt>
                <c:pt idx="61">
                  <c:v>1.1914295200998737E-3</c:v>
                </c:pt>
                <c:pt idx="62">
                  <c:v>1.2109611515995766E-3</c:v>
                </c:pt>
                <c:pt idx="63">
                  <c:v>1.2304927829998036E-3</c:v>
                </c:pt>
                <c:pt idx="64">
                  <c:v>1.2500244144995065E-3</c:v>
                </c:pt>
                <c:pt idx="65">
                  <c:v>1.2695560459992095E-3</c:v>
                </c:pt>
                <c:pt idx="66">
                  <c:v>1.2890876775006888E-3</c:v>
                </c:pt>
                <c:pt idx="67">
                  <c:v>1.3086193090003917E-3</c:v>
                </c:pt>
                <c:pt idx="68">
                  <c:v>1.3281509404006187E-3</c:v>
                </c:pt>
                <c:pt idx="69">
                  <c:v>1.3476825719003216E-3</c:v>
                </c:pt>
                <c:pt idx="70">
                  <c:v>1.3672142034000245E-3</c:v>
                </c:pt>
                <c:pt idx="71">
                  <c:v>1.3867458348997275E-3</c:v>
                </c:pt>
                <c:pt idx="72">
                  <c:v>1.4062774662999544E-3</c:v>
                </c:pt>
                <c:pt idx="73">
                  <c:v>1.4258090977996574E-3</c:v>
                </c:pt>
                <c:pt idx="74">
                  <c:v>1.4453407292993603E-3</c:v>
                </c:pt>
                <c:pt idx="75">
                  <c:v>1.4648723608008396E-3</c:v>
                </c:pt>
                <c:pt idx="76">
                  <c:v>1.4844039921992902E-3</c:v>
                </c:pt>
                <c:pt idx="77">
                  <c:v>1.5039356237007695E-3</c:v>
                </c:pt>
                <c:pt idx="78">
                  <c:v>1.5234672552004724E-3</c:v>
                </c:pt>
                <c:pt idx="79">
                  <c:v>1.5429988867001754E-3</c:v>
                </c:pt>
                <c:pt idx="80">
                  <c:v>1.5625305181998783E-3</c:v>
                </c:pt>
                <c:pt idx="81">
                  <c:v>1.5820621496001053E-3</c:v>
                </c:pt>
                <c:pt idx="82">
                  <c:v>1.6015937810998082E-3</c:v>
                </c:pt>
                <c:pt idx="83">
                  <c:v>1.6211254125995112E-3</c:v>
                </c:pt>
                <c:pt idx="84">
                  <c:v>1.6406570440992141E-3</c:v>
                </c:pt>
                <c:pt idx="85">
                  <c:v>1.660188675499441E-3</c:v>
                </c:pt>
                <c:pt idx="86">
                  <c:v>1.6797203070009203E-3</c:v>
                </c:pt>
                <c:pt idx="87">
                  <c:v>1.6992519385006233E-3</c:v>
                </c:pt>
                <c:pt idx="88">
                  <c:v>1.7187835700003262E-3</c:v>
                </c:pt>
                <c:pt idx="89">
                  <c:v>1.7383152014005532E-3</c:v>
                </c:pt>
                <c:pt idx="90">
                  <c:v>1.7578468329002561E-3</c:v>
                </c:pt>
                <c:pt idx="91">
                  <c:v>1.7773784643999591E-3</c:v>
                </c:pt>
                <c:pt idx="92">
                  <c:v>1.796910095899662E-3</c:v>
                </c:pt>
                <c:pt idx="93">
                  <c:v>1.8164417273993649E-3</c:v>
                </c:pt>
                <c:pt idx="94">
                  <c:v>1.8359733587995919E-3</c:v>
                </c:pt>
                <c:pt idx="95">
                  <c:v>1.8555049902992948E-3</c:v>
                </c:pt>
                <c:pt idx="96">
                  <c:v>1.8750366218007741E-3</c:v>
                </c:pt>
                <c:pt idx="97">
                  <c:v>1.8945682533004771E-3</c:v>
                </c:pt>
                <c:pt idx="98">
                  <c:v>1.914099884700704E-3</c:v>
                </c:pt>
                <c:pt idx="99">
                  <c:v>1.933631516200407E-3</c:v>
                </c:pt>
                <c:pt idx="100">
                  <c:v>1.9531631477001099E-3</c:v>
                </c:pt>
                <c:pt idx="101">
                  <c:v>1.9726947791998128E-3</c:v>
                </c:pt>
                <c:pt idx="102">
                  <c:v>1.9922264106995158E-3</c:v>
                </c:pt>
                <c:pt idx="103">
                  <c:v>2.0117580420997427E-3</c:v>
                </c:pt>
                <c:pt idx="104">
                  <c:v>2.0312896735994457E-3</c:v>
                </c:pt>
                <c:pt idx="105">
                  <c:v>2.050821305100925E-3</c:v>
                </c:pt>
                <c:pt idx="106">
                  <c:v>2.0703529366006279E-3</c:v>
                </c:pt>
                <c:pt idx="107">
                  <c:v>2.0898845680008549E-3</c:v>
                </c:pt>
                <c:pt idx="108">
                  <c:v>2.1094161995005578E-3</c:v>
                </c:pt>
                <c:pt idx="109">
                  <c:v>2.1289478310002607E-3</c:v>
                </c:pt>
                <c:pt idx="110">
                  <c:v>2.1484794624999637E-3</c:v>
                </c:pt>
                <c:pt idx="111">
                  <c:v>2.1680110939001906E-3</c:v>
                </c:pt>
                <c:pt idx="112">
                  <c:v>2.1875427253998936E-3</c:v>
                </c:pt>
                <c:pt idx="113">
                  <c:v>2.2070743568995965E-3</c:v>
                </c:pt>
                <c:pt idx="114">
                  <c:v>2.2266059883992995E-3</c:v>
                </c:pt>
                <c:pt idx="115">
                  <c:v>2.2461376199007788E-3</c:v>
                </c:pt>
                <c:pt idx="116">
                  <c:v>2.2656692512992294E-3</c:v>
                </c:pt>
                <c:pt idx="117">
                  <c:v>2.2852008828007087E-3</c:v>
                </c:pt>
                <c:pt idx="118">
                  <c:v>2.3047325143004116E-3</c:v>
                </c:pt>
                <c:pt idx="119">
                  <c:v>2.3242641458001145E-3</c:v>
                </c:pt>
                <c:pt idx="120">
                  <c:v>2.3437957772003415E-3</c:v>
                </c:pt>
                <c:pt idx="121">
                  <c:v>2.3633274087000444E-3</c:v>
                </c:pt>
                <c:pt idx="122">
                  <c:v>2.3828590401997474E-3</c:v>
                </c:pt>
                <c:pt idx="123">
                  <c:v>2.4023906716994503E-3</c:v>
                </c:pt>
                <c:pt idx="124">
                  <c:v>2.4219223032009296E-3</c:v>
                </c:pt>
                <c:pt idx="125">
                  <c:v>2.4414539345993802E-3</c:v>
                </c:pt>
                <c:pt idx="126">
                  <c:v>2.4609855661008595E-3</c:v>
                </c:pt>
                <c:pt idx="127">
                  <c:v>2.4805171976005624E-3</c:v>
                </c:pt>
                <c:pt idx="128">
                  <c:v>2.5000488291002654E-3</c:v>
                </c:pt>
                <c:pt idx="129">
                  <c:v>2.5195804605004923E-3</c:v>
                </c:pt>
                <c:pt idx="130">
                  <c:v>2.5391120920001953E-3</c:v>
                </c:pt>
                <c:pt idx="131">
                  <c:v>2.5586437234998982E-3</c:v>
                </c:pt>
                <c:pt idx="132">
                  <c:v>2.5781753549996012E-3</c:v>
                </c:pt>
                <c:pt idx="133">
                  <c:v>2.5977069863998281E-3</c:v>
                </c:pt>
                <c:pt idx="134">
                  <c:v>2.6172386178995311E-3</c:v>
                </c:pt>
                <c:pt idx="135">
                  <c:v>2.636770249399234E-3</c:v>
                </c:pt>
                <c:pt idx="136">
                  <c:v>2.6563018809007133E-3</c:v>
                </c:pt>
                <c:pt idx="137">
                  <c:v>2.6758335124004162E-3</c:v>
                </c:pt>
                <c:pt idx="138">
                  <c:v>2.6953651438006432E-3</c:v>
                </c:pt>
                <c:pt idx="139">
                  <c:v>2.7148967753003461E-3</c:v>
                </c:pt>
                <c:pt idx="140">
                  <c:v>2.7344284068000491E-3</c:v>
                </c:pt>
                <c:pt idx="141">
                  <c:v>2.753960038299752E-3</c:v>
                </c:pt>
                <c:pt idx="142">
                  <c:v>2.773491669699979E-3</c:v>
                </c:pt>
                <c:pt idx="143">
                  <c:v>2.7930233011996819E-3</c:v>
                </c:pt>
                <c:pt idx="144">
                  <c:v>2.8125549326993848E-3</c:v>
                </c:pt>
                <c:pt idx="145">
                  <c:v>2.8320865642008641E-3</c:v>
                </c:pt>
                <c:pt idx="146">
                  <c:v>2.8516181955993147E-3</c:v>
                </c:pt>
                <c:pt idx="147">
                  <c:v>2.871149827100794E-3</c:v>
                </c:pt>
                <c:pt idx="148">
                  <c:v>2.890681458600497E-3</c:v>
                </c:pt>
                <c:pt idx="149">
                  <c:v>2.9102130901001999E-3</c:v>
                </c:pt>
                <c:pt idx="150">
                  <c:v>2.9297447215999028E-3</c:v>
                </c:pt>
                <c:pt idx="151">
                  <c:v>2.9492763530001298E-3</c:v>
                </c:pt>
                <c:pt idx="152">
                  <c:v>2.9688079844998327E-3</c:v>
                </c:pt>
                <c:pt idx="153">
                  <c:v>2.9883396159995357E-3</c:v>
                </c:pt>
                <c:pt idx="154">
                  <c:v>3.0078712474992386E-3</c:v>
                </c:pt>
                <c:pt idx="155">
                  <c:v>3.0274028788994656E-3</c:v>
                </c:pt>
                <c:pt idx="156">
                  <c:v>3.0469345103991685E-3</c:v>
                </c:pt>
                <c:pt idx="157">
                  <c:v>3.0664661419006478E-3</c:v>
                </c:pt>
                <c:pt idx="158">
                  <c:v>3.0859977734003508E-3</c:v>
                </c:pt>
                <c:pt idx="159">
                  <c:v>3.1055294049000537E-3</c:v>
                </c:pt>
                <c:pt idx="160">
                  <c:v>3.1250610363002806E-3</c:v>
                </c:pt>
                <c:pt idx="161">
                  <c:v>3.1445926677999836E-3</c:v>
                </c:pt>
                <c:pt idx="162">
                  <c:v>3.1641242992996865E-3</c:v>
                </c:pt>
                <c:pt idx="163">
                  <c:v>3.1836559307993895E-3</c:v>
                </c:pt>
                <c:pt idx="164">
                  <c:v>3.2031875621996164E-3</c:v>
                </c:pt>
                <c:pt idx="165">
                  <c:v>3.2227191936993194E-3</c:v>
                </c:pt>
                <c:pt idx="166">
                  <c:v>3.2422508252007987E-3</c:v>
                </c:pt>
                <c:pt idx="167">
                  <c:v>3.2617824567005016E-3</c:v>
                </c:pt>
                <c:pt idx="168">
                  <c:v>3.2813140881007286E-3</c:v>
                </c:pt>
                <c:pt idx="169">
                  <c:v>3.3008457196004315E-3</c:v>
                </c:pt>
                <c:pt idx="170">
                  <c:v>3.3203773511001344E-3</c:v>
                </c:pt>
                <c:pt idx="171">
                  <c:v>3.3399089825998374E-3</c:v>
                </c:pt>
                <c:pt idx="172">
                  <c:v>3.3594406140995403E-3</c:v>
                </c:pt>
                <c:pt idx="173">
                  <c:v>3.3789722454997673E-3</c:v>
                </c:pt>
                <c:pt idx="174">
                  <c:v>3.3985038769994702E-3</c:v>
                </c:pt>
                <c:pt idx="175">
                  <c:v>3.4180355084991731E-3</c:v>
                </c:pt>
                <c:pt idx="176">
                  <c:v>3.4375671400006524E-3</c:v>
                </c:pt>
                <c:pt idx="177">
                  <c:v>3.4570987714008794E-3</c:v>
                </c:pt>
                <c:pt idx="178">
                  <c:v>3.4766304029005823E-3</c:v>
                </c:pt>
                <c:pt idx="179">
                  <c:v>3.4961620344002853E-3</c:v>
                </c:pt>
                <c:pt idx="180">
                  <c:v>3.5156936658999882E-3</c:v>
                </c:pt>
                <c:pt idx="181">
                  <c:v>3.5352252973996912E-3</c:v>
                </c:pt>
                <c:pt idx="182">
                  <c:v>3.5547569287999181E-3</c:v>
                </c:pt>
                <c:pt idx="183">
                  <c:v>3.5742885602996211E-3</c:v>
                </c:pt>
                <c:pt idx="184">
                  <c:v>3.593820191799324E-3</c:v>
                </c:pt>
                <c:pt idx="185">
                  <c:v>3.6133518233008033E-3</c:v>
                </c:pt>
                <c:pt idx="186">
                  <c:v>3.6328834546992539E-3</c:v>
                </c:pt>
                <c:pt idx="187">
                  <c:v>3.6524150862007332E-3</c:v>
                </c:pt>
                <c:pt idx="188">
                  <c:v>3.6719467177004361E-3</c:v>
                </c:pt>
                <c:pt idx="189">
                  <c:v>3.6914783492001391E-3</c:v>
                </c:pt>
                <c:pt idx="190">
                  <c:v>3.711009980600366E-3</c:v>
                </c:pt>
                <c:pt idx="191">
                  <c:v>3.730541612100069E-3</c:v>
                </c:pt>
                <c:pt idx="192">
                  <c:v>3.7500732435997719E-3</c:v>
                </c:pt>
                <c:pt idx="193">
                  <c:v>3.7696048750994748E-3</c:v>
                </c:pt>
                <c:pt idx="194">
                  <c:v>3.7891365065991778E-3</c:v>
                </c:pt>
                <c:pt idx="195">
                  <c:v>3.8086681379994047E-3</c:v>
                </c:pt>
                <c:pt idx="196">
                  <c:v>3.828199769500884E-3</c:v>
                </c:pt>
                <c:pt idx="197">
                  <c:v>3.847731401000587E-3</c:v>
                </c:pt>
                <c:pt idx="198">
                  <c:v>3.8672630325002899E-3</c:v>
                </c:pt>
                <c:pt idx="199">
                  <c:v>3.8867946639005169E-3</c:v>
                </c:pt>
                <c:pt idx="200">
                  <c:v>3.9063262954002198E-3</c:v>
                </c:pt>
                <c:pt idx="201">
                  <c:v>3.9258579268999227E-3</c:v>
                </c:pt>
                <c:pt idx="202">
                  <c:v>3.9453895583996257E-3</c:v>
                </c:pt>
                <c:pt idx="203">
                  <c:v>3.9649211897998526E-3</c:v>
                </c:pt>
                <c:pt idx="204">
                  <c:v>3.9844528212995556E-3</c:v>
                </c:pt>
                <c:pt idx="205">
                  <c:v>4.0039844527992585E-3</c:v>
                </c:pt>
                <c:pt idx="206">
                  <c:v>4.0235160843007378E-3</c:v>
                </c:pt>
                <c:pt idx="207">
                  <c:v>4.0430477158004408E-3</c:v>
                </c:pt>
                <c:pt idx="208">
                  <c:v>4.0625793472006677E-3</c:v>
                </c:pt>
                <c:pt idx="209">
                  <c:v>4.0821109787003707E-3</c:v>
                </c:pt>
                <c:pt idx="210">
                  <c:v>4.1016426102000736E-3</c:v>
                </c:pt>
                <c:pt idx="211">
                  <c:v>4.1211742416997765E-3</c:v>
                </c:pt>
                <c:pt idx="212">
                  <c:v>4.1407058731000035E-3</c:v>
                </c:pt>
                <c:pt idx="213">
                  <c:v>4.1602375045997064E-3</c:v>
                </c:pt>
                <c:pt idx="214">
                  <c:v>4.1797691360994094E-3</c:v>
                </c:pt>
                <c:pt idx="215">
                  <c:v>4.1993007676008887E-3</c:v>
                </c:pt>
                <c:pt idx="216">
                  <c:v>4.2188323991005916E-3</c:v>
                </c:pt>
                <c:pt idx="217">
                  <c:v>4.2383640305008186E-3</c:v>
                </c:pt>
                <c:pt idx="218">
                  <c:v>4.2578956620005215E-3</c:v>
                </c:pt>
                <c:pt idx="219">
                  <c:v>4.2774272935002244E-3</c:v>
                </c:pt>
                <c:pt idx="220">
                  <c:v>4.2969589249999274E-3</c:v>
                </c:pt>
                <c:pt idx="221">
                  <c:v>4.3164905564001543E-3</c:v>
                </c:pt>
                <c:pt idx="222">
                  <c:v>4.3360221878998573E-3</c:v>
                </c:pt>
                <c:pt idx="223">
                  <c:v>4.3555538193995602E-3</c:v>
                </c:pt>
                <c:pt idx="224">
                  <c:v>4.3750854508992632E-3</c:v>
                </c:pt>
                <c:pt idx="225">
                  <c:v>4.3946170822994901E-3</c:v>
                </c:pt>
                <c:pt idx="226">
                  <c:v>4.414148713799193E-3</c:v>
                </c:pt>
                <c:pt idx="227">
                  <c:v>4.4336803453006723E-3</c:v>
                </c:pt>
                <c:pt idx="228">
                  <c:v>4.4532119768003753E-3</c:v>
                </c:pt>
                <c:pt idx="229">
                  <c:v>4.4727436083000782E-3</c:v>
                </c:pt>
                <c:pt idx="230">
                  <c:v>4.4922752397003052E-3</c:v>
                </c:pt>
                <c:pt idx="231">
                  <c:v>4.5118068712000081E-3</c:v>
                </c:pt>
                <c:pt idx="232">
                  <c:v>4.5313385026997111E-3</c:v>
                </c:pt>
                <c:pt idx="233">
                  <c:v>4.550870134199414E-3</c:v>
                </c:pt>
                <c:pt idx="234">
                  <c:v>4.570401765599641E-3</c:v>
                </c:pt>
                <c:pt idx="235">
                  <c:v>4.5899333970993439E-3</c:v>
                </c:pt>
                <c:pt idx="236">
                  <c:v>4.6094650286008232E-3</c:v>
                </c:pt>
                <c:pt idx="237">
                  <c:v>4.6289966601005261E-3</c:v>
                </c:pt>
                <c:pt idx="238">
                  <c:v>4.6485282915007531E-3</c:v>
                </c:pt>
                <c:pt idx="239">
                  <c:v>4.668059923000456E-3</c:v>
                </c:pt>
                <c:pt idx="240">
                  <c:v>4.687591554500159E-3</c:v>
                </c:pt>
                <c:pt idx="241">
                  <c:v>4.7071231859998619E-3</c:v>
                </c:pt>
                <c:pt idx="242">
                  <c:v>4.7266548174995648E-3</c:v>
                </c:pt>
                <c:pt idx="243">
                  <c:v>4.7461864488997918E-3</c:v>
                </c:pt>
                <c:pt idx="244">
                  <c:v>4.7657180803994947E-3</c:v>
                </c:pt>
                <c:pt idx="245">
                  <c:v>4.7852497118991977E-3</c:v>
                </c:pt>
                <c:pt idx="246">
                  <c:v>4.804781343400677E-3</c:v>
                </c:pt>
                <c:pt idx="247">
                  <c:v>4.8243129748009039E-3</c:v>
                </c:pt>
                <c:pt idx="248">
                  <c:v>4.8438446063006069E-3</c:v>
                </c:pt>
                <c:pt idx="249">
                  <c:v>4.8633762378003098E-3</c:v>
                </c:pt>
                <c:pt idx="250">
                  <c:v>4.8829078693000127E-3</c:v>
                </c:pt>
                <c:pt idx="251">
                  <c:v>4.9024395007997157E-3</c:v>
                </c:pt>
                <c:pt idx="252">
                  <c:v>4.9219711321999426E-3</c:v>
                </c:pt>
                <c:pt idx="253">
                  <c:v>4.9415027636996456E-3</c:v>
                </c:pt>
                <c:pt idx="254">
                  <c:v>4.9610343951993485E-3</c:v>
                </c:pt>
                <c:pt idx="255">
                  <c:v>4.9805660267008278E-3</c:v>
                </c:pt>
                <c:pt idx="256">
                  <c:v>5.0000976580992784E-3</c:v>
                </c:pt>
                <c:pt idx="257">
                  <c:v>5.0196292896007577E-3</c:v>
                </c:pt>
                <c:pt idx="258">
                  <c:v>5.0391609211004607E-3</c:v>
                </c:pt>
                <c:pt idx="259">
                  <c:v>5.0586925526001636E-3</c:v>
                </c:pt>
                <c:pt idx="260">
                  <c:v>5.0782241840003906E-3</c:v>
                </c:pt>
                <c:pt idx="261">
                  <c:v>5.0977558155000935E-3</c:v>
                </c:pt>
                <c:pt idx="262">
                  <c:v>5.1172874469997964E-3</c:v>
                </c:pt>
                <c:pt idx="263">
                  <c:v>5.1368190784994994E-3</c:v>
                </c:pt>
                <c:pt idx="264">
                  <c:v>5.1563507099992023E-3</c:v>
                </c:pt>
                <c:pt idx="265">
                  <c:v>5.1758823413994293E-3</c:v>
                </c:pt>
                <c:pt idx="266">
                  <c:v>5.1954139729009086E-3</c:v>
                </c:pt>
                <c:pt idx="267">
                  <c:v>5.2149456044006115E-3</c:v>
                </c:pt>
                <c:pt idx="268">
                  <c:v>5.2344772359003144E-3</c:v>
                </c:pt>
                <c:pt idx="269">
                  <c:v>5.2540088673005414E-3</c:v>
                </c:pt>
                <c:pt idx="270">
                  <c:v>5.2735404988002443E-3</c:v>
                </c:pt>
                <c:pt idx="271">
                  <c:v>5.2930721302999473E-3</c:v>
                </c:pt>
                <c:pt idx="272">
                  <c:v>5.3126037617996502E-3</c:v>
                </c:pt>
                <c:pt idx="273">
                  <c:v>5.3321353932993532E-3</c:v>
                </c:pt>
                <c:pt idx="274">
                  <c:v>5.3516670246995801E-3</c:v>
                </c:pt>
                <c:pt idx="275">
                  <c:v>5.3711986561992831E-3</c:v>
                </c:pt>
                <c:pt idx="276">
                  <c:v>5.3907302877007623E-3</c:v>
                </c:pt>
                <c:pt idx="277">
                  <c:v>5.4102619192004653E-3</c:v>
                </c:pt>
                <c:pt idx="278">
                  <c:v>5.4297935506006922E-3</c:v>
                </c:pt>
                <c:pt idx="279">
                  <c:v>5.4493251821003952E-3</c:v>
                </c:pt>
                <c:pt idx="280">
                  <c:v>5.4688568136000981E-3</c:v>
                </c:pt>
                <c:pt idx="281">
                  <c:v>5.4883884450998011E-3</c:v>
                </c:pt>
                <c:pt idx="282">
                  <c:v>5.507920076500028E-3</c:v>
                </c:pt>
                <c:pt idx="283">
                  <c:v>5.527451707999731E-3</c:v>
                </c:pt>
                <c:pt idx="284">
                  <c:v>5.5469833394994339E-3</c:v>
                </c:pt>
                <c:pt idx="285">
                  <c:v>5.5665149710009132E-3</c:v>
                </c:pt>
                <c:pt idx="286">
                  <c:v>5.5860466025006161E-3</c:v>
                </c:pt>
                <c:pt idx="287">
                  <c:v>5.6055782339008431E-3</c:v>
                </c:pt>
                <c:pt idx="288">
                  <c:v>5.625109865400546E-3</c:v>
                </c:pt>
                <c:pt idx="289">
                  <c:v>5.644641496900249E-3</c:v>
                </c:pt>
                <c:pt idx="290">
                  <c:v>5.6641731283999519E-3</c:v>
                </c:pt>
                <c:pt idx="291">
                  <c:v>5.6837047598001789E-3</c:v>
                </c:pt>
                <c:pt idx="292">
                  <c:v>5.7032363912998818E-3</c:v>
                </c:pt>
                <c:pt idx="293">
                  <c:v>5.7227680227995847E-3</c:v>
                </c:pt>
                <c:pt idx="294">
                  <c:v>5.7422996542992877E-3</c:v>
                </c:pt>
                <c:pt idx="295">
                  <c:v>5.7618312856995146E-3</c:v>
                </c:pt>
                <c:pt idx="296">
                  <c:v>5.7813629171992176E-3</c:v>
                </c:pt>
                <c:pt idx="297">
                  <c:v>5.8008945487006969E-3</c:v>
                </c:pt>
                <c:pt idx="298">
                  <c:v>5.8204261802003998E-3</c:v>
                </c:pt>
                <c:pt idx="299">
                  <c:v>5.8399578117001028E-3</c:v>
                </c:pt>
                <c:pt idx="300">
                  <c:v>5.8594894431003297E-3</c:v>
                </c:pt>
                <c:pt idx="301">
                  <c:v>5.8790210746000326E-3</c:v>
                </c:pt>
                <c:pt idx="302">
                  <c:v>5.8985527060997356E-3</c:v>
                </c:pt>
                <c:pt idx="303">
                  <c:v>5.9180843375994385E-3</c:v>
                </c:pt>
                <c:pt idx="304">
                  <c:v>5.9376159689996655E-3</c:v>
                </c:pt>
                <c:pt idx="305">
                  <c:v>5.9571476004993684E-3</c:v>
                </c:pt>
                <c:pt idx="306">
                  <c:v>5.9766792320008477E-3</c:v>
                </c:pt>
                <c:pt idx="307">
                  <c:v>5.9962108635005507E-3</c:v>
                </c:pt>
                <c:pt idx="308">
                  <c:v>6.0157424950002536E-3</c:v>
                </c:pt>
                <c:pt idx="309">
                  <c:v>6.0352741264004806E-3</c:v>
                </c:pt>
                <c:pt idx="310">
                  <c:v>6.0548057579001835E-3</c:v>
                </c:pt>
                <c:pt idx="311">
                  <c:v>6.0743373893998864E-3</c:v>
                </c:pt>
                <c:pt idx="312">
                  <c:v>6.0938690208995894E-3</c:v>
                </c:pt>
                <c:pt idx="313">
                  <c:v>6.1134006522998163E-3</c:v>
                </c:pt>
                <c:pt idx="314">
                  <c:v>6.1329322837995193E-3</c:v>
                </c:pt>
                <c:pt idx="315">
                  <c:v>6.1524639152992222E-3</c:v>
                </c:pt>
                <c:pt idx="316">
                  <c:v>6.1719955468007015E-3</c:v>
                </c:pt>
                <c:pt idx="317">
                  <c:v>6.1915271782009285E-3</c:v>
                </c:pt>
                <c:pt idx="318">
                  <c:v>6.2110588097006314E-3</c:v>
                </c:pt>
                <c:pt idx="319">
                  <c:v>6.2305904412003343E-3</c:v>
                </c:pt>
                <c:pt idx="320">
                  <c:v>6.2501220727000373E-3</c:v>
                </c:pt>
                <c:pt idx="321">
                  <c:v>6.2696537041997402E-3</c:v>
                </c:pt>
                <c:pt idx="322">
                  <c:v>6.2891853355999672E-3</c:v>
                </c:pt>
                <c:pt idx="323">
                  <c:v>6.3087169670996701E-3</c:v>
                </c:pt>
                <c:pt idx="324">
                  <c:v>6.3282485985993731E-3</c:v>
                </c:pt>
                <c:pt idx="325">
                  <c:v>6.3477802301008524E-3</c:v>
                </c:pt>
                <c:pt idx="326">
                  <c:v>6.3673118614993029E-3</c:v>
                </c:pt>
                <c:pt idx="327">
                  <c:v>6.3868434930007822E-3</c:v>
                </c:pt>
                <c:pt idx="328">
                  <c:v>6.4063751245004852E-3</c:v>
                </c:pt>
                <c:pt idx="329">
                  <c:v>6.4259067560001881E-3</c:v>
                </c:pt>
                <c:pt idx="330">
                  <c:v>6.4454383874004151E-3</c:v>
                </c:pt>
                <c:pt idx="331">
                  <c:v>6.464970018900118E-3</c:v>
                </c:pt>
                <c:pt idx="332">
                  <c:v>6.484501650399821E-3</c:v>
                </c:pt>
                <c:pt idx="333">
                  <c:v>6.5040332818995239E-3</c:v>
                </c:pt>
                <c:pt idx="334">
                  <c:v>6.5235649133992268E-3</c:v>
                </c:pt>
                <c:pt idx="335">
                  <c:v>6.5430965447994538E-3</c:v>
                </c:pt>
                <c:pt idx="336">
                  <c:v>6.5626281763009331E-3</c:v>
                </c:pt>
                <c:pt idx="337">
                  <c:v>6.582159807800636E-3</c:v>
                </c:pt>
                <c:pt idx="338">
                  <c:v>6.601691439300339E-3</c:v>
                </c:pt>
                <c:pt idx="339">
                  <c:v>6.6212230707005659E-3</c:v>
                </c:pt>
                <c:pt idx="340">
                  <c:v>6.6407547022002689E-3</c:v>
                </c:pt>
                <c:pt idx="341">
                  <c:v>6.6602863336999718E-3</c:v>
                </c:pt>
                <c:pt idx="342">
                  <c:v>6.6798179651996747E-3</c:v>
                </c:pt>
                <c:pt idx="343">
                  <c:v>6.6993495966993777E-3</c:v>
                </c:pt>
                <c:pt idx="344">
                  <c:v>6.7188812280996046E-3</c:v>
                </c:pt>
                <c:pt idx="345">
                  <c:v>6.7384128595993076E-3</c:v>
                </c:pt>
                <c:pt idx="346">
                  <c:v>6.7579444911007869E-3</c:v>
                </c:pt>
                <c:pt idx="347">
                  <c:v>6.7774761226004898E-3</c:v>
                </c:pt>
                <c:pt idx="348">
                  <c:v>6.7970077540007168E-3</c:v>
                </c:pt>
              </c:numCache>
            </c:numRef>
          </c:xVal>
          <c:yVal>
            <c:numRef>
              <c:f>'0.35'!$K$2:$K$350</c:f>
              <c:numCache>
                <c:formatCode>General</c:formatCode>
                <c:ptCount val="349"/>
                <c:pt idx="0">
                  <c:v>2.8107510999999998E-4</c:v>
                </c:pt>
                <c:pt idx="1">
                  <c:v>1.29727406E-4</c:v>
                </c:pt>
                <c:pt idx="2">
                  <c:v>2.9083947800000003E-4</c:v>
                </c:pt>
                <c:pt idx="3">
                  <c:v>2.5849500899999999E-4</c:v>
                </c:pt>
                <c:pt idx="4">
                  <c:v>1.9929852799999999E-4</c:v>
                </c:pt>
                <c:pt idx="5">
                  <c:v>2.1760671799999999E-4</c:v>
                </c:pt>
                <c:pt idx="6">
                  <c:v>3.0731684899999999E-4</c:v>
                </c:pt>
                <c:pt idx="7">
                  <c:v>2.06011531E-4</c:v>
                </c:pt>
                <c:pt idx="8">
                  <c:v>2.0234989300000001E-4</c:v>
                </c:pt>
                <c:pt idx="9">
                  <c:v>2.3408408899999999E-4</c:v>
                </c:pt>
                <c:pt idx="10">
                  <c:v>1.9075470600000001E-4</c:v>
                </c:pt>
                <c:pt idx="11">
                  <c:v>1.9075470600000001E-4</c:v>
                </c:pt>
                <c:pt idx="12">
                  <c:v>2.49951187E-4</c:v>
                </c:pt>
                <c:pt idx="13">
                  <c:v>2.1577589900000001E-4</c:v>
                </c:pt>
                <c:pt idx="14">
                  <c:v>2.3957654600000001E-4</c:v>
                </c:pt>
                <c:pt idx="15">
                  <c:v>3.20742855E-4</c:v>
                </c:pt>
                <c:pt idx="16">
                  <c:v>2.8656756700000001E-4</c:v>
                </c:pt>
                <c:pt idx="17">
                  <c:v>2.0784235E-4</c:v>
                </c:pt>
                <c:pt idx="18">
                  <c:v>2.5727446299999998E-4</c:v>
                </c:pt>
                <c:pt idx="19">
                  <c:v>2.5117173300000001E-4</c:v>
                </c:pt>
                <c:pt idx="20">
                  <c:v>3.0426548399999998E-4</c:v>
                </c:pt>
                <c:pt idx="21">
                  <c:v>1.20573311E-4</c:v>
                </c:pt>
                <c:pt idx="22">
                  <c:v>2.2676081300000001E-4</c:v>
                </c:pt>
                <c:pt idx="23">
                  <c:v>2.7436210700000001E-4</c:v>
                </c:pt>
                <c:pt idx="24">
                  <c:v>2.2981217799999999E-4</c:v>
                </c:pt>
                <c:pt idx="25">
                  <c:v>2.3225327000000001E-4</c:v>
                </c:pt>
                <c:pt idx="26">
                  <c:v>2.7619292600000001E-4</c:v>
                </c:pt>
                <c:pt idx="27">
                  <c:v>3.7444687900000002E-4</c:v>
                </c:pt>
                <c:pt idx="28">
                  <c:v>1.0884662890000001E-3</c:v>
                </c:pt>
                <c:pt idx="29">
                  <c:v>6.7786517410000002E-3</c:v>
                </c:pt>
                <c:pt idx="30">
                  <c:v>1.9020117848E-2</c:v>
                </c:pt>
                <c:pt idx="31">
                  <c:v>2.3545902415999999E-2</c:v>
                </c:pt>
                <c:pt idx="32">
                  <c:v>1.4009166244999999E-2</c:v>
                </c:pt>
                <c:pt idx="33">
                  <c:v>3.6773387599999999E-4</c:v>
                </c:pt>
                <c:pt idx="34">
                  <c:v>-7.1099411930000004E-3</c:v>
                </c:pt>
                <c:pt idx="35">
                  <c:v>-7.6921416350000001E-3</c:v>
                </c:pt>
                <c:pt idx="36">
                  <c:v>-6.9823941359999997E-3</c:v>
                </c:pt>
                <c:pt idx="37">
                  <c:v>-5.6733585509999998E-3</c:v>
                </c:pt>
                <c:pt idx="38">
                  <c:v>-4.4625769189999996E-3</c:v>
                </c:pt>
                <c:pt idx="39">
                  <c:v>-3.9328599549999996E-3</c:v>
                </c:pt>
                <c:pt idx="40">
                  <c:v>-3.3213664090000002E-3</c:v>
                </c:pt>
                <c:pt idx="41">
                  <c:v>-3.096175672E-3</c:v>
                </c:pt>
                <c:pt idx="42">
                  <c:v>-2.6695948450000001E-3</c:v>
                </c:pt>
                <c:pt idx="43">
                  <c:v>-2.3571350689999999E-3</c:v>
                </c:pt>
                <c:pt idx="44">
                  <c:v>-1.858542028E-3</c:v>
                </c:pt>
                <c:pt idx="45">
                  <c:v>-1.705363505E-3</c:v>
                </c:pt>
                <c:pt idx="46">
                  <c:v>-1.388631818E-3</c:v>
                </c:pt>
                <c:pt idx="47">
                  <c:v>-1.0694590390000001E-3</c:v>
                </c:pt>
                <c:pt idx="48">
                  <c:v>-1.247048482E-3</c:v>
                </c:pt>
                <c:pt idx="49">
                  <c:v>-9.1383942399999999E-4</c:v>
                </c:pt>
                <c:pt idx="50">
                  <c:v>-7.1305960700000001E-4</c:v>
                </c:pt>
                <c:pt idx="51">
                  <c:v>-5.5560917300000005E-4</c:v>
                </c:pt>
                <c:pt idx="52">
                  <c:v>-3.7740945700000001E-4</c:v>
                </c:pt>
                <c:pt idx="53">
                  <c:v>-3.2004379500000002E-4</c:v>
                </c:pt>
                <c:pt idx="54" formatCode="0.00E+00">
                  <c:v>-4.7862036999999903E-5</c:v>
                </c:pt>
                <c:pt idx="55" formatCode="0.00E+00">
                  <c:v>2.5980996E-5</c:v>
                </c:pt>
                <c:pt idx="56">
                  <c:v>1.1508085400000001E-4</c:v>
                </c:pt>
                <c:pt idx="57" formatCode="0.00E+00">
                  <c:v>4.3852554399999999E-4</c:v>
                </c:pt>
                <c:pt idx="58" formatCode="0.00E+00">
                  <c:v>3.57969508E-4</c:v>
                </c:pt>
                <c:pt idx="59" formatCode="0.00E+00">
                  <c:v>7.0277375299999999E-4</c:v>
                </c:pt>
                <c:pt idx="60" formatCode="0.00E+00">
                  <c:v>1.5291778E-4</c:v>
                </c:pt>
                <c:pt idx="61" formatCode="0.00E+00">
                  <c:v>3.7444687900000002E-4</c:v>
                </c:pt>
                <c:pt idx="62" formatCode="0.00E+00">
                  <c:v>-1.8700428099999999E-4</c:v>
                </c:pt>
                <c:pt idx="63" formatCode="0.00E+00">
                  <c:v>-9.3022238999999795E-5</c:v>
                </c:pt>
                <c:pt idx="64" formatCode="0.00E+00">
                  <c:v>8.4567204000000302E-5</c:v>
                </c:pt>
                <c:pt idx="65" formatCode="0.00E+00">
                  <c:v>-1.9179205999999899E-5</c:v>
                </c:pt>
                <c:pt idx="66" formatCode="0.00E+00">
                  <c:v>5.3443281000000398E-5</c:v>
                </c:pt>
                <c:pt idx="67" formatCode="0.00E+00">
                  <c:v>-2.0915619999999901E-6</c:v>
                </c:pt>
                <c:pt idx="68">
                  <c:v>1.2545549500000001E-4</c:v>
                </c:pt>
                <c:pt idx="69" formatCode="0.00E+00">
                  <c:v>5.5884373000000199E-5</c:v>
                </c:pt>
                <c:pt idx="70" formatCode="0.00E+00">
                  <c:v>4.7340551000000303E-5</c:v>
                </c:pt>
                <c:pt idx="71">
                  <c:v>1.8770334099999999E-4</c:v>
                </c:pt>
                <c:pt idx="72">
                  <c:v>2.07232077E-4</c:v>
                </c:pt>
                <c:pt idx="73">
                  <c:v>2.2615054000000001E-4</c:v>
                </c:pt>
                <c:pt idx="74" formatCode="0.00E+00">
                  <c:v>2.9206002399999998E-4</c:v>
                </c:pt>
                <c:pt idx="75">
                  <c:v>2.6520801200000002E-4</c:v>
                </c:pt>
                <c:pt idx="76">
                  <c:v>1.40102047E-4</c:v>
                </c:pt>
                <c:pt idx="77">
                  <c:v>3.1952230899999999E-4</c:v>
                </c:pt>
                <c:pt idx="78">
                  <c:v>1.9197525199999999E-4</c:v>
                </c:pt>
                <c:pt idx="79">
                  <c:v>3.2806613099999998E-4</c:v>
                </c:pt>
                <c:pt idx="80">
                  <c:v>2.0234989300000001E-4</c:v>
                </c:pt>
                <c:pt idx="81">
                  <c:v>3.7871878999999999E-4</c:v>
                </c:pt>
                <c:pt idx="82">
                  <c:v>2.4689982199999999E-4</c:v>
                </c:pt>
                <c:pt idx="83">
                  <c:v>3.6773387599999999E-4</c:v>
                </c:pt>
                <c:pt idx="84">
                  <c:v>3.5919005400000001E-4</c:v>
                </c:pt>
                <c:pt idx="85">
                  <c:v>4.1167353199999998E-4</c:v>
                </c:pt>
                <c:pt idx="86">
                  <c:v>4.16555716E-4</c:v>
                </c:pt>
                <c:pt idx="87">
                  <c:v>2.96331935E-4</c:v>
                </c:pt>
                <c:pt idx="88">
                  <c:v>3.4942568600000002E-4</c:v>
                </c:pt>
                <c:pt idx="89" formatCode="0.00E+00">
                  <c:v>7.1141198000000295E-5</c:v>
                </c:pt>
                <c:pt idx="90">
                  <c:v>1.11419216E-4</c:v>
                </c:pt>
                <c:pt idx="91" formatCode="0.00E+00">
                  <c:v>-4.3590125999999999E-5</c:v>
                </c:pt>
                <c:pt idx="92" formatCode="0.00E+00">
                  <c:v>9.0059661000000394E-5</c:v>
                </c:pt>
                <c:pt idx="93" formatCode="0.00E+00">
                  <c:v>8.8839115000000294E-5</c:v>
                </c:pt>
                <c:pt idx="94">
                  <c:v>1.2118358400000001E-4</c:v>
                </c:pt>
                <c:pt idx="95">
                  <c:v>1.9197525199999999E-4</c:v>
                </c:pt>
                <c:pt idx="96">
                  <c:v>2.1394508E-4</c:v>
                </c:pt>
                <c:pt idx="97" formatCode="0.00E+00">
                  <c:v>9.4941845000000403E-5</c:v>
                </c:pt>
                <c:pt idx="98">
                  <c:v>1.8953416E-4</c:v>
                </c:pt>
                <c:pt idx="99">
                  <c:v>1.6329242099999999E-4</c:v>
                </c:pt>
                <c:pt idx="100">
                  <c:v>1.1813221900000001E-4</c:v>
                </c:pt>
                <c:pt idx="101">
                  <c:v>1.04706213E-4</c:v>
                </c:pt>
                <c:pt idx="102">
                  <c:v>1.6817460499999999E-4</c:v>
                </c:pt>
                <c:pt idx="103">
                  <c:v>3.5308732399999998E-4</c:v>
                </c:pt>
                <c:pt idx="104">
                  <c:v>3.45764048E-4</c:v>
                </c:pt>
                <c:pt idx="105">
                  <c:v>2.7924429099999997E-4</c:v>
                </c:pt>
                <c:pt idx="106">
                  <c:v>3.4637432100000001E-4</c:v>
                </c:pt>
                <c:pt idx="107">
                  <c:v>1.9075470600000001E-4</c:v>
                </c:pt>
                <c:pt idx="108">
                  <c:v>1.3277877099999999E-4</c:v>
                </c:pt>
                <c:pt idx="109">
                  <c:v>3.1158876000000001E-4</c:v>
                </c:pt>
                <c:pt idx="110">
                  <c:v>1.6024105600000001E-4</c:v>
                </c:pt>
                <c:pt idx="111" formatCode="0.00E+00">
                  <c:v>2.41501770000003E-5</c:v>
                </c:pt>
                <c:pt idx="112">
                  <c:v>1.7854924600000001E-4</c:v>
                </c:pt>
                <c:pt idx="113">
                  <c:v>1.41322593E-4</c:v>
                </c:pt>
                <c:pt idx="114">
                  <c:v>1.8160061099999999E-4</c:v>
                </c:pt>
                <c:pt idx="115">
                  <c:v>1.35219863E-4</c:v>
                </c:pt>
                <c:pt idx="116">
                  <c:v>1.9136497900000001E-4</c:v>
                </c:pt>
                <c:pt idx="117">
                  <c:v>3.1769148999999998E-4</c:v>
                </c:pt>
                <c:pt idx="118">
                  <c:v>3.0731684899999999E-4</c:v>
                </c:pt>
                <c:pt idx="119">
                  <c:v>1.8343143E-4</c:v>
                </c:pt>
                <c:pt idx="120">
                  <c:v>2.0173962E-4</c:v>
                </c:pt>
                <c:pt idx="121">
                  <c:v>2.3286354300000001E-4</c:v>
                </c:pt>
                <c:pt idx="122">
                  <c:v>2.4079709199999999E-4</c:v>
                </c:pt>
                <c:pt idx="123">
                  <c:v>2.5239227900000002E-4</c:v>
                </c:pt>
                <c:pt idx="124">
                  <c:v>2.4567927599999999E-4</c:v>
                </c:pt>
                <c:pt idx="125">
                  <c:v>2.7497238000000001E-4</c:v>
                </c:pt>
                <c:pt idx="126">
                  <c:v>2.3957654600000001E-4</c:v>
                </c:pt>
                <c:pt idx="127">
                  <c:v>3.6102087300000002E-4</c:v>
                </c:pt>
                <c:pt idx="128">
                  <c:v>2.9511138899999999E-4</c:v>
                </c:pt>
                <c:pt idx="129">
                  <c:v>2.35914908E-4</c:v>
                </c:pt>
                <c:pt idx="130">
                  <c:v>2.49340914E-4</c:v>
                </c:pt>
                <c:pt idx="131">
                  <c:v>2.4445872999999998E-4</c:v>
                </c:pt>
                <c:pt idx="132">
                  <c:v>2.18827264E-4</c:v>
                </c:pt>
                <c:pt idx="133">
                  <c:v>2.18216991E-4</c:v>
                </c:pt>
                <c:pt idx="134">
                  <c:v>2.6276692000000001E-4</c:v>
                </c:pt>
                <c:pt idx="135">
                  <c:v>2.42627911E-4</c:v>
                </c:pt>
                <c:pt idx="136">
                  <c:v>2.0845262300000001E-4</c:v>
                </c:pt>
                <c:pt idx="137">
                  <c:v>3.2440449300000002E-4</c:v>
                </c:pt>
                <c:pt idx="138">
                  <c:v>2.0845262300000001E-4</c:v>
                </c:pt>
                <c:pt idx="139">
                  <c:v>2.8717784000000001E-4</c:v>
                </c:pt>
                <c:pt idx="140">
                  <c:v>2.2676081300000001E-4</c:v>
                </c:pt>
                <c:pt idx="141">
                  <c:v>2.84736748E-4</c:v>
                </c:pt>
                <c:pt idx="142">
                  <c:v>3.2440449300000002E-4</c:v>
                </c:pt>
                <c:pt idx="143">
                  <c:v>2.8717784000000001E-4</c:v>
                </c:pt>
                <c:pt idx="144">
                  <c:v>3.0060384600000002E-4</c:v>
                </c:pt>
                <c:pt idx="145">
                  <c:v>3.68954422E-4</c:v>
                </c:pt>
                <c:pt idx="146">
                  <c:v>2.8229565599999999E-4</c:v>
                </c:pt>
                <c:pt idx="147">
                  <c:v>1.8709306799999999E-4</c:v>
                </c:pt>
                <c:pt idx="148">
                  <c:v>2.6886964999999998E-4</c:v>
                </c:pt>
                <c:pt idx="149">
                  <c:v>2.6642855800000002E-4</c:v>
                </c:pt>
                <c:pt idx="150">
                  <c:v>1.9197525199999999E-4</c:v>
                </c:pt>
                <c:pt idx="151">
                  <c:v>1.33999317E-4</c:v>
                </c:pt>
                <c:pt idx="152">
                  <c:v>1.9075470600000001E-4</c:v>
                </c:pt>
                <c:pt idx="153">
                  <c:v>1.4864586900000001E-4</c:v>
                </c:pt>
                <c:pt idx="154">
                  <c:v>1.6207187499999999E-4</c:v>
                </c:pt>
                <c:pt idx="155">
                  <c:v>2.2248890199999999E-4</c:v>
                </c:pt>
                <c:pt idx="156">
                  <c:v>1.8038006499999999E-4</c:v>
                </c:pt>
                <c:pt idx="157">
                  <c:v>2.4445872999999998E-4</c:v>
                </c:pt>
                <c:pt idx="158">
                  <c:v>1.7122597E-4</c:v>
                </c:pt>
                <c:pt idx="159">
                  <c:v>2.85347021E-4</c:v>
                </c:pt>
                <c:pt idx="160">
                  <c:v>2.3286354300000001E-4</c:v>
                </c:pt>
                <c:pt idx="161">
                  <c:v>2.37135454E-4</c:v>
                </c:pt>
                <c:pt idx="162" formatCode="0.00E+00">
                  <c:v>2.5544364399999997E-4</c:v>
                </c:pt>
                <c:pt idx="163">
                  <c:v>2.30422451E-4</c:v>
                </c:pt>
                <c:pt idx="164">
                  <c:v>2.5361282500000002E-4</c:v>
                </c:pt>
                <c:pt idx="165">
                  <c:v>3.2989694999999999E-4</c:v>
                </c:pt>
                <c:pt idx="166">
                  <c:v>3.1036821400000001E-4</c:v>
                </c:pt>
                <c:pt idx="167">
                  <c:v>3.32338042E-4</c:v>
                </c:pt>
                <c:pt idx="168">
                  <c:v>2.72531288E-4</c:v>
                </c:pt>
                <c:pt idx="169">
                  <c:v>2.49340914E-4</c:v>
                </c:pt>
                <c:pt idx="170">
                  <c:v>2.8290592899999999E-4</c:v>
                </c:pt>
                <c:pt idx="171">
                  <c:v>1.9624716300000001E-4</c:v>
                </c:pt>
                <c:pt idx="172">
                  <c:v>2.5178200600000001E-4</c:v>
                </c:pt>
                <c:pt idx="173">
                  <c:v>1.6268214799999999E-4</c:v>
                </c:pt>
                <c:pt idx="174">
                  <c:v>2.24319721E-4</c:v>
                </c:pt>
                <c:pt idx="175">
                  <c:v>1.8526224900000001E-4</c:v>
                </c:pt>
                <c:pt idx="176">
                  <c:v>2.8168538299999998E-4</c:v>
                </c:pt>
                <c:pt idx="177">
                  <c:v>2.48730641E-4</c:v>
                </c:pt>
                <c:pt idx="178">
                  <c:v>3.9092424999999999E-4</c:v>
                </c:pt>
                <c:pt idx="179">
                  <c:v>3.7139551400000001E-4</c:v>
                </c:pt>
                <c:pt idx="180">
                  <c:v>2.7497238000000001E-4</c:v>
                </c:pt>
                <c:pt idx="181">
                  <c:v>2.8778811300000001E-4</c:v>
                </c:pt>
                <c:pt idx="182">
                  <c:v>1.8648279499999999E-4</c:v>
                </c:pt>
                <c:pt idx="183">
                  <c:v>1.9624716300000001E-4</c:v>
                </c:pt>
                <c:pt idx="184">
                  <c:v>1.23014403E-4</c:v>
                </c:pt>
                <c:pt idx="185">
                  <c:v>1.53528053E-4</c:v>
                </c:pt>
                <c:pt idx="186" formatCode="0.00E+00">
                  <c:v>1.8160061099999999E-4</c:v>
                </c:pt>
                <c:pt idx="187" formatCode="0.00E+00">
                  <c:v>1.4376368500000001E-4</c:v>
                </c:pt>
                <c:pt idx="188" formatCode="0.00E+00">
                  <c:v>1.5535887200000001E-4</c:v>
                </c:pt>
                <c:pt idx="189">
                  <c:v>1.4681505E-4</c:v>
                </c:pt>
                <c:pt idx="190" formatCode="0.00E+00">
                  <c:v>1.2423494900000001E-4</c:v>
                </c:pt>
                <c:pt idx="191">
                  <c:v>1.6329242099999999E-4</c:v>
                </c:pt>
                <c:pt idx="192">
                  <c:v>1.63902694E-4</c:v>
                </c:pt>
                <c:pt idx="193">
                  <c:v>1.6146160200000001E-4</c:v>
                </c:pt>
                <c:pt idx="194" formatCode="0.00E+00">
                  <c:v>1.7488760799999999E-4</c:v>
                </c:pt>
                <c:pt idx="195">
                  <c:v>1.1508085400000001E-4</c:v>
                </c:pt>
                <c:pt idx="196" formatCode="0.00E+00">
                  <c:v>2.4751009499999999E-4</c:v>
                </c:pt>
                <c:pt idx="197">
                  <c:v>2.1516562600000001E-4</c:v>
                </c:pt>
                <c:pt idx="198">
                  <c:v>2.0784235E-4</c:v>
                </c:pt>
                <c:pt idx="199">
                  <c:v>2.3408408899999999E-4</c:v>
                </c:pt>
                <c:pt idx="200">
                  <c:v>2.3408408899999999E-4</c:v>
                </c:pt>
                <c:pt idx="201">
                  <c:v>3.7688797099999998E-4</c:v>
                </c:pt>
                <c:pt idx="202">
                  <c:v>2.7924429099999997E-4</c:v>
                </c:pt>
                <c:pt idx="203">
                  <c:v>2.6459773900000002E-4</c:v>
                </c:pt>
                <c:pt idx="204">
                  <c:v>3.3477913400000001E-4</c:v>
                </c:pt>
                <c:pt idx="205">
                  <c:v>1.4376368500000001E-4</c:v>
                </c:pt>
                <c:pt idx="206">
                  <c:v>2.6947992299999998E-4</c:v>
                </c:pt>
                <c:pt idx="207">
                  <c:v>1.8160061099999999E-4</c:v>
                </c:pt>
                <c:pt idx="208">
                  <c:v>3.0304493799999997E-4</c:v>
                </c:pt>
                <c:pt idx="209">
                  <c:v>1.07757578E-4</c:v>
                </c:pt>
                <c:pt idx="210">
                  <c:v>3.6041060000000001E-4</c:v>
                </c:pt>
                <c:pt idx="211">
                  <c:v>-1.4550571699999999E-4</c:v>
                </c:pt>
                <c:pt idx="212">
                  <c:v>1.986788145E-3</c:v>
                </c:pt>
                <c:pt idx="213">
                  <c:v>4.7958747639999999E-3</c:v>
                </c:pt>
                <c:pt idx="214">
                  <c:v>5.2346610510000001E-3</c:v>
                </c:pt>
                <c:pt idx="215">
                  <c:v>6.0316775889999999E-3</c:v>
                </c:pt>
                <c:pt idx="216">
                  <c:v>3.7675647590000002E-3</c:v>
                </c:pt>
                <c:pt idx="217">
                  <c:v>-4.9946405700000002E-4</c:v>
                </c:pt>
                <c:pt idx="218">
                  <c:v>-2.6311476459999999E-3</c:v>
                </c:pt>
                <c:pt idx="219" formatCode="0.00E+00">
                  <c:v>-2.3095337749999998E-3</c:v>
                </c:pt>
                <c:pt idx="220">
                  <c:v>-1.916517963E-3</c:v>
                </c:pt>
                <c:pt idx="221">
                  <c:v>-1.621145831E-3</c:v>
                </c:pt>
                <c:pt idx="222" formatCode="0.00E+00">
                  <c:v>-1.325773699E-3</c:v>
                </c:pt>
                <c:pt idx="223">
                  <c:v>-1.0950905050000001E-3</c:v>
                </c:pt>
                <c:pt idx="224">
                  <c:v>-9.1689078899999995E-4</c:v>
                </c:pt>
                <c:pt idx="225">
                  <c:v>-7.1122878799999897E-4</c:v>
                </c:pt>
                <c:pt idx="226">
                  <c:v>-6.1724674599999995E-4</c:v>
                </c:pt>
                <c:pt idx="227">
                  <c:v>-3.63983451E-4</c:v>
                </c:pt>
                <c:pt idx="228">
                  <c:v>-3.7740945700000001E-4</c:v>
                </c:pt>
                <c:pt idx="229" formatCode="0.00E+00">
                  <c:v>-2.4864185400000002E-4</c:v>
                </c:pt>
                <c:pt idx="230" formatCode="0.00E+00">
                  <c:v>-2.18738477E-4</c:v>
                </c:pt>
                <c:pt idx="231" formatCode="0.00E+00">
                  <c:v>-6.9831864999999799E-5</c:v>
                </c:pt>
                <c:pt idx="232" formatCode="0.00E+00">
                  <c:v>8.8839115000000294E-5</c:v>
                </c:pt>
                <c:pt idx="233">
                  <c:v>2.1516562600000001E-4</c:v>
                </c:pt>
                <c:pt idx="234" formatCode="0.00E+00">
                  <c:v>4.9171369999999999E-5</c:v>
                </c:pt>
                <c:pt idx="235">
                  <c:v>2.5849500899999999E-4</c:v>
                </c:pt>
                <c:pt idx="236">
                  <c:v>2.42017638E-4</c:v>
                </c:pt>
                <c:pt idx="237">
                  <c:v>1.17521946E-4</c:v>
                </c:pt>
                <c:pt idx="238">
                  <c:v>1.3277877099999999E-4</c:v>
                </c:pt>
                <c:pt idx="239" formatCode="0.00E+00">
                  <c:v>-1.1245657E-5</c:v>
                </c:pt>
                <c:pt idx="240" formatCode="0.00E+00">
                  <c:v>2.0234989300000001E-4</c:v>
                </c:pt>
                <c:pt idx="241">
                  <c:v>1.2606576799999999E-4</c:v>
                </c:pt>
                <c:pt idx="242">
                  <c:v>1.3033767900000001E-4</c:v>
                </c:pt>
                <c:pt idx="243">
                  <c:v>2.25540267E-4</c:v>
                </c:pt>
                <c:pt idx="244">
                  <c:v>2.60936101E-4</c:v>
                </c:pt>
                <c:pt idx="245">
                  <c:v>1.3460959E-4</c:v>
                </c:pt>
                <c:pt idx="246">
                  <c:v>2.0967316900000001E-4</c:v>
                </c:pt>
                <c:pt idx="247">
                  <c:v>1.6939515099999999E-4</c:v>
                </c:pt>
                <c:pt idx="248">
                  <c:v>1.0958839699999999E-4</c:v>
                </c:pt>
                <c:pt idx="249">
                  <c:v>1.16911673E-4</c:v>
                </c:pt>
                <c:pt idx="250">
                  <c:v>1.9868825499999999E-4</c:v>
                </c:pt>
                <c:pt idx="251">
                  <c:v>1.9258552499999999E-4</c:v>
                </c:pt>
                <c:pt idx="252">
                  <c:v>1.3094795200000001E-4</c:v>
                </c:pt>
                <c:pt idx="253">
                  <c:v>3.21963401E-4</c:v>
                </c:pt>
                <c:pt idx="254">
                  <c:v>2.37745727E-4</c:v>
                </c:pt>
                <c:pt idx="255">
                  <c:v>2.3957654600000001E-4</c:v>
                </c:pt>
                <c:pt idx="256">
                  <c:v>1.6207187499999999E-4</c:v>
                </c:pt>
                <c:pt idx="257">
                  <c:v>3.68954422E-4</c:v>
                </c:pt>
                <c:pt idx="258" formatCode="0.00E+00">
                  <c:v>3.3914545000000303E-5</c:v>
                </c:pt>
                <c:pt idx="259">
                  <c:v>1.2855844680000001E-3</c:v>
                </c:pt>
                <c:pt idx="260">
                  <c:v>3.6491717969999999E-3</c:v>
                </c:pt>
                <c:pt idx="261">
                  <c:v>3.5741082179999999E-3</c:v>
                </c:pt>
                <c:pt idx="262">
                  <c:v>4.0885683569999998E-3</c:v>
                </c:pt>
                <c:pt idx="263">
                  <c:v>3.4239810600000002E-3</c:v>
                </c:pt>
                <c:pt idx="264" formatCode="0.00E+00">
                  <c:v>1.5669203210000001E-3</c:v>
                </c:pt>
                <c:pt idx="265">
                  <c:v>-9.0651614799999898E-4</c:v>
                </c:pt>
                <c:pt idx="266">
                  <c:v>-1.4533207559999999E-3</c:v>
                </c:pt>
                <c:pt idx="267" formatCode="0.00E+00">
                  <c:v>-1.4203660140000001E-3</c:v>
                </c:pt>
                <c:pt idx="268">
                  <c:v>-1.4276892899999999E-3</c:v>
                </c:pt>
                <c:pt idx="269">
                  <c:v>-7.0451578499999997E-4</c:v>
                </c:pt>
                <c:pt idx="270">
                  <c:v>-7.8873345900000002E-4</c:v>
                </c:pt>
                <c:pt idx="271">
                  <c:v>-5.0434624100000004E-4</c:v>
                </c:pt>
                <c:pt idx="272">
                  <c:v>-6.8498704899999999E-4</c:v>
                </c:pt>
                <c:pt idx="273">
                  <c:v>-5.0983869800000001E-4</c:v>
                </c:pt>
                <c:pt idx="274">
                  <c:v>-5.1472088200000003E-4</c:v>
                </c:pt>
                <c:pt idx="275">
                  <c:v>-5.2265443100000001E-4</c:v>
                </c:pt>
                <c:pt idx="276">
                  <c:v>-3.6642454300000001E-4</c:v>
                </c:pt>
                <c:pt idx="277">
                  <c:v>-1.89445373E-4</c:v>
                </c:pt>
                <c:pt idx="278">
                  <c:v>-1.6808581800000001E-4</c:v>
                </c:pt>
                <c:pt idx="279">
                  <c:v>-1.3818244100000001E-4</c:v>
                </c:pt>
                <c:pt idx="280" formatCode="0.00E+00">
                  <c:v>-7.0442137999999897E-5</c:v>
                </c:pt>
                <c:pt idx="281" formatCode="0.00E+00">
                  <c:v>-2.6502481999999698E-5</c:v>
                </c:pt>
                <c:pt idx="282" formatCode="0.00E+00">
                  <c:v>3.2693999000000203E-5</c:v>
                </c:pt>
                <c:pt idx="283" formatCode="0.00E+00">
                  <c:v>-5.1429269999998501E-6</c:v>
                </c:pt>
                <c:pt idx="284" formatCode="0.00E+00">
                  <c:v>9.6162391000000096E-5</c:v>
                </c:pt>
                <c:pt idx="285" formatCode="0.00E+00">
                  <c:v>1.3644040900000001E-4</c:v>
                </c:pt>
                <c:pt idx="286">
                  <c:v>1.04706213E-4</c:v>
                </c:pt>
                <c:pt idx="287">
                  <c:v>7.1192784799999998E-4</c:v>
                </c:pt>
                <c:pt idx="288">
                  <c:v>6.1428416799999997E-4</c:v>
                </c:pt>
                <c:pt idx="289">
                  <c:v>7.88822246E-4</c:v>
                </c:pt>
                <c:pt idx="290" formatCode="0.00E+00">
                  <c:v>6.2648962800000002E-4</c:v>
                </c:pt>
                <c:pt idx="291">
                  <c:v>2.9511138899999999E-4</c:v>
                </c:pt>
                <c:pt idx="292" formatCode="0.00E+00">
                  <c:v>8.2736385000000104E-5</c:v>
                </c:pt>
                <c:pt idx="293" formatCode="0.00E+00">
                  <c:v>-6.9831864999999799E-5</c:v>
                </c:pt>
                <c:pt idx="294" formatCode="0.00E+00">
                  <c:v>6.2597376000000406E-5</c:v>
                </c:pt>
                <c:pt idx="295" formatCode="0.00E+00">
                  <c:v>-1.00251109999999E-5</c:v>
                </c:pt>
                <c:pt idx="296" formatCode="0.00E+00">
                  <c:v>8.7618569000000098E-5</c:v>
                </c:pt>
                <c:pt idx="297" formatCode="0.00E+00">
                  <c:v>-1.7348386999999701E-5</c:v>
                </c:pt>
                <c:pt idx="298">
                  <c:v>1.4071232E-4</c:v>
                </c:pt>
                <c:pt idx="299" formatCode="0.00E+00">
                  <c:v>9.5552117999999999E-5</c:v>
                </c:pt>
                <c:pt idx="300">
                  <c:v>2.6337719300000001E-4</c:v>
                </c:pt>
                <c:pt idx="301">
                  <c:v>1.94416344E-4</c:v>
                </c:pt>
                <c:pt idx="302" formatCode="0.00E+00">
                  <c:v>5.2030212599999998E-4</c:v>
                </c:pt>
                <c:pt idx="303" formatCode="0.00E+00">
                  <c:v>2.0319483469999999E-3</c:v>
                </c:pt>
                <c:pt idx="304">
                  <c:v>2.637339163E-3</c:v>
                </c:pt>
                <c:pt idx="305">
                  <c:v>6.6493682700000003E-4</c:v>
                </c:pt>
                <c:pt idx="306">
                  <c:v>4.0312970999999999E-4</c:v>
                </c:pt>
                <c:pt idx="307">
                  <c:v>2.2437130780000002E-3</c:v>
                </c:pt>
                <c:pt idx="308">
                  <c:v>1.905011563E-3</c:v>
                </c:pt>
                <c:pt idx="309">
                  <c:v>8.2116671499999998E-4</c:v>
                </c:pt>
                <c:pt idx="310" formatCode="0.00E+00">
                  <c:v>3.0252907000000399E-5</c:v>
                </c:pt>
                <c:pt idx="311">
                  <c:v>-1.1512356209999999E-3</c:v>
                </c:pt>
                <c:pt idx="312" formatCode="0.00E+00">
                  <c:v>-1.119501425E-3</c:v>
                </c:pt>
                <c:pt idx="313" formatCode="0.00E+00">
                  <c:v>-3.7435809199999999E-4</c:v>
                </c:pt>
                <c:pt idx="314" formatCode="0.00E+00">
                  <c:v>-8.7051004099999996E-4</c:v>
                </c:pt>
                <c:pt idx="315">
                  <c:v>-5.8429200400000002E-4</c:v>
                </c:pt>
                <c:pt idx="316">
                  <c:v>-6.3067275200000001E-4</c:v>
                </c:pt>
                <c:pt idx="317">
                  <c:v>-3.4994717199999999E-4</c:v>
                </c:pt>
                <c:pt idx="318">
                  <c:v>-1.05227699E-4</c:v>
                </c:pt>
                <c:pt idx="319">
                  <c:v>1.5718969099999999E-4</c:v>
                </c:pt>
                <c:pt idx="320">
                  <c:v>-1.9920974099999999E-4</c:v>
                </c:pt>
                <c:pt idx="321">
                  <c:v>-2.4681103500000001E-4</c:v>
                </c:pt>
                <c:pt idx="322" formatCode="0.00E+00">
                  <c:v>-1.18559299999996E-5</c:v>
                </c:pt>
                <c:pt idx="323" formatCode="0.00E+00">
                  <c:v>-1.7348386999999701E-5</c:v>
                </c:pt>
                <c:pt idx="324" formatCode="0.00E+00">
                  <c:v>8.0295293000000296E-5</c:v>
                </c:pt>
                <c:pt idx="325" formatCode="0.00E+00">
                  <c:v>6.6869287000000398E-5</c:v>
                </c:pt>
                <c:pt idx="326">
                  <c:v>2.4567927599999999E-4</c:v>
                </c:pt>
                <c:pt idx="327" formatCode="0.00E+00">
                  <c:v>4.7950824000000299E-5</c:v>
                </c:pt>
                <c:pt idx="328" formatCode="0.00E+00">
                  <c:v>6.8700106000000094E-5</c:v>
                </c:pt>
                <c:pt idx="329" formatCode="0.00E+00">
                  <c:v>7.1751471000000406E-5</c:v>
                </c:pt>
                <c:pt idx="330">
                  <c:v>6.1428416799999997E-4</c:v>
                </c:pt>
                <c:pt idx="331" formatCode="0.00E+00">
                  <c:v>2.1760671799999999E-4</c:v>
                </c:pt>
                <c:pt idx="332">
                  <c:v>2.8046483699999998E-4</c:v>
                </c:pt>
                <c:pt idx="333">
                  <c:v>6.0024788899999996E-4</c:v>
                </c:pt>
                <c:pt idx="334" formatCode="0.00E+00">
                  <c:v>6.6869287000000398E-5</c:v>
                </c:pt>
                <c:pt idx="335">
                  <c:v>4.76972743E-4</c:v>
                </c:pt>
                <c:pt idx="336">
                  <c:v>1.4559450399999999E-4</c:v>
                </c:pt>
                <c:pt idx="337" formatCode="0.00E+00">
                  <c:v>-3.3121079999996801E-6</c:v>
                </c:pt>
                <c:pt idx="338">
                  <c:v>1.29727406E-4</c:v>
                </c:pt>
                <c:pt idx="339" formatCode="0.00E+00">
                  <c:v>1.7976979200000001E-4</c:v>
                </c:pt>
                <c:pt idx="340">
                  <c:v>1.2728631399999999E-4</c:v>
                </c:pt>
                <c:pt idx="341" formatCode="0.00E+00">
                  <c:v>7.9074747000000195E-5</c:v>
                </c:pt>
                <c:pt idx="342" formatCode="0.00E+00">
                  <c:v>1.33999317E-4</c:v>
                </c:pt>
                <c:pt idx="343" formatCode="0.00E+00">
                  <c:v>9.1890480000000104E-5</c:v>
                </c:pt>
                <c:pt idx="344" formatCode="0.00E+00">
                  <c:v>2.42627911E-4</c:v>
                </c:pt>
                <c:pt idx="345" formatCode="0.00E+00">
                  <c:v>-3.8707941999999902E-5</c:v>
                </c:pt>
                <c:pt idx="346">
                  <c:v>5.4654386500000004E-4</c:v>
                </c:pt>
                <c:pt idx="347">
                  <c:v>7.7173460200000003E-4</c:v>
                </c:pt>
                <c:pt idx="348">
                  <c:v>5.85601337E-4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0CE0-B445-90AB-9550D33C5C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18348944"/>
        <c:axId val="1518347984"/>
      </c:scatterChart>
      <c:valAx>
        <c:axId val="1518348944"/>
        <c:scaling>
          <c:orientation val="minMax"/>
          <c:max val="5.000000000000001E-3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rgbClr val="BFBFBF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18347984"/>
        <c:crosses val="autoZero"/>
        <c:crossBetween val="midCat"/>
      </c:valAx>
      <c:valAx>
        <c:axId val="1518347984"/>
        <c:scaling>
          <c:orientation val="minMax"/>
          <c:min val="-1.0000000000000002E-2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rgbClr val="BFBFBF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18348944"/>
        <c:crosses val="autoZero"/>
        <c:crossBetween val="midCat"/>
      </c:valAx>
    </c:plotArea>
    <c:plotVisOnly val="1"/>
    <c:dispBlanksAs val="gap"/>
    <c:showDLblsOverMax val="0"/>
    <c:extLst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>
          <a:solidFill>
            <a:schemeClr val="tx1"/>
          </a:solidFill>
          <a:latin typeface="Times New Roman" panose="02020603050405020304" pitchFamily="18" charset="0"/>
          <a:cs typeface="Times New Roman" panose="02020603050405020304" pitchFamily="18" charset="0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MX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3242175925925925"/>
          <c:y val="0.12935185185185186"/>
          <c:w val="0.81968865740740737"/>
          <c:h val="0.74129629629629634"/>
        </c:manualLayout>
      </c:layout>
      <c:scatterChart>
        <c:scatterStyle val="smoothMarker"/>
        <c:varyColors val="0"/>
        <c:ser>
          <c:idx val="0"/>
          <c:order val="0"/>
          <c:spPr>
            <a:ln w="1270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xVal>
            <c:numRef>
              <c:f>'0.35'!$O$2:$O$350</c:f>
              <c:numCache>
                <c:formatCode>General</c:formatCode>
                <c:ptCount val="349"/>
                <c:pt idx="0">
                  <c:v>0</c:v>
                </c:pt>
                <c:pt idx="1">
                  <c:v>1.9531631480163014E-5</c:v>
                </c:pt>
                <c:pt idx="2">
                  <c:v>3.9063262959881939E-5</c:v>
                </c:pt>
                <c:pt idx="3">
                  <c:v>5.8594894429830902E-5</c:v>
                </c:pt>
                <c:pt idx="4">
                  <c:v>7.8126525909993916E-5</c:v>
                </c:pt>
                <c:pt idx="5">
                  <c:v>9.765815739015693E-5</c:v>
                </c:pt>
                <c:pt idx="6">
                  <c:v>1.1718978886010589E-4</c:v>
                </c:pt>
                <c:pt idx="7">
                  <c:v>1.3672142033982482E-4</c:v>
                </c:pt>
                <c:pt idx="8">
                  <c:v>1.5625305181998783E-4</c:v>
                </c:pt>
                <c:pt idx="9">
                  <c:v>1.7578468330015085E-4</c:v>
                </c:pt>
                <c:pt idx="10">
                  <c:v>1.9531631477009981E-4</c:v>
                </c:pt>
                <c:pt idx="11">
                  <c:v>2.1484794624981873E-4</c:v>
                </c:pt>
                <c:pt idx="12">
                  <c:v>2.3437957772998175E-4</c:v>
                </c:pt>
                <c:pt idx="13">
                  <c:v>2.5391120921014476E-4</c:v>
                </c:pt>
                <c:pt idx="14">
                  <c:v>2.7344284068009372E-4</c:v>
                </c:pt>
                <c:pt idx="15">
                  <c:v>2.9297447215981265E-4</c:v>
                </c:pt>
                <c:pt idx="16">
                  <c:v>3.1250610363997566E-4</c:v>
                </c:pt>
                <c:pt idx="17">
                  <c:v>3.3203773510992463E-4</c:v>
                </c:pt>
                <c:pt idx="18">
                  <c:v>3.5156936659008764E-4</c:v>
                </c:pt>
                <c:pt idx="19">
                  <c:v>3.7110099806980656E-4</c:v>
                </c:pt>
                <c:pt idx="20">
                  <c:v>3.9063262953975553E-4</c:v>
                </c:pt>
                <c:pt idx="21">
                  <c:v>4.1016426101991854E-4</c:v>
                </c:pt>
                <c:pt idx="22">
                  <c:v>4.2969589250008156E-4</c:v>
                </c:pt>
                <c:pt idx="23">
                  <c:v>4.4922752397980048E-4</c:v>
                </c:pt>
                <c:pt idx="24">
                  <c:v>4.6875915545019353E-4</c:v>
                </c:pt>
                <c:pt idx="25">
                  <c:v>4.8829078692991246E-4</c:v>
                </c:pt>
                <c:pt idx="26">
                  <c:v>5.0782241841007547E-4</c:v>
                </c:pt>
                <c:pt idx="27">
                  <c:v>5.273540498897944E-4</c:v>
                </c:pt>
                <c:pt idx="28">
                  <c:v>5.4688568136018745E-4</c:v>
                </c:pt>
                <c:pt idx="29">
                  <c:v>5.6641731283990637E-4</c:v>
                </c:pt>
                <c:pt idx="30">
                  <c:v>5.8594894432006939E-4</c:v>
                </c:pt>
                <c:pt idx="31">
                  <c:v>6.0548057579001835E-4</c:v>
                </c:pt>
                <c:pt idx="32">
                  <c:v>6.2501220727018136E-4</c:v>
                </c:pt>
                <c:pt idx="33">
                  <c:v>6.4454383874990029E-4</c:v>
                </c:pt>
                <c:pt idx="34">
                  <c:v>6.640754702300633E-4</c:v>
                </c:pt>
                <c:pt idx="35">
                  <c:v>6.8360710170001227E-4</c:v>
                </c:pt>
                <c:pt idx="36">
                  <c:v>7.0313873318017528E-4</c:v>
                </c:pt>
                <c:pt idx="37">
                  <c:v>7.226703646598942E-4</c:v>
                </c:pt>
                <c:pt idx="38">
                  <c:v>7.4220199612984317E-4</c:v>
                </c:pt>
                <c:pt idx="39">
                  <c:v>7.6173362761000618E-4</c:v>
                </c:pt>
                <c:pt idx="40">
                  <c:v>7.812652590901692E-4</c:v>
                </c:pt>
                <c:pt idx="41">
                  <c:v>8.0079689056988812E-4</c:v>
                </c:pt>
                <c:pt idx="42">
                  <c:v>8.2032852203983708E-4</c:v>
                </c:pt>
                <c:pt idx="43">
                  <c:v>8.398601535200001E-4</c:v>
                </c:pt>
                <c:pt idx="44">
                  <c:v>8.5939178500016311E-4</c:v>
                </c:pt>
                <c:pt idx="45">
                  <c:v>8.7892341647011207E-4</c:v>
                </c:pt>
                <c:pt idx="46">
                  <c:v>8.98455047949831E-4</c:v>
                </c:pt>
                <c:pt idx="47">
                  <c:v>9.1798667942999401E-4</c:v>
                </c:pt>
                <c:pt idx="48">
                  <c:v>9.3751831091015703E-4</c:v>
                </c:pt>
                <c:pt idx="49">
                  <c:v>9.5704994238010599E-4</c:v>
                </c:pt>
                <c:pt idx="50">
                  <c:v>9.7658157385982491E-4</c:v>
                </c:pt>
                <c:pt idx="51">
                  <c:v>9.9611320533998793E-4</c:v>
                </c:pt>
                <c:pt idx="52">
                  <c:v>1.0156448368099369E-3</c:v>
                </c:pt>
                <c:pt idx="53">
                  <c:v>1.0351764682900999E-3</c:v>
                </c:pt>
                <c:pt idx="54">
                  <c:v>1.0547080997698188E-3</c:v>
                </c:pt>
                <c:pt idx="55">
                  <c:v>1.0742397312499818E-3</c:v>
                </c:pt>
                <c:pt idx="56">
                  <c:v>1.0937713627199308E-3</c:v>
                </c:pt>
                <c:pt idx="57">
                  <c:v>1.1133029942000938E-3</c:v>
                </c:pt>
                <c:pt idx="58">
                  <c:v>1.1328346256798127E-3</c:v>
                </c:pt>
                <c:pt idx="59">
                  <c:v>1.1523662571497617E-3</c:v>
                </c:pt>
                <c:pt idx="60">
                  <c:v>1.1718978886299247E-3</c:v>
                </c:pt>
                <c:pt idx="61">
                  <c:v>1.1914295201100877E-3</c:v>
                </c:pt>
                <c:pt idx="62">
                  <c:v>1.2109611515898067E-3</c:v>
                </c:pt>
                <c:pt idx="63">
                  <c:v>1.2304927830597556E-3</c:v>
                </c:pt>
                <c:pt idx="64">
                  <c:v>1.2500244145399186E-3</c:v>
                </c:pt>
                <c:pt idx="65">
                  <c:v>1.2695560460200817E-3</c:v>
                </c:pt>
                <c:pt idx="66">
                  <c:v>1.2890876774998006E-3</c:v>
                </c:pt>
                <c:pt idx="67">
                  <c:v>1.3086193089701936E-3</c:v>
                </c:pt>
                <c:pt idx="68">
                  <c:v>1.3281509404499126E-3</c:v>
                </c:pt>
                <c:pt idx="69">
                  <c:v>1.3476825719300756E-3</c:v>
                </c:pt>
                <c:pt idx="70">
                  <c:v>1.3672142034000245E-3</c:v>
                </c:pt>
                <c:pt idx="71">
                  <c:v>1.3867458348801875E-3</c:v>
                </c:pt>
                <c:pt idx="72">
                  <c:v>1.4062774663599065E-3</c:v>
                </c:pt>
                <c:pt idx="73">
                  <c:v>1.4258090978400695E-3</c:v>
                </c:pt>
                <c:pt idx="74">
                  <c:v>1.4453407293100184E-3</c:v>
                </c:pt>
                <c:pt idx="75">
                  <c:v>1.4648723607901815E-3</c:v>
                </c:pt>
                <c:pt idx="76">
                  <c:v>1.4844039922699004E-3</c:v>
                </c:pt>
                <c:pt idx="77">
                  <c:v>1.5039356237398493E-3</c:v>
                </c:pt>
                <c:pt idx="78">
                  <c:v>1.5234672552200124E-3</c:v>
                </c:pt>
                <c:pt idx="79">
                  <c:v>1.5429988867001754E-3</c:v>
                </c:pt>
                <c:pt idx="80">
                  <c:v>1.5625305181798943E-3</c:v>
                </c:pt>
                <c:pt idx="81">
                  <c:v>1.5820621496498433E-3</c:v>
                </c:pt>
                <c:pt idx="82">
                  <c:v>1.6015937811300063E-3</c:v>
                </c:pt>
                <c:pt idx="83">
                  <c:v>1.6211254126101693E-3</c:v>
                </c:pt>
                <c:pt idx="84">
                  <c:v>1.6406570440801183E-3</c:v>
                </c:pt>
                <c:pt idx="85">
                  <c:v>1.6601886755598372E-3</c:v>
                </c:pt>
                <c:pt idx="86">
                  <c:v>1.6797203070400002E-3</c:v>
                </c:pt>
                <c:pt idx="87">
                  <c:v>1.6992519385201632E-3</c:v>
                </c:pt>
                <c:pt idx="88">
                  <c:v>1.7187835699901122E-3</c:v>
                </c:pt>
                <c:pt idx="89">
                  <c:v>1.7383152014698311E-3</c:v>
                </c:pt>
                <c:pt idx="90">
                  <c:v>1.7578468329499941E-3</c:v>
                </c:pt>
                <c:pt idx="91">
                  <c:v>1.7773784644199431E-3</c:v>
                </c:pt>
                <c:pt idx="92">
                  <c:v>1.7969100959001061E-3</c:v>
                </c:pt>
                <c:pt idx="93">
                  <c:v>1.816441727379825E-3</c:v>
                </c:pt>
                <c:pt idx="94">
                  <c:v>1.835973358859988E-3</c:v>
                </c:pt>
                <c:pt idx="95">
                  <c:v>1.855504990329937E-3</c:v>
                </c:pt>
                <c:pt idx="96">
                  <c:v>1.8750366218101E-3</c:v>
                </c:pt>
                <c:pt idx="97">
                  <c:v>1.8945682532898189E-3</c:v>
                </c:pt>
                <c:pt idx="98">
                  <c:v>1.9140998847597679E-3</c:v>
                </c:pt>
                <c:pt idx="99">
                  <c:v>1.9336315162399309E-3</c:v>
                </c:pt>
                <c:pt idx="100">
                  <c:v>1.9531631477200939E-3</c:v>
                </c:pt>
                <c:pt idx="101">
                  <c:v>1.9726947791998128E-3</c:v>
                </c:pt>
                <c:pt idx="102">
                  <c:v>1.9922264106697618E-3</c:v>
                </c:pt>
                <c:pt idx="103">
                  <c:v>2.0117580421499248E-3</c:v>
                </c:pt>
                <c:pt idx="104">
                  <c:v>2.0312896736300878E-3</c:v>
                </c:pt>
                <c:pt idx="105">
                  <c:v>2.0508213051098068E-3</c:v>
                </c:pt>
                <c:pt idx="106">
                  <c:v>2.0703529365797557E-3</c:v>
                </c:pt>
                <c:pt idx="107">
                  <c:v>2.0898845680599187E-3</c:v>
                </c:pt>
                <c:pt idx="108">
                  <c:v>2.1094161995400817E-3</c:v>
                </c:pt>
                <c:pt idx="109">
                  <c:v>2.1289478310100307E-3</c:v>
                </c:pt>
                <c:pt idx="110">
                  <c:v>2.1484794624901937E-3</c:v>
                </c:pt>
                <c:pt idx="111">
                  <c:v>2.1680110939699127E-3</c:v>
                </c:pt>
                <c:pt idx="112">
                  <c:v>2.1875427254500757E-3</c:v>
                </c:pt>
                <c:pt idx="113">
                  <c:v>2.2070743569200246E-3</c:v>
                </c:pt>
                <c:pt idx="114">
                  <c:v>2.2266059884001876E-3</c:v>
                </c:pt>
                <c:pt idx="115">
                  <c:v>2.2461376198799066E-3</c:v>
                </c:pt>
                <c:pt idx="116">
                  <c:v>2.2656692513498555E-3</c:v>
                </c:pt>
                <c:pt idx="117">
                  <c:v>2.2852008828300185E-3</c:v>
                </c:pt>
                <c:pt idx="118">
                  <c:v>2.3047325143101816E-3</c:v>
                </c:pt>
                <c:pt idx="119">
                  <c:v>2.3242641457899005E-3</c:v>
                </c:pt>
                <c:pt idx="120">
                  <c:v>2.3437957772598494E-3</c:v>
                </c:pt>
                <c:pt idx="121">
                  <c:v>2.3633274087400125E-3</c:v>
                </c:pt>
                <c:pt idx="122">
                  <c:v>2.3828590402201755E-3</c:v>
                </c:pt>
                <c:pt idx="123">
                  <c:v>2.4023906716901244E-3</c:v>
                </c:pt>
                <c:pt idx="124">
                  <c:v>2.4219223031698434E-3</c:v>
                </c:pt>
                <c:pt idx="125">
                  <c:v>2.4414539346500064E-3</c:v>
                </c:pt>
                <c:pt idx="126">
                  <c:v>2.4609855661301694E-3</c:v>
                </c:pt>
                <c:pt idx="127">
                  <c:v>2.4805171976001184E-3</c:v>
                </c:pt>
                <c:pt idx="128">
                  <c:v>2.5000488290798373E-3</c:v>
                </c:pt>
                <c:pt idx="129">
                  <c:v>2.5195804605600003E-3</c:v>
                </c:pt>
                <c:pt idx="130">
                  <c:v>2.5391120920299493E-3</c:v>
                </c:pt>
                <c:pt idx="131">
                  <c:v>2.5586437235101123E-3</c:v>
                </c:pt>
                <c:pt idx="132">
                  <c:v>2.5781753549898312E-3</c:v>
                </c:pt>
                <c:pt idx="133">
                  <c:v>2.5977069864699942E-3</c:v>
                </c:pt>
                <c:pt idx="134">
                  <c:v>2.6172386179399432E-3</c:v>
                </c:pt>
                <c:pt idx="135">
                  <c:v>2.6367702494201062E-3</c:v>
                </c:pt>
                <c:pt idx="136">
                  <c:v>2.6563018808998251E-3</c:v>
                </c:pt>
                <c:pt idx="137">
                  <c:v>2.6758335123697741E-3</c:v>
                </c:pt>
                <c:pt idx="138">
                  <c:v>2.6953651438499371E-3</c:v>
                </c:pt>
                <c:pt idx="139">
                  <c:v>2.7148967753301001E-3</c:v>
                </c:pt>
                <c:pt idx="140">
                  <c:v>2.734428406809819E-3</c:v>
                </c:pt>
                <c:pt idx="141">
                  <c:v>2.753960038279768E-3</c:v>
                </c:pt>
                <c:pt idx="142">
                  <c:v>2.773491669759931E-3</c:v>
                </c:pt>
                <c:pt idx="143">
                  <c:v>2.793023301240094E-3</c:v>
                </c:pt>
                <c:pt idx="144">
                  <c:v>2.8125549327198129E-3</c:v>
                </c:pt>
                <c:pt idx="145">
                  <c:v>2.8320865641897619E-3</c:v>
                </c:pt>
                <c:pt idx="146">
                  <c:v>2.8516181956699249E-3</c:v>
                </c:pt>
                <c:pt idx="147">
                  <c:v>2.8711498271500879E-3</c:v>
                </c:pt>
                <c:pt idx="148">
                  <c:v>2.8906814586200369E-3</c:v>
                </c:pt>
                <c:pt idx="149">
                  <c:v>2.9102130900997558E-3</c:v>
                </c:pt>
                <c:pt idx="150">
                  <c:v>2.9297447215799188E-3</c:v>
                </c:pt>
                <c:pt idx="151">
                  <c:v>2.9492763530600818E-3</c:v>
                </c:pt>
                <c:pt idx="152">
                  <c:v>2.9688079845300308E-3</c:v>
                </c:pt>
                <c:pt idx="153">
                  <c:v>2.9883396160101938E-3</c:v>
                </c:pt>
                <c:pt idx="154">
                  <c:v>3.0078712474899127E-3</c:v>
                </c:pt>
                <c:pt idx="155">
                  <c:v>3.0274028789598617E-3</c:v>
                </c:pt>
                <c:pt idx="156">
                  <c:v>3.0469345104400247E-3</c:v>
                </c:pt>
                <c:pt idx="157">
                  <c:v>3.0664661419201877E-3</c:v>
                </c:pt>
                <c:pt idx="158">
                  <c:v>3.0859977733999067E-3</c:v>
                </c:pt>
                <c:pt idx="159">
                  <c:v>3.1055294048698556E-3</c:v>
                </c:pt>
                <c:pt idx="160">
                  <c:v>3.1250610363500186E-3</c:v>
                </c:pt>
                <c:pt idx="161">
                  <c:v>3.1445926678301817E-3</c:v>
                </c:pt>
                <c:pt idx="162">
                  <c:v>3.1641242993001306E-3</c:v>
                </c:pt>
                <c:pt idx="163">
                  <c:v>3.1836559307798495E-3</c:v>
                </c:pt>
                <c:pt idx="164">
                  <c:v>3.2031875622600126E-3</c:v>
                </c:pt>
                <c:pt idx="165">
                  <c:v>3.2227191937401756E-3</c:v>
                </c:pt>
                <c:pt idx="166">
                  <c:v>3.2422508252101245E-3</c:v>
                </c:pt>
                <c:pt idx="167">
                  <c:v>3.2617824566898435E-3</c:v>
                </c:pt>
                <c:pt idx="168">
                  <c:v>3.2813140881700065E-3</c:v>
                </c:pt>
                <c:pt idx="169">
                  <c:v>3.3008457196399554E-3</c:v>
                </c:pt>
                <c:pt idx="170">
                  <c:v>3.3203773511201184E-3</c:v>
                </c:pt>
                <c:pt idx="171">
                  <c:v>3.3399089825998374E-3</c:v>
                </c:pt>
                <c:pt idx="172">
                  <c:v>3.3594406140800004E-3</c:v>
                </c:pt>
                <c:pt idx="173">
                  <c:v>3.3789722455499493E-3</c:v>
                </c:pt>
                <c:pt idx="174">
                  <c:v>3.3985038770301124E-3</c:v>
                </c:pt>
                <c:pt idx="175">
                  <c:v>3.4180355085098313E-3</c:v>
                </c:pt>
                <c:pt idx="176">
                  <c:v>3.4375671399797803E-3</c:v>
                </c:pt>
                <c:pt idx="177">
                  <c:v>3.4570987714599433E-3</c:v>
                </c:pt>
                <c:pt idx="178">
                  <c:v>3.4766304029401063E-3</c:v>
                </c:pt>
                <c:pt idx="179">
                  <c:v>3.4961620344198252E-3</c:v>
                </c:pt>
                <c:pt idx="180">
                  <c:v>3.5156936658897742E-3</c:v>
                </c:pt>
                <c:pt idx="181">
                  <c:v>3.5352252973699372E-3</c:v>
                </c:pt>
                <c:pt idx="182">
                  <c:v>3.5547569288501002E-3</c:v>
                </c:pt>
                <c:pt idx="183">
                  <c:v>3.5742885603298191E-3</c:v>
                </c:pt>
                <c:pt idx="184">
                  <c:v>3.5938201917997681E-3</c:v>
                </c:pt>
                <c:pt idx="185">
                  <c:v>3.6133518232799311E-3</c:v>
                </c:pt>
                <c:pt idx="186">
                  <c:v>3.6328834547600941E-3</c:v>
                </c:pt>
                <c:pt idx="187">
                  <c:v>3.6524150862300431E-3</c:v>
                </c:pt>
                <c:pt idx="188">
                  <c:v>3.671946717709762E-3</c:v>
                </c:pt>
                <c:pt idx="189">
                  <c:v>3.691478349189925E-3</c:v>
                </c:pt>
                <c:pt idx="190">
                  <c:v>3.711009980670088E-3</c:v>
                </c:pt>
                <c:pt idx="191">
                  <c:v>3.730541612140037E-3</c:v>
                </c:pt>
                <c:pt idx="192">
                  <c:v>3.7500732436197559E-3</c:v>
                </c:pt>
                <c:pt idx="193">
                  <c:v>3.7696048750999189E-3</c:v>
                </c:pt>
                <c:pt idx="194">
                  <c:v>3.7891365065698679E-3</c:v>
                </c:pt>
                <c:pt idx="195">
                  <c:v>3.8086681380500309E-3</c:v>
                </c:pt>
                <c:pt idx="196">
                  <c:v>3.8281997695301939E-3</c:v>
                </c:pt>
                <c:pt idx="197">
                  <c:v>3.8477314010099128E-3</c:v>
                </c:pt>
                <c:pt idx="198">
                  <c:v>3.8672630324798618E-3</c:v>
                </c:pt>
                <c:pt idx="199">
                  <c:v>3.8867946639600248E-3</c:v>
                </c:pt>
                <c:pt idx="200">
                  <c:v>3.9063262954401878E-3</c:v>
                </c:pt>
                <c:pt idx="201">
                  <c:v>3.9258579269101368E-3</c:v>
                </c:pt>
                <c:pt idx="202">
                  <c:v>3.9453895583898557E-3</c:v>
                </c:pt>
                <c:pt idx="203">
                  <c:v>3.9649211898700187E-3</c:v>
                </c:pt>
                <c:pt idx="204">
                  <c:v>3.9844528213501818E-3</c:v>
                </c:pt>
                <c:pt idx="205">
                  <c:v>4.0039844528201307E-3</c:v>
                </c:pt>
                <c:pt idx="206">
                  <c:v>4.0235160842998496E-3</c:v>
                </c:pt>
                <c:pt idx="207">
                  <c:v>4.0430477157800127E-3</c:v>
                </c:pt>
                <c:pt idx="208">
                  <c:v>4.0625793472499616E-3</c:v>
                </c:pt>
                <c:pt idx="209">
                  <c:v>4.0821109787301246E-3</c:v>
                </c:pt>
                <c:pt idx="210">
                  <c:v>4.1016426102098436E-3</c:v>
                </c:pt>
                <c:pt idx="211">
                  <c:v>4.1211742416900066E-3</c:v>
                </c:pt>
                <c:pt idx="212">
                  <c:v>4.1407058731599555E-3</c:v>
                </c:pt>
                <c:pt idx="213">
                  <c:v>4.1602375046401185E-3</c:v>
                </c:pt>
                <c:pt idx="214">
                  <c:v>4.1797691361198375E-3</c:v>
                </c:pt>
                <c:pt idx="215">
                  <c:v>4.1993007675897864E-3</c:v>
                </c:pt>
                <c:pt idx="216">
                  <c:v>4.2188323990699494E-3</c:v>
                </c:pt>
                <c:pt idx="217">
                  <c:v>4.2383640305501125E-3</c:v>
                </c:pt>
                <c:pt idx="218">
                  <c:v>4.2578956620298314E-3</c:v>
                </c:pt>
                <c:pt idx="219">
                  <c:v>4.2774272934997803E-3</c:v>
                </c:pt>
                <c:pt idx="220">
                  <c:v>4.2969589249799434E-3</c:v>
                </c:pt>
                <c:pt idx="221">
                  <c:v>4.3164905564601064E-3</c:v>
                </c:pt>
                <c:pt idx="222">
                  <c:v>4.3360221879300553E-3</c:v>
                </c:pt>
                <c:pt idx="223">
                  <c:v>4.3555538194097743E-3</c:v>
                </c:pt>
                <c:pt idx="224">
                  <c:v>4.3750854508899373E-3</c:v>
                </c:pt>
                <c:pt idx="225">
                  <c:v>4.3946170823701003E-3</c:v>
                </c:pt>
                <c:pt idx="226">
                  <c:v>4.4141487138400493E-3</c:v>
                </c:pt>
                <c:pt idx="227">
                  <c:v>4.4336803453197682E-3</c:v>
                </c:pt>
                <c:pt idx="228">
                  <c:v>4.4532119767999312E-3</c:v>
                </c:pt>
                <c:pt idx="229">
                  <c:v>4.4727436082800942E-3</c:v>
                </c:pt>
                <c:pt idx="230">
                  <c:v>4.4922752397500432E-3</c:v>
                </c:pt>
                <c:pt idx="231">
                  <c:v>4.5118068712297621E-3</c:v>
                </c:pt>
                <c:pt idx="232">
                  <c:v>4.5313385027099251E-3</c:v>
                </c:pt>
                <c:pt idx="233">
                  <c:v>4.5508701341798741E-3</c:v>
                </c:pt>
                <c:pt idx="234">
                  <c:v>4.5704017656600371E-3</c:v>
                </c:pt>
                <c:pt idx="235">
                  <c:v>4.589933397139756E-3</c:v>
                </c:pt>
                <c:pt idx="236">
                  <c:v>4.609465028619919E-3</c:v>
                </c:pt>
                <c:pt idx="237">
                  <c:v>4.628996660089868E-3</c:v>
                </c:pt>
                <c:pt idx="238">
                  <c:v>4.648528291570031E-3</c:v>
                </c:pt>
                <c:pt idx="239">
                  <c:v>4.668059923050194E-3</c:v>
                </c:pt>
                <c:pt idx="240">
                  <c:v>4.687591554520143E-3</c:v>
                </c:pt>
                <c:pt idx="241">
                  <c:v>4.7071231859998619E-3</c:v>
                </c:pt>
                <c:pt idx="242">
                  <c:v>4.7266548174800249E-3</c:v>
                </c:pt>
                <c:pt idx="243">
                  <c:v>4.7461864489601879E-3</c:v>
                </c:pt>
                <c:pt idx="244">
                  <c:v>4.7657180804301369E-3</c:v>
                </c:pt>
                <c:pt idx="245">
                  <c:v>4.7852497119098558E-3</c:v>
                </c:pt>
                <c:pt idx="246">
                  <c:v>4.8047813433900188E-3</c:v>
                </c:pt>
                <c:pt idx="247">
                  <c:v>4.8243129748599678E-3</c:v>
                </c:pt>
                <c:pt idx="248">
                  <c:v>4.8438446063401308E-3</c:v>
                </c:pt>
                <c:pt idx="249">
                  <c:v>4.8633762378198497E-3</c:v>
                </c:pt>
                <c:pt idx="250">
                  <c:v>4.8829078693000127E-3</c:v>
                </c:pt>
                <c:pt idx="251">
                  <c:v>4.9024395007699617E-3</c:v>
                </c:pt>
                <c:pt idx="252">
                  <c:v>4.9219711322501247E-3</c:v>
                </c:pt>
                <c:pt idx="253">
                  <c:v>4.9415027637298437E-3</c:v>
                </c:pt>
                <c:pt idx="254">
                  <c:v>4.9610343951997926E-3</c:v>
                </c:pt>
                <c:pt idx="255">
                  <c:v>4.9805660266799556E-3</c:v>
                </c:pt>
                <c:pt idx="256">
                  <c:v>5.0000976581601186E-3</c:v>
                </c:pt>
                <c:pt idx="257">
                  <c:v>5.0196292896398376E-3</c:v>
                </c:pt>
                <c:pt idx="258">
                  <c:v>5.0391609211097865E-3</c:v>
                </c:pt>
                <c:pt idx="259">
                  <c:v>5.0586925525899495E-3</c:v>
                </c:pt>
                <c:pt idx="260">
                  <c:v>5.0782241840701126E-3</c:v>
                </c:pt>
                <c:pt idx="261">
                  <c:v>5.0977558155400615E-3</c:v>
                </c:pt>
                <c:pt idx="262">
                  <c:v>5.1172874470197804E-3</c:v>
                </c:pt>
                <c:pt idx="263">
                  <c:v>5.1368190784999435E-3</c:v>
                </c:pt>
                <c:pt idx="264">
                  <c:v>5.1563507099801065E-3</c:v>
                </c:pt>
                <c:pt idx="265">
                  <c:v>5.1758823414500554E-3</c:v>
                </c:pt>
                <c:pt idx="266">
                  <c:v>5.1954139729297744E-3</c:v>
                </c:pt>
                <c:pt idx="267">
                  <c:v>5.2149456044099374E-3</c:v>
                </c:pt>
                <c:pt idx="268">
                  <c:v>5.2344772358901004E-3</c:v>
                </c:pt>
                <c:pt idx="269">
                  <c:v>5.2540088673600494E-3</c:v>
                </c:pt>
                <c:pt idx="270">
                  <c:v>5.2735404988397683E-3</c:v>
                </c:pt>
                <c:pt idx="271">
                  <c:v>5.2930721303199313E-3</c:v>
                </c:pt>
                <c:pt idx="272">
                  <c:v>5.3126037617898803E-3</c:v>
                </c:pt>
                <c:pt idx="273">
                  <c:v>5.3321353932700433E-3</c:v>
                </c:pt>
                <c:pt idx="274">
                  <c:v>5.3516670247497622E-3</c:v>
                </c:pt>
                <c:pt idx="275">
                  <c:v>5.3711986562299252E-3</c:v>
                </c:pt>
                <c:pt idx="276">
                  <c:v>5.3907302876998742E-3</c:v>
                </c:pt>
                <c:pt idx="277">
                  <c:v>5.4102619191800372E-3</c:v>
                </c:pt>
                <c:pt idx="278">
                  <c:v>5.4297935506597561E-3</c:v>
                </c:pt>
                <c:pt idx="279">
                  <c:v>5.4493251821301492E-3</c:v>
                </c:pt>
                <c:pt idx="280">
                  <c:v>5.4688568136098681E-3</c:v>
                </c:pt>
                <c:pt idx="281">
                  <c:v>5.4883884450900311E-3</c:v>
                </c:pt>
                <c:pt idx="282">
                  <c:v>5.5079200765701941E-3</c:v>
                </c:pt>
                <c:pt idx="283">
                  <c:v>5.5274517080401431E-3</c:v>
                </c:pt>
                <c:pt idx="284">
                  <c:v>5.546983339519862E-3</c:v>
                </c:pt>
                <c:pt idx="285">
                  <c:v>5.566514971000025E-3</c:v>
                </c:pt>
                <c:pt idx="286">
                  <c:v>5.586046602469974E-3</c:v>
                </c:pt>
                <c:pt idx="287">
                  <c:v>5.605578233950137E-3</c:v>
                </c:pt>
                <c:pt idx="288">
                  <c:v>5.6251098654298559E-3</c:v>
                </c:pt>
                <c:pt idx="289">
                  <c:v>5.6446414969100189E-3</c:v>
                </c:pt>
                <c:pt idx="290">
                  <c:v>5.6641731283799679E-3</c:v>
                </c:pt>
                <c:pt idx="291">
                  <c:v>5.6837047598601309E-3</c:v>
                </c:pt>
                <c:pt idx="292">
                  <c:v>5.7032363913398498E-3</c:v>
                </c:pt>
                <c:pt idx="293">
                  <c:v>5.7227680228097988E-3</c:v>
                </c:pt>
                <c:pt idx="294">
                  <c:v>5.7422996542899618E-3</c:v>
                </c:pt>
                <c:pt idx="295">
                  <c:v>5.7618312857701248E-3</c:v>
                </c:pt>
                <c:pt idx="296">
                  <c:v>5.7813629172498437E-3</c:v>
                </c:pt>
                <c:pt idx="297">
                  <c:v>5.8008945487197927E-3</c:v>
                </c:pt>
                <c:pt idx="298">
                  <c:v>5.8204261801999557E-3</c:v>
                </c:pt>
                <c:pt idx="299">
                  <c:v>5.8399578116801187E-3</c:v>
                </c:pt>
                <c:pt idx="300">
                  <c:v>5.8594894431500677E-3</c:v>
                </c:pt>
                <c:pt idx="301">
                  <c:v>5.8790210746297866E-3</c:v>
                </c:pt>
                <c:pt idx="302">
                  <c:v>5.8985527061099496E-3</c:v>
                </c:pt>
                <c:pt idx="303">
                  <c:v>5.9180843375901127E-3</c:v>
                </c:pt>
                <c:pt idx="304">
                  <c:v>5.9376159690600616E-3</c:v>
                </c:pt>
                <c:pt idx="305">
                  <c:v>5.9571476005397805E-3</c:v>
                </c:pt>
                <c:pt idx="306">
                  <c:v>5.9766792320199436E-3</c:v>
                </c:pt>
                <c:pt idx="307">
                  <c:v>5.9962108635001066E-3</c:v>
                </c:pt>
                <c:pt idx="308">
                  <c:v>6.0157424949700555E-3</c:v>
                </c:pt>
                <c:pt idx="309">
                  <c:v>6.0352741264497745E-3</c:v>
                </c:pt>
                <c:pt idx="310">
                  <c:v>6.0548057579299375E-3</c:v>
                </c:pt>
                <c:pt idx="311">
                  <c:v>6.0743373893998864E-3</c:v>
                </c:pt>
                <c:pt idx="312">
                  <c:v>6.0938690208800494E-3</c:v>
                </c:pt>
                <c:pt idx="313">
                  <c:v>6.1134006523597684E-3</c:v>
                </c:pt>
                <c:pt idx="314">
                  <c:v>6.1329322838399314E-3</c:v>
                </c:pt>
                <c:pt idx="315">
                  <c:v>6.1524639153098803E-3</c:v>
                </c:pt>
                <c:pt idx="316">
                  <c:v>6.1719955467900434E-3</c:v>
                </c:pt>
                <c:pt idx="317">
                  <c:v>6.1915271782697623E-3</c:v>
                </c:pt>
                <c:pt idx="318">
                  <c:v>6.2110588097401553E-3</c:v>
                </c:pt>
                <c:pt idx="319">
                  <c:v>6.2305904412198743E-3</c:v>
                </c:pt>
                <c:pt idx="320">
                  <c:v>6.2501220727000373E-3</c:v>
                </c:pt>
                <c:pt idx="321">
                  <c:v>6.2696537041797562E-3</c:v>
                </c:pt>
                <c:pt idx="322">
                  <c:v>6.2891853356501493E-3</c:v>
                </c:pt>
                <c:pt idx="323">
                  <c:v>6.3087169671298682E-3</c:v>
                </c:pt>
                <c:pt idx="324">
                  <c:v>6.3282485986100312E-3</c:v>
                </c:pt>
                <c:pt idx="325">
                  <c:v>6.3477802300799802E-3</c:v>
                </c:pt>
                <c:pt idx="326">
                  <c:v>6.3673118615601432E-3</c:v>
                </c:pt>
                <c:pt idx="327">
                  <c:v>6.3868434930398621E-3</c:v>
                </c:pt>
                <c:pt idx="328">
                  <c:v>6.4063751245200251E-3</c:v>
                </c:pt>
                <c:pt idx="329">
                  <c:v>6.4259067559899741E-3</c:v>
                </c:pt>
                <c:pt idx="330">
                  <c:v>6.4454383874701371E-3</c:v>
                </c:pt>
                <c:pt idx="331">
                  <c:v>6.464970018949856E-3</c:v>
                </c:pt>
                <c:pt idx="332">
                  <c:v>6.484501650419805E-3</c:v>
                </c:pt>
                <c:pt idx="333">
                  <c:v>6.504033281899968E-3</c:v>
                </c:pt>
                <c:pt idx="334">
                  <c:v>6.523564913380131E-3</c:v>
                </c:pt>
                <c:pt idx="335">
                  <c:v>6.5430965448598499E-3</c:v>
                </c:pt>
                <c:pt idx="336">
                  <c:v>6.5626281763297989E-3</c:v>
                </c:pt>
                <c:pt idx="337">
                  <c:v>6.5821598078099619E-3</c:v>
                </c:pt>
                <c:pt idx="338">
                  <c:v>6.6016914392901249E-3</c:v>
                </c:pt>
                <c:pt idx="339">
                  <c:v>6.6212230707600739E-3</c:v>
                </c:pt>
                <c:pt idx="340">
                  <c:v>6.6407547022397928E-3</c:v>
                </c:pt>
                <c:pt idx="341">
                  <c:v>6.6602863337199558E-3</c:v>
                </c:pt>
                <c:pt idx="342">
                  <c:v>6.6798179652001188E-3</c:v>
                </c:pt>
                <c:pt idx="343">
                  <c:v>6.6993495966700678E-3</c:v>
                </c:pt>
                <c:pt idx="344">
                  <c:v>6.7188812281497867E-3</c:v>
                </c:pt>
                <c:pt idx="345">
                  <c:v>6.7384128596299497E-3</c:v>
                </c:pt>
                <c:pt idx="346">
                  <c:v>6.7579444911101128E-3</c:v>
                </c:pt>
                <c:pt idx="347">
                  <c:v>6.7774761225800617E-3</c:v>
                </c:pt>
                <c:pt idx="348">
                  <c:v>6.7970077540597806E-3</c:v>
                </c:pt>
              </c:numCache>
            </c:numRef>
          </c:xVal>
          <c:yVal>
            <c:numRef>
              <c:f>'0.35'!$N$2:$N$350</c:f>
              <c:numCache>
                <c:formatCode>General</c:formatCode>
                <c:ptCount val="349"/>
                <c:pt idx="0">
                  <c:v>2.8961893200000002E-4</c:v>
                </c:pt>
                <c:pt idx="1">
                  <c:v>2.5544364399999997E-4</c:v>
                </c:pt>
                <c:pt idx="2">
                  <c:v>2.4751009499999999E-4</c:v>
                </c:pt>
                <c:pt idx="3">
                  <c:v>3.1586067099999998E-4</c:v>
                </c:pt>
                <c:pt idx="4">
                  <c:v>3.2989694999999999E-4</c:v>
                </c:pt>
                <c:pt idx="5">
                  <c:v>2.8717784000000001E-4</c:v>
                </c:pt>
                <c:pt idx="6">
                  <c:v>2.5666418999999998E-4</c:v>
                </c:pt>
                <c:pt idx="7">
                  <c:v>3.0670657599999999E-4</c:v>
                </c:pt>
                <c:pt idx="8">
                  <c:v>1.8648279499999999E-4</c:v>
                </c:pt>
                <c:pt idx="9">
                  <c:v>1.9929852799999999E-4</c:v>
                </c:pt>
                <c:pt idx="10">
                  <c:v>2.8839838600000002E-4</c:v>
                </c:pt>
                <c:pt idx="11">
                  <c:v>2.24929994E-4</c:v>
                </c:pt>
                <c:pt idx="12">
                  <c:v>2.8290592899999999E-4</c:v>
                </c:pt>
                <c:pt idx="13">
                  <c:v>2.19437537E-4</c:v>
                </c:pt>
                <c:pt idx="14">
                  <c:v>2.2676081300000001E-4</c:v>
                </c:pt>
                <c:pt idx="15">
                  <c:v>3.57969508E-4</c:v>
                </c:pt>
                <c:pt idx="16">
                  <c:v>2.4628954899999999E-4</c:v>
                </c:pt>
                <c:pt idx="17">
                  <c:v>1.9014443300000001E-4</c:v>
                </c:pt>
                <c:pt idx="18">
                  <c:v>2.1028344199999999E-4</c:v>
                </c:pt>
                <c:pt idx="19">
                  <c:v>2.5178200600000001E-4</c:v>
                </c:pt>
                <c:pt idx="20">
                  <c:v>2.2309917499999999E-4</c:v>
                </c:pt>
                <c:pt idx="21">
                  <c:v>1.7244651600000001E-4</c:v>
                </c:pt>
                <c:pt idx="22">
                  <c:v>2.7009019599999999E-4</c:v>
                </c:pt>
                <c:pt idx="23">
                  <c:v>1.9258552499999999E-4</c:v>
                </c:pt>
                <c:pt idx="24">
                  <c:v>1.3644040900000001E-4</c:v>
                </c:pt>
                <c:pt idx="25">
                  <c:v>1.9868825499999999E-4</c:v>
                </c:pt>
                <c:pt idx="26">
                  <c:v>1.82210884E-4</c:v>
                </c:pt>
                <c:pt idx="27">
                  <c:v>2.2920190499999999E-4</c:v>
                </c:pt>
                <c:pt idx="28">
                  <c:v>8.4435708899999998E-4</c:v>
                </c:pt>
                <c:pt idx="29">
                  <c:v>4.6909078079999996E-3</c:v>
                </c:pt>
                <c:pt idx="30">
                  <c:v>1.4593197505999999E-2</c:v>
                </c:pt>
                <c:pt idx="31">
                  <c:v>2.1430085925000002E-2</c:v>
                </c:pt>
                <c:pt idx="32">
                  <c:v>1.6920778728000001E-2</c:v>
                </c:pt>
                <c:pt idx="33" formatCode="0.00E+00">
                  <c:v>4.6713790720000004E-3</c:v>
                </c:pt>
                <c:pt idx="34">
                  <c:v>-5.4561013630000004E-3</c:v>
                </c:pt>
                <c:pt idx="35">
                  <c:v>-7.9570001170000005E-3</c:v>
                </c:pt>
                <c:pt idx="36">
                  <c:v>-6.8664422660000002E-3</c:v>
                </c:pt>
                <c:pt idx="37">
                  <c:v>-6.0822414609999998E-3</c:v>
                </c:pt>
                <c:pt idx="38">
                  <c:v>-5.2705783710000004E-3</c:v>
                </c:pt>
                <c:pt idx="39">
                  <c:v>-4.3051264849999996E-3</c:v>
                </c:pt>
                <c:pt idx="40">
                  <c:v>-4.133029499E-3</c:v>
                </c:pt>
                <c:pt idx="41">
                  <c:v>-3.0241634580000002E-3</c:v>
                </c:pt>
                <c:pt idx="42">
                  <c:v>-2.5402169690000001E-3</c:v>
                </c:pt>
                <c:pt idx="43">
                  <c:v>-2.2344701960000002E-3</c:v>
                </c:pt>
                <c:pt idx="44">
                  <c:v>-1.8200948289999999E-3</c:v>
                </c:pt>
                <c:pt idx="45">
                  <c:v>-8.0093891899999997E-4</c:v>
                </c:pt>
                <c:pt idx="46">
                  <c:v>-1.333096975E-3</c:v>
                </c:pt>
                <c:pt idx="47">
                  <c:v>-6.1053374299999998E-4</c:v>
                </c:pt>
                <c:pt idx="48">
                  <c:v>-2.9380205600000001E-4</c:v>
                </c:pt>
                <c:pt idx="49">
                  <c:v>-7.1916233700000003E-4</c:v>
                </c:pt>
                <c:pt idx="50">
                  <c:v>-1.01566061E-4</c:v>
                </c:pt>
                <c:pt idx="51">
                  <c:v>-5.4523453199999995E-4</c:v>
                </c:pt>
                <c:pt idx="52">
                  <c:v>-4.3965730300000002E-4</c:v>
                </c:pt>
                <c:pt idx="53">
                  <c:v>-1.02786607E-4</c:v>
                </c:pt>
                <c:pt idx="54" formatCode="0.00E+00">
                  <c:v>-1.5527008500000001E-4</c:v>
                </c:pt>
                <c:pt idx="55" formatCode="0.00E+00">
                  <c:v>1.1813221900000001E-4</c:v>
                </c:pt>
                <c:pt idx="56" formatCode="0.00E+00">
                  <c:v>-2.6502481999999698E-5</c:v>
                </c:pt>
                <c:pt idx="57" formatCode="0.00E+00">
                  <c:v>8.0905566000000393E-5</c:v>
                </c:pt>
                <c:pt idx="58">
                  <c:v>1.6695405900000001E-4</c:v>
                </c:pt>
                <c:pt idx="59" formatCode="0.00E+00">
                  <c:v>-1.5527008500000001E-4</c:v>
                </c:pt>
                <c:pt idx="60">
                  <c:v>2.60325828E-4</c:v>
                </c:pt>
                <c:pt idx="61">
                  <c:v>-1.54049539E-4</c:v>
                </c:pt>
                <c:pt idx="62" formatCode="0.00E+00">
                  <c:v>-8.5698963000000006E-5</c:v>
                </c:pt>
                <c:pt idx="63">
                  <c:v>3.1280930600000002E-4</c:v>
                </c:pt>
                <c:pt idx="64" formatCode="0.00E+00">
                  <c:v>-9.1191419999999597E-5</c:v>
                </c:pt>
                <c:pt idx="65">
                  <c:v>4.0068861799999998E-4</c:v>
                </c:pt>
                <c:pt idx="66" formatCode="0.00E+00">
                  <c:v>-5.7626405000000001E-5</c:v>
                </c:pt>
                <c:pt idx="67">
                  <c:v>1.65733513E-4</c:v>
                </c:pt>
                <c:pt idx="68" formatCode="0.00E+00">
                  <c:v>6.7479560000000401E-5</c:v>
                </c:pt>
                <c:pt idx="69" formatCode="0.00E+00">
                  <c:v>1.0113898000000299E-5</c:v>
                </c:pt>
                <c:pt idx="70">
                  <c:v>3.0609630299999999E-4</c:v>
                </c:pt>
                <c:pt idx="71" formatCode="0.00E+00">
                  <c:v>2.2319358000000098E-5</c:v>
                </c:pt>
                <c:pt idx="72">
                  <c:v>3.81159882E-4</c:v>
                </c:pt>
                <c:pt idx="73" formatCode="0.00E+00">
                  <c:v>9.9213756000000395E-5</c:v>
                </c:pt>
                <c:pt idx="74">
                  <c:v>3.8238042800000001E-4</c:v>
                </c:pt>
                <c:pt idx="75" formatCode="0.00E+00">
                  <c:v>1.82821157E-4</c:v>
                </c:pt>
                <c:pt idx="76">
                  <c:v>2.0845262300000001E-4</c:v>
                </c:pt>
                <c:pt idx="77" formatCode="0.00E+00">
                  <c:v>-1.30764759999997E-5</c:v>
                </c:pt>
                <c:pt idx="78" formatCode="0.00E+00">
                  <c:v>9.5980300000029009E-7</c:v>
                </c:pt>
                <c:pt idx="79">
                  <c:v>1.52307507E-4</c:v>
                </c:pt>
                <c:pt idx="80" formatCode="0.00E+00">
                  <c:v>2.8422088000000299E-5</c:v>
                </c:pt>
                <c:pt idx="81" formatCode="0.00E+00">
                  <c:v>7.0530925000000306E-5</c:v>
                </c:pt>
                <c:pt idx="82" formatCode="0.00E+00">
                  <c:v>4.3678913000000402E-5</c:v>
                </c:pt>
                <c:pt idx="83">
                  <c:v>1.76718427E-4</c:v>
                </c:pt>
                <c:pt idx="84">
                  <c:v>1.1019867E-4</c:v>
                </c:pt>
                <c:pt idx="85">
                  <c:v>1.2850686E-4</c:v>
                </c:pt>
                <c:pt idx="86">
                  <c:v>2.5300255200000002E-4</c:v>
                </c:pt>
                <c:pt idx="87">
                  <c:v>1.9563689E-4</c:v>
                </c:pt>
                <c:pt idx="88">
                  <c:v>1.95026617E-4</c:v>
                </c:pt>
                <c:pt idx="89">
                  <c:v>3.3538940700000001E-4</c:v>
                </c:pt>
                <c:pt idx="90">
                  <c:v>3.7383660600000002E-4</c:v>
                </c:pt>
                <c:pt idx="91">
                  <c:v>3.6407223799999998E-4</c:v>
                </c:pt>
                <c:pt idx="92">
                  <c:v>5.5020550299999995E-4</c:v>
                </c:pt>
                <c:pt idx="93">
                  <c:v>5.0626584699999997E-4</c:v>
                </c:pt>
                <c:pt idx="94">
                  <c:v>4.2326871899999997E-4</c:v>
                </c:pt>
                <c:pt idx="95">
                  <c:v>2.7558265300000001E-4</c:v>
                </c:pt>
                <c:pt idx="96">
                  <c:v>2.18827264E-4</c:v>
                </c:pt>
                <c:pt idx="97" formatCode="0.00E+00">
                  <c:v>3.20837260000002E-5</c:v>
                </c:pt>
                <c:pt idx="98">
                  <c:v>1.1813221900000001E-4</c:v>
                </c:pt>
                <c:pt idx="99" formatCode="0.00E+00">
                  <c:v>9.4941845000000403E-5</c:v>
                </c:pt>
                <c:pt idx="100">
                  <c:v>1.3888150099999999E-4</c:v>
                </c:pt>
                <c:pt idx="101" formatCode="0.00E+00">
                  <c:v>2.41501770000003E-5</c:v>
                </c:pt>
                <c:pt idx="102">
                  <c:v>1.35219863E-4</c:v>
                </c:pt>
                <c:pt idx="103">
                  <c:v>1.6756433200000001E-4</c:v>
                </c:pt>
                <c:pt idx="104">
                  <c:v>1.70615697E-4</c:v>
                </c:pt>
                <c:pt idx="105">
                  <c:v>1.3216849799999999E-4</c:v>
                </c:pt>
                <c:pt idx="106">
                  <c:v>1.163014E-4</c:v>
                </c:pt>
                <c:pt idx="107">
                  <c:v>2.4018681899999999E-4</c:v>
                </c:pt>
                <c:pt idx="108">
                  <c:v>1.9075470600000001E-4</c:v>
                </c:pt>
                <c:pt idx="109">
                  <c:v>1.99908801E-4</c:v>
                </c:pt>
                <c:pt idx="110">
                  <c:v>2.73751834E-4</c:v>
                </c:pt>
                <c:pt idx="111">
                  <c:v>2.8839838600000002E-4</c:v>
                </c:pt>
                <c:pt idx="112">
                  <c:v>2.7802374500000002E-4</c:v>
                </c:pt>
                <c:pt idx="113">
                  <c:v>2.5178200600000001E-4</c:v>
                </c:pt>
                <c:pt idx="114">
                  <c:v>2.8046483699999998E-4</c:v>
                </c:pt>
                <c:pt idx="115">
                  <c:v>2.9999357300000001E-4</c:v>
                </c:pt>
                <c:pt idx="116">
                  <c:v>2.43238184E-4</c:v>
                </c:pt>
                <c:pt idx="117">
                  <c:v>2.6581828500000002E-4</c:v>
                </c:pt>
                <c:pt idx="118">
                  <c:v>2.9511138899999999E-4</c:v>
                </c:pt>
                <c:pt idx="119">
                  <c:v>3.08537395E-4</c:v>
                </c:pt>
                <c:pt idx="120">
                  <c:v>2.25540267E-4</c:v>
                </c:pt>
                <c:pt idx="121">
                  <c:v>2.4506900299999998E-4</c:v>
                </c:pt>
                <c:pt idx="122">
                  <c:v>2.6764910399999998E-4</c:v>
                </c:pt>
                <c:pt idx="123">
                  <c:v>2.5788473599999999E-4</c:v>
                </c:pt>
                <c:pt idx="124">
                  <c:v>2.7802374500000002E-4</c:v>
                </c:pt>
                <c:pt idx="125">
                  <c:v>2.0357043900000001E-4</c:v>
                </c:pt>
                <c:pt idx="126">
                  <c:v>2.2676081300000001E-4</c:v>
                </c:pt>
                <c:pt idx="127">
                  <c:v>2.0540125799999999E-4</c:v>
                </c:pt>
                <c:pt idx="128">
                  <c:v>2.6825937699999998E-4</c:v>
                </c:pt>
                <c:pt idx="129">
                  <c:v>3.1097848700000001E-4</c:v>
                </c:pt>
                <c:pt idx="130">
                  <c:v>3.21963401E-4</c:v>
                </c:pt>
                <c:pt idx="131">
                  <c:v>1.47425323E-4</c:v>
                </c:pt>
                <c:pt idx="132">
                  <c:v>2.2859163199999999E-4</c:v>
                </c:pt>
                <c:pt idx="133">
                  <c:v>2.4079709199999999E-4</c:v>
                </c:pt>
                <c:pt idx="134">
                  <c:v>1.63902694E-4</c:v>
                </c:pt>
                <c:pt idx="135">
                  <c:v>1.8770334099999999E-4</c:v>
                </c:pt>
                <c:pt idx="136">
                  <c:v>2.1394508E-4</c:v>
                </c:pt>
                <c:pt idx="137">
                  <c:v>2.4506900299999998E-4</c:v>
                </c:pt>
                <c:pt idx="138">
                  <c:v>2.3530463499999999E-4</c:v>
                </c:pt>
                <c:pt idx="139">
                  <c:v>2.7070046899999999E-4</c:v>
                </c:pt>
                <c:pt idx="140">
                  <c:v>2.1638617199999999E-4</c:v>
                </c:pt>
                <c:pt idx="141">
                  <c:v>2.1150398799999999E-4</c:v>
                </c:pt>
                <c:pt idx="142">
                  <c:v>2.3835600000000001E-4</c:v>
                </c:pt>
                <c:pt idx="143">
                  <c:v>2.9572166199999999E-4</c:v>
                </c:pt>
                <c:pt idx="144">
                  <c:v>2.9206002399999998E-4</c:v>
                </c:pt>
                <c:pt idx="145">
                  <c:v>1.9563689E-4</c:v>
                </c:pt>
                <c:pt idx="146">
                  <c:v>1.8404170300000001E-4</c:v>
                </c:pt>
                <c:pt idx="147">
                  <c:v>2.35914908E-4</c:v>
                </c:pt>
                <c:pt idx="148">
                  <c:v>2.5788473599999999E-4</c:v>
                </c:pt>
                <c:pt idx="149">
                  <c:v>1.82210884E-4</c:v>
                </c:pt>
                <c:pt idx="150">
                  <c:v>1.7427733499999999E-4</c:v>
                </c:pt>
                <c:pt idx="151">
                  <c:v>2.36525181E-4</c:v>
                </c:pt>
                <c:pt idx="152">
                  <c:v>2.3530463499999999E-4</c:v>
                </c:pt>
                <c:pt idx="153">
                  <c:v>2.8107510999999998E-4</c:v>
                </c:pt>
                <c:pt idx="154">
                  <c:v>1.7915951900000001E-4</c:v>
                </c:pt>
                <c:pt idx="155">
                  <c:v>2.0357043900000001E-4</c:v>
                </c:pt>
                <c:pt idx="156">
                  <c:v>2.60936101E-4</c:v>
                </c:pt>
                <c:pt idx="157">
                  <c:v>2.5239227900000002E-4</c:v>
                </c:pt>
                <c:pt idx="158">
                  <c:v>2.31642997E-4</c:v>
                </c:pt>
                <c:pt idx="159">
                  <c:v>2.37745727E-4</c:v>
                </c:pt>
                <c:pt idx="160">
                  <c:v>1.8465197600000001E-4</c:v>
                </c:pt>
                <c:pt idx="161">
                  <c:v>1.65733513E-4</c:v>
                </c:pt>
                <c:pt idx="162">
                  <c:v>2.6337719300000001E-4</c:v>
                </c:pt>
                <c:pt idx="163">
                  <c:v>1.4437395799999999E-4</c:v>
                </c:pt>
                <c:pt idx="164">
                  <c:v>2.42017638E-4</c:v>
                </c:pt>
                <c:pt idx="165">
                  <c:v>1.9014443300000001E-4</c:v>
                </c:pt>
                <c:pt idx="166">
                  <c:v>1.8587252200000001E-4</c:v>
                </c:pt>
                <c:pt idx="167">
                  <c:v>2.4140736499999999E-4</c:v>
                </c:pt>
                <c:pt idx="168">
                  <c:v>2.60325828E-4</c:v>
                </c:pt>
                <c:pt idx="169">
                  <c:v>1.99908801E-4</c:v>
                </c:pt>
                <c:pt idx="170">
                  <c:v>2.85957294E-4</c:v>
                </c:pt>
                <c:pt idx="171">
                  <c:v>2.2737108600000001E-4</c:v>
                </c:pt>
                <c:pt idx="172">
                  <c:v>1.8465197600000001E-4</c:v>
                </c:pt>
                <c:pt idx="173">
                  <c:v>2.3469436199999999E-4</c:v>
                </c:pt>
                <c:pt idx="174">
                  <c:v>1.5047668799999999E-4</c:v>
                </c:pt>
                <c:pt idx="175">
                  <c:v>1.82821157E-4</c:v>
                </c:pt>
                <c:pt idx="176">
                  <c:v>2.5971555499999999E-4</c:v>
                </c:pt>
                <c:pt idx="177" formatCode="0.00E+00">
                  <c:v>2.8168538299999998E-4</c:v>
                </c:pt>
                <c:pt idx="178" formatCode="0.00E+00">
                  <c:v>2.5178200600000001E-4</c:v>
                </c:pt>
                <c:pt idx="179" formatCode="0.00E+00">
                  <c:v>2.13334807E-4</c:v>
                </c:pt>
                <c:pt idx="180" formatCode="0.00E+00">
                  <c:v>2.1516562600000001E-4</c:v>
                </c:pt>
                <c:pt idx="181" formatCode="0.00E+00">
                  <c:v>2.0357043900000001E-4</c:v>
                </c:pt>
                <c:pt idx="182">
                  <c:v>2.01129347E-4</c:v>
                </c:pt>
                <c:pt idx="183">
                  <c:v>3.0426548399999998E-4</c:v>
                </c:pt>
                <c:pt idx="184">
                  <c:v>2.2004781E-4</c:v>
                </c:pt>
                <c:pt idx="185">
                  <c:v>2.6642855800000002E-4</c:v>
                </c:pt>
                <c:pt idx="186">
                  <c:v>1.7122597E-4</c:v>
                </c:pt>
                <c:pt idx="187">
                  <c:v>2.6947992299999998E-4</c:v>
                </c:pt>
                <c:pt idx="188">
                  <c:v>1.94416344E-4</c:v>
                </c:pt>
                <c:pt idx="189">
                  <c:v>2.5910528199999999E-4</c:v>
                </c:pt>
                <c:pt idx="190">
                  <c:v>1.7976979200000001E-4</c:v>
                </c:pt>
                <c:pt idx="191">
                  <c:v>2.5361282500000002E-4</c:v>
                </c:pt>
                <c:pt idx="192">
                  <c:v>2.0540125799999999E-4</c:v>
                </c:pt>
                <c:pt idx="193">
                  <c:v>2.5666418999999998E-4</c:v>
                </c:pt>
                <c:pt idx="194">
                  <c:v>2.06621804E-4</c:v>
                </c:pt>
                <c:pt idx="195">
                  <c:v>2.37745727E-4</c:v>
                </c:pt>
                <c:pt idx="196">
                  <c:v>2.0357043900000001E-4</c:v>
                </c:pt>
                <c:pt idx="197">
                  <c:v>2.3408408899999999E-4</c:v>
                </c:pt>
                <c:pt idx="198">
                  <c:v>1.95026617E-4</c:v>
                </c:pt>
                <c:pt idx="199">
                  <c:v>2.9389084299999999E-4</c:v>
                </c:pt>
                <c:pt idx="200">
                  <c:v>2.4079709199999999E-4</c:v>
                </c:pt>
                <c:pt idx="201">
                  <c:v>1.8526224900000001E-4</c:v>
                </c:pt>
                <c:pt idx="202">
                  <c:v>1.6939515099999999E-4</c:v>
                </c:pt>
                <c:pt idx="203">
                  <c:v>2.0967316900000001E-4</c:v>
                </c:pt>
                <c:pt idx="204">
                  <c:v>2.1394508E-4</c:v>
                </c:pt>
                <c:pt idx="205">
                  <c:v>2.5544364399999997E-4</c:v>
                </c:pt>
                <c:pt idx="206">
                  <c:v>1.951392311E-3</c:v>
                </c:pt>
                <c:pt idx="207">
                  <c:v>2.9565119419999999E-3</c:v>
                </c:pt>
                <c:pt idx="208">
                  <c:v>3.7999092280000001E-3</c:v>
                </c:pt>
                <c:pt idx="209">
                  <c:v>4.0690396209999997E-3</c:v>
                </c:pt>
                <c:pt idx="210" formatCode="0.00E+00">
                  <c:v>2.9681071290000001E-3</c:v>
                </c:pt>
                <c:pt idx="211" formatCode="0.00E+00">
                  <c:v>1.2904666520000001E-3</c:v>
                </c:pt>
                <c:pt idx="212">
                  <c:v>-1.1109576030000001E-3</c:v>
                </c:pt>
                <c:pt idx="213" formatCode="0.00E+00">
                  <c:v>-1.610160917E-3</c:v>
                </c:pt>
                <c:pt idx="214">
                  <c:v>-1.4966501390000001E-3</c:v>
                </c:pt>
                <c:pt idx="215">
                  <c:v>-1.217145105E-3</c:v>
                </c:pt>
                <c:pt idx="216">
                  <c:v>-1.2092115559999999E-3</c:v>
                </c:pt>
                <c:pt idx="217">
                  <c:v>-9.6571262899999995E-4</c:v>
                </c:pt>
                <c:pt idx="218">
                  <c:v>-6.8193568400000003E-4</c:v>
                </c:pt>
                <c:pt idx="219">
                  <c:v>-6.5386312600000001E-4</c:v>
                </c:pt>
                <c:pt idx="220" formatCode="0.00E+00">
                  <c:v>-4.0121010400000001E-4</c:v>
                </c:pt>
                <c:pt idx="221" formatCode="0.00E+00">
                  <c:v>-6.4339407999999706E-5</c:v>
                </c:pt>
                <c:pt idx="222" formatCode="0.00E+00">
                  <c:v>6.4522600000003699E-6</c:v>
                </c:pt>
                <c:pt idx="223" formatCode="0.00E+00">
                  <c:v>9.9824029000000397E-5</c:v>
                </c:pt>
                <c:pt idx="224" formatCode="0.00E+00">
                  <c:v>7.6728060000000493E-6</c:v>
                </c:pt>
                <c:pt idx="225" formatCode="0.00E+00">
                  <c:v>-9.2411965999999806E-5</c:v>
                </c:pt>
                <c:pt idx="226">
                  <c:v>-3.0112533199999999E-4</c:v>
                </c:pt>
                <c:pt idx="227" formatCode="0.00E+00">
                  <c:v>-8.3257870999999805E-5</c:v>
                </c:pt>
                <c:pt idx="228">
                  <c:v>-1.3757216800000001E-4</c:v>
                </c:pt>
                <c:pt idx="229" formatCode="0.00E+00">
                  <c:v>-8.2647597999999694E-5</c:v>
                </c:pt>
                <c:pt idx="230" formatCode="0.00E+00">
                  <c:v>9.5036250000002202E-6</c:v>
                </c:pt>
                <c:pt idx="231" formatCode="0.00E+00">
                  <c:v>-6.9737459999995797E-6</c:v>
                </c:pt>
                <c:pt idx="232" formatCode="0.00E+00">
                  <c:v>1.3775536000000201E-5</c:v>
                </c:pt>
                <c:pt idx="233" formatCode="0.00E+00">
                  <c:v>8.4567204000000302E-5</c:v>
                </c:pt>
                <c:pt idx="234">
                  <c:v>1.08367851E-4</c:v>
                </c:pt>
                <c:pt idx="235" formatCode="0.00E+00">
                  <c:v>5.8419870000003096E-6</c:v>
                </c:pt>
                <c:pt idx="236" formatCode="0.00E+00">
                  <c:v>1.7244651600000001E-4</c:v>
                </c:pt>
                <c:pt idx="237">
                  <c:v>1.21793857E-4</c:v>
                </c:pt>
                <c:pt idx="238">
                  <c:v>2.36525181E-4</c:v>
                </c:pt>
                <c:pt idx="239" formatCode="0.00E+00">
                  <c:v>5.6494646000000297E-5</c:v>
                </c:pt>
                <c:pt idx="240" formatCode="0.00E+00">
                  <c:v>4.0129889099999998E-4</c:v>
                </c:pt>
                <c:pt idx="241">
                  <c:v>5.0077339E-4</c:v>
                </c:pt>
                <c:pt idx="242" formatCode="0.00E+00">
                  <c:v>5.1175830400000005E-4</c:v>
                </c:pt>
                <c:pt idx="243">
                  <c:v>5.8010888000000003E-4</c:v>
                </c:pt>
                <c:pt idx="244" formatCode="0.00E+00">
                  <c:v>1.1391189480000001E-3</c:v>
                </c:pt>
                <c:pt idx="245">
                  <c:v>4.053782796E-3</c:v>
                </c:pt>
                <c:pt idx="246">
                  <c:v>4.0672088020000004E-3</c:v>
                </c:pt>
                <c:pt idx="247" formatCode="0.00E+00">
                  <c:v>3.422150241E-3</c:v>
                </c:pt>
                <c:pt idx="248">
                  <c:v>3.0028926899999999E-3</c:v>
                </c:pt>
                <c:pt idx="249">
                  <c:v>1.173294236E-3</c:v>
                </c:pt>
                <c:pt idx="250">
                  <c:v>-6.3677548199999896E-4</c:v>
                </c:pt>
                <c:pt idx="251">
                  <c:v>-1.6833936769999999E-3</c:v>
                </c:pt>
                <c:pt idx="252" formatCode="0.00E+00">
                  <c:v>-1.1317068850000001E-3</c:v>
                </c:pt>
                <c:pt idx="253">
                  <c:v>-1.4489544399999999E-4</c:v>
                </c:pt>
                <c:pt idx="254" formatCode="0.00E+00">
                  <c:v>6.93619658E-4</c:v>
                </c:pt>
                <c:pt idx="255" formatCode="0.00E+00">
                  <c:v>-2.7723027999999799E-5</c:v>
                </c:pt>
                <c:pt idx="256">
                  <c:v>-1.054812487E-3</c:v>
                </c:pt>
                <c:pt idx="257">
                  <c:v>-1.3855804529999999E-3</c:v>
                </c:pt>
                <c:pt idx="258">
                  <c:v>-1.316619604E-3</c:v>
                </c:pt>
                <c:pt idx="259">
                  <c:v>-8.7295113299999997E-4</c:v>
                </c:pt>
                <c:pt idx="260">
                  <c:v>-8.7783331699999999E-4</c:v>
                </c:pt>
                <c:pt idx="261" formatCode="0.00E+00">
                  <c:v>-8.4478416999999906E-5</c:v>
                </c:pt>
                <c:pt idx="262" formatCode="0.00E+00">
                  <c:v>-3.4262389600000001E-4</c:v>
                </c:pt>
                <c:pt idx="263">
                  <c:v>1.4376368500000001E-4</c:v>
                </c:pt>
                <c:pt idx="264" formatCode="0.00E+00">
                  <c:v>-9.4853057999999993E-5</c:v>
                </c:pt>
                <c:pt idx="265" formatCode="0.00E+00">
                  <c:v>-1.3818244100000001E-4</c:v>
                </c:pt>
                <c:pt idx="266">
                  <c:v>-3.4262389600000001E-4</c:v>
                </c:pt>
                <c:pt idx="267">
                  <c:v>-4.5247303600000002E-4</c:v>
                </c:pt>
                <c:pt idx="268">
                  <c:v>-1.0339688E-4</c:v>
                </c:pt>
                <c:pt idx="269">
                  <c:v>-1.6808581800000001E-4</c:v>
                </c:pt>
                <c:pt idx="270">
                  <c:v>-1.8761455399999999E-4</c:v>
                </c:pt>
                <c:pt idx="271" formatCode="0.00E+00">
                  <c:v>-5.8846950999999702E-5</c:v>
                </c:pt>
                <c:pt idx="272" formatCode="0.00E+00">
                  <c:v>2.9642634000000399E-5</c:v>
                </c:pt>
                <c:pt idx="273" formatCode="0.00E+00">
                  <c:v>2.3539904000000199E-5</c:v>
                </c:pt>
                <c:pt idx="274" formatCode="0.00E+00">
                  <c:v>5.8325465E-5</c:v>
                </c:pt>
                <c:pt idx="275">
                  <c:v>1.0043430199999999E-4</c:v>
                </c:pt>
                <c:pt idx="276">
                  <c:v>1.3949177399999999E-4</c:v>
                </c:pt>
                <c:pt idx="277">
                  <c:v>1.6695405900000001E-4</c:v>
                </c:pt>
                <c:pt idx="278" formatCode="0.00E+00">
                  <c:v>1.88313614E-4</c:v>
                </c:pt>
                <c:pt idx="279">
                  <c:v>1.1263976199999999E-4</c:v>
                </c:pt>
                <c:pt idx="280" formatCode="0.00E+00">
                  <c:v>1.7366706200000001E-4</c:v>
                </c:pt>
                <c:pt idx="281">
                  <c:v>1.3766095500000001E-4</c:v>
                </c:pt>
                <c:pt idx="282">
                  <c:v>2.7741347200000002E-4</c:v>
                </c:pt>
                <c:pt idx="283">
                  <c:v>5.1603021500000001E-4</c:v>
                </c:pt>
                <c:pt idx="284">
                  <c:v>3.0060384600000002E-4</c:v>
                </c:pt>
                <c:pt idx="285">
                  <c:v>4.7575219699999999E-4</c:v>
                </c:pt>
                <c:pt idx="286" formatCode="0.00E+00">
                  <c:v>3.6224141900000002E-4</c:v>
                </c:pt>
                <c:pt idx="287">
                  <c:v>4.6293646399999999E-4</c:v>
                </c:pt>
                <c:pt idx="288" formatCode="0.00E+00">
                  <c:v>2.3347381600000001E-4</c:v>
                </c:pt>
                <c:pt idx="289" formatCode="0.00E+00">
                  <c:v>1.9258552499999999E-4</c:v>
                </c:pt>
                <c:pt idx="290">
                  <c:v>1.4681505E-4</c:v>
                </c:pt>
                <c:pt idx="291" formatCode="0.00E+00">
                  <c:v>1.53528053E-4</c:v>
                </c:pt>
                <c:pt idx="292">
                  <c:v>3.2623531200000002E-4</c:v>
                </c:pt>
                <c:pt idx="293">
                  <c:v>4.0740162100000001E-4</c:v>
                </c:pt>
                <c:pt idx="294">
                  <c:v>4.3791527099999999E-4</c:v>
                </c:pt>
                <c:pt idx="295">
                  <c:v>4.4645909300000002E-4</c:v>
                </c:pt>
                <c:pt idx="296">
                  <c:v>2.9022920500000002E-4</c:v>
                </c:pt>
                <c:pt idx="297">
                  <c:v>1.9746770900000001E-4</c:v>
                </c:pt>
                <c:pt idx="298">
                  <c:v>-2.7061168200000001E-4</c:v>
                </c:pt>
                <c:pt idx="299">
                  <c:v>1.0323211730000001E-3</c:v>
                </c:pt>
                <c:pt idx="300">
                  <c:v>1.180617512E-3</c:v>
                </c:pt>
                <c:pt idx="301">
                  <c:v>1.6529688140000001E-3</c:v>
                </c:pt>
                <c:pt idx="302">
                  <c:v>1.3417295840000001E-3</c:v>
                </c:pt>
                <c:pt idx="303">
                  <c:v>1.8293377110000001E-3</c:v>
                </c:pt>
                <c:pt idx="304">
                  <c:v>1.486974558E-3</c:v>
                </c:pt>
                <c:pt idx="305">
                  <c:v>2.9816275400000001E-4</c:v>
                </c:pt>
                <c:pt idx="306" formatCode="0.00E+00">
                  <c:v>-9.2411965999999806E-5</c:v>
                </c:pt>
                <c:pt idx="307">
                  <c:v>-1.117060333E-3</c:v>
                </c:pt>
                <c:pt idx="308">
                  <c:v>-3.40182804E-4</c:v>
                </c:pt>
                <c:pt idx="309" formatCode="0.00E+00">
                  <c:v>-8.1427051999999594E-5</c:v>
                </c:pt>
                <c:pt idx="310">
                  <c:v>-6.15415927E-4</c:v>
                </c:pt>
                <c:pt idx="311">
                  <c:v>-6.1297483499999999E-4</c:v>
                </c:pt>
                <c:pt idx="312" formatCode="0.00E+00">
                  <c:v>-3.5656576999999699E-5</c:v>
                </c:pt>
                <c:pt idx="313">
                  <c:v>-1.9066591900000001E-4</c:v>
                </c:pt>
                <c:pt idx="314">
                  <c:v>-1.5465981200000001E-4</c:v>
                </c:pt>
                <c:pt idx="315">
                  <c:v>2.5483337100000003E-4</c:v>
                </c:pt>
                <c:pt idx="316">
                  <c:v>1.1202948900000001E-4</c:v>
                </c:pt>
                <c:pt idx="317">
                  <c:v>5.3922058900000001E-4</c:v>
                </c:pt>
                <c:pt idx="318">
                  <c:v>5.0138366299999995E-4</c:v>
                </c:pt>
                <c:pt idx="319">
                  <c:v>4.28150903E-4</c:v>
                </c:pt>
                <c:pt idx="320">
                  <c:v>-2.4375967E-4</c:v>
                </c:pt>
                <c:pt idx="321">
                  <c:v>-1.22925616E-4</c:v>
                </c:pt>
                <c:pt idx="322">
                  <c:v>-3.1882324900000001E-4</c:v>
                </c:pt>
                <c:pt idx="323">
                  <c:v>-1.2536670800000001E-4</c:v>
                </c:pt>
                <c:pt idx="324">
                  <c:v>-1.14992067E-4</c:v>
                </c:pt>
                <c:pt idx="325">
                  <c:v>1.2118358400000001E-4</c:v>
                </c:pt>
                <c:pt idx="326" formatCode="0.00E+00">
                  <c:v>4.9781643000000097E-5</c:v>
                </c:pt>
                <c:pt idx="327" formatCode="0.00E+00">
                  <c:v>2.9642634000000399E-5</c:v>
                </c:pt>
                <c:pt idx="328" formatCode="0.00E+00">
                  <c:v>-8.1942919999997004E-6</c:v>
                </c:pt>
                <c:pt idx="329" formatCode="0.00E+00">
                  <c:v>3.6355637000000097E-5</c:v>
                </c:pt>
                <c:pt idx="330" formatCode="0.00E+00">
                  <c:v>6.9310379000000206E-5</c:v>
                </c:pt>
                <c:pt idx="331" formatCode="0.00E+00">
                  <c:v>3.1280930600000002E-4</c:v>
                </c:pt>
                <c:pt idx="332">
                  <c:v>1.1569112699999999E-4</c:v>
                </c:pt>
                <c:pt idx="333">
                  <c:v>2.13334807E-4</c:v>
                </c:pt>
                <c:pt idx="334">
                  <c:v>2.85957294E-4</c:v>
                </c:pt>
                <c:pt idx="335">
                  <c:v>2.1638617199999999E-4</c:v>
                </c:pt>
                <c:pt idx="336">
                  <c:v>1.3827122799999999E-4</c:v>
                </c:pt>
                <c:pt idx="337">
                  <c:v>2.9206002399999998E-4</c:v>
                </c:pt>
                <c:pt idx="338">
                  <c:v>2.1394508E-4</c:v>
                </c:pt>
                <c:pt idx="339" formatCode="0.00E+00">
                  <c:v>2.37135454E-4</c:v>
                </c:pt>
                <c:pt idx="340" formatCode="0.00E+00">
                  <c:v>2.0234989300000001E-4</c:v>
                </c:pt>
                <c:pt idx="341" formatCode="0.00E+00">
                  <c:v>1.29117133E-4</c:v>
                </c:pt>
                <c:pt idx="342">
                  <c:v>1.6268214799999999E-4</c:v>
                </c:pt>
                <c:pt idx="343" formatCode="0.00E+00">
                  <c:v>2.60936101E-4</c:v>
                </c:pt>
                <c:pt idx="344">
                  <c:v>1.3888150099999999E-4</c:v>
                </c:pt>
                <c:pt idx="345" formatCode="0.00E+00">
                  <c:v>1.52307507E-4</c:v>
                </c:pt>
                <c:pt idx="346">
                  <c:v>1.23014403E-4</c:v>
                </c:pt>
                <c:pt idx="347">
                  <c:v>2.8778811300000001E-4</c:v>
                </c:pt>
                <c:pt idx="348">
                  <c:v>2.8290592899999999E-4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37E9-DF46-9887-3805C0B948A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18348944"/>
        <c:axId val="1518347984"/>
      </c:scatterChart>
      <c:valAx>
        <c:axId val="1518348944"/>
        <c:scaling>
          <c:orientation val="minMax"/>
          <c:max val="5.000000000000001E-3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rgbClr val="BFBFBF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18347984"/>
        <c:crosses val="autoZero"/>
        <c:crossBetween val="midCat"/>
      </c:valAx>
      <c:valAx>
        <c:axId val="1518347984"/>
        <c:scaling>
          <c:orientation val="minMax"/>
          <c:min val="-1.0000000000000002E-2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rgbClr val="BFBFBF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18348944"/>
        <c:crosses val="autoZero"/>
        <c:crossBetween val="midCat"/>
      </c:valAx>
    </c:plotArea>
    <c:plotVisOnly val="1"/>
    <c:dispBlanksAs val="gap"/>
    <c:showDLblsOverMax val="0"/>
    <c:extLst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>
          <a:solidFill>
            <a:schemeClr val="tx1"/>
          </a:solidFill>
          <a:latin typeface="Times New Roman" panose="02020603050405020304" pitchFamily="18" charset="0"/>
          <a:cs typeface="Times New Roman" panose="02020603050405020304" pitchFamily="18" charset="0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MX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3242175925925925"/>
          <c:y val="0.12935185185185186"/>
          <c:w val="0.81968865740740737"/>
          <c:h val="0.74129629629629634"/>
        </c:manualLayout>
      </c:layout>
      <c:scatterChart>
        <c:scatterStyle val="smoothMarker"/>
        <c:varyColors val="0"/>
        <c:ser>
          <c:idx val="0"/>
          <c:order val="0"/>
          <c:spPr>
            <a:ln w="1270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xVal>
            <c:numRef>
              <c:f>'0.35'!$X$2:$X$350</c:f>
              <c:numCache>
                <c:formatCode>General</c:formatCode>
                <c:ptCount val="349"/>
                <c:pt idx="0">
                  <c:v>0</c:v>
                </c:pt>
                <c:pt idx="1">
                  <c:v>1.9531631480163014E-5</c:v>
                </c:pt>
                <c:pt idx="2">
                  <c:v>3.9063262949667887E-5</c:v>
                </c:pt>
                <c:pt idx="3">
                  <c:v>5.8594894429830902E-5</c:v>
                </c:pt>
                <c:pt idx="4">
                  <c:v>7.8126525909993916E-5</c:v>
                </c:pt>
                <c:pt idx="5">
                  <c:v>9.765815739015693E-5</c:v>
                </c:pt>
                <c:pt idx="6">
                  <c:v>1.171897888596618E-4</c:v>
                </c:pt>
                <c:pt idx="7">
                  <c:v>1.3672142033982482E-4</c:v>
                </c:pt>
                <c:pt idx="8">
                  <c:v>1.5625305181998783E-4</c:v>
                </c:pt>
                <c:pt idx="9">
                  <c:v>1.757846832894927E-4</c:v>
                </c:pt>
                <c:pt idx="10">
                  <c:v>1.9531631476965572E-4</c:v>
                </c:pt>
                <c:pt idx="11">
                  <c:v>2.1484794624981873E-4</c:v>
                </c:pt>
                <c:pt idx="12">
                  <c:v>2.3437957772998175E-4</c:v>
                </c:pt>
                <c:pt idx="13">
                  <c:v>2.539112092003748E-4</c:v>
                </c:pt>
                <c:pt idx="14">
                  <c:v>2.7344284067964963E-4</c:v>
                </c:pt>
                <c:pt idx="15">
                  <c:v>2.9297447215981265E-4</c:v>
                </c:pt>
                <c:pt idx="16">
                  <c:v>3.125061036302057E-4</c:v>
                </c:pt>
                <c:pt idx="17">
                  <c:v>3.3203773511036871E-4</c:v>
                </c:pt>
                <c:pt idx="18">
                  <c:v>3.5156936658964355E-4</c:v>
                </c:pt>
                <c:pt idx="19">
                  <c:v>3.7110099806980656E-4</c:v>
                </c:pt>
                <c:pt idx="20">
                  <c:v>3.9063262954019962E-4</c:v>
                </c:pt>
                <c:pt idx="21">
                  <c:v>4.1016426102036263E-4</c:v>
                </c:pt>
                <c:pt idx="22">
                  <c:v>4.2969589249963747E-4</c:v>
                </c:pt>
                <c:pt idx="23">
                  <c:v>4.4922752397003052E-4</c:v>
                </c:pt>
                <c:pt idx="24">
                  <c:v>4.6875915545019353E-4</c:v>
                </c:pt>
                <c:pt idx="25">
                  <c:v>4.8829078693035655E-4</c:v>
                </c:pt>
                <c:pt idx="26">
                  <c:v>5.0782241840963138E-4</c:v>
                </c:pt>
                <c:pt idx="27">
                  <c:v>5.2735404988002443E-4</c:v>
                </c:pt>
                <c:pt idx="28">
                  <c:v>5.4688568136018745E-4</c:v>
                </c:pt>
                <c:pt idx="29">
                  <c:v>5.6641731284035046E-4</c:v>
                </c:pt>
                <c:pt idx="30">
                  <c:v>5.8594894430985534E-4</c:v>
                </c:pt>
                <c:pt idx="31">
                  <c:v>6.0548057579001835E-4</c:v>
                </c:pt>
                <c:pt idx="32">
                  <c:v>6.2501220727018136E-4</c:v>
                </c:pt>
                <c:pt idx="33">
                  <c:v>6.4454383875034438E-4</c:v>
                </c:pt>
                <c:pt idx="34">
                  <c:v>6.6407547021984925E-4</c:v>
                </c:pt>
                <c:pt idx="35">
                  <c:v>6.8360710170001227E-4</c:v>
                </c:pt>
                <c:pt idx="36">
                  <c:v>7.0313873318017528E-4</c:v>
                </c:pt>
                <c:pt idx="37">
                  <c:v>7.2267036464968015E-4</c:v>
                </c:pt>
                <c:pt idx="38">
                  <c:v>7.4220199612984317E-4</c:v>
                </c:pt>
                <c:pt idx="39">
                  <c:v>7.6173362761000618E-4</c:v>
                </c:pt>
                <c:pt idx="40">
                  <c:v>7.812652590901692E-4</c:v>
                </c:pt>
                <c:pt idx="41">
                  <c:v>8.0079689055967407E-4</c:v>
                </c:pt>
                <c:pt idx="42">
                  <c:v>8.2032852203983708E-4</c:v>
                </c:pt>
                <c:pt idx="43">
                  <c:v>8.398601535200001E-4</c:v>
                </c:pt>
                <c:pt idx="44">
                  <c:v>8.5939178500016311E-4</c:v>
                </c:pt>
                <c:pt idx="45">
                  <c:v>8.7892341646966798E-4</c:v>
                </c:pt>
                <c:pt idx="46">
                  <c:v>8.98455047949831E-4</c:v>
                </c:pt>
                <c:pt idx="47">
                  <c:v>9.1798667942999401E-4</c:v>
                </c:pt>
                <c:pt idx="48">
                  <c:v>9.3751831089949889E-4</c:v>
                </c:pt>
                <c:pt idx="49">
                  <c:v>9.570499423796619E-4</c:v>
                </c:pt>
                <c:pt idx="50">
                  <c:v>9.7658157385982491E-4</c:v>
                </c:pt>
                <c:pt idx="51">
                  <c:v>9.9611320533998793E-4</c:v>
                </c:pt>
                <c:pt idx="52">
                  <c:v>1.0156448368094928E-3</c:v>
                </c:pt>
                <c:pt idx="53">
                  <c:v>1.0351764682896558E-3</c:v>
                </c:pt>
                <c:pt idx="54">
                  <c:v>1.0547080997698188E-3</c:v>
                </c:pt>
                <c:pt idx="55">
                  <c:v>1.0742397312402119E-3</c:v>
                </c:pt>
                <c:pt idx="56">
                  <c:v>1.0937713627203749E-3</c:v>
                </c:pt>
                <c:pt idx="57">
                  <c:v>1.1133029941996497E-3</c:v>
                </c:pt>
                <c:pt idx="58">
                  <c:v>1.1328346256798127E-3</c:v>
                </c:pt>
                <c:pt idx="59">
                  <c:v>1.1523662571502058E-3</c:v>
                </c:pt>
                <c:pt idx="60">
                  <c:v>1.1718978886303688E-3</c:v>
                </c:pt>
                <c:pt idx="61">
                  <c:v>1.1914295201096436E-3</c:v>
                </c:pt>
                <c:pt idx="62">
                  <c:v>1.2109611515800367E-3</c:v>
                </c:pt>
                <c:pt idx="63">
                  <c:v>1.2304927830601997E-3</c:v>
                </c:pt>
                <c:pt idx="64">
                  <c:v>1.2500244145403627E-3</c:v>
                </c:pt>
                <c:pt idx="65">
                  <c:v>1.2695560460196376E-3</c:v>
                </c:pt>
                <c:pt idx="66">
                  <c:v>1.2890876774900306E-3</c:v>
                </c:pt>
                <c:pt idx="67">
                  <c:v>1.3086193089701936E-3</c:v>
                </c:pt>
                <c:pt idx="68">
                  <c:v>1.3281509404503566E-3</c:v>
                </c:pt>
                <c:pt idx="69">
                  <c:v>1.3476825719198615E-3</c:v>
                </c:pt>
                <c:pt idx="70">
                  <c:v>1.3672142034000245E-3</c:v>
                </c:pt>
                <c:pt idx="71">
                  <c:v>1.3867458348801875E-3</c:v>
                </c:pt>
                <c:pt idx="72">
                  <c:v>1.4062774663603506E-3</c:v>
                </c:pt>
                <c:pt idx="73">
                  <c:v>1.4258090978298554E-3</c:v>
                </c:pt>
                <c:pt idx="74">
                  <c:v>1.4453407293100184E-3</c:v>
                </c:pt>
                <c:pt idx="75">
                  <c:v>1.4648723607901815E-3</c:v>
                </c:pt>
                <c:pt idx="76">
                  <c:v>1.4844039922596863E-3</c:v>
                </c:pt>
                <c:pt idx="77">
                  <c:v>1.5039356237398493E-3</c:v>
                </c:pt>
                <c:pt idx="78">
                  <c:v>1.5234672552200124E-3</c:v>
                </c:pt>
                <c:pt idx="79">
                  <c:v>1.5429988867001754E-3</c:v>
                </c:pt>
                <c:pt idx="80">
                  <c:v>1.5625305181696802E-3</c:v>
                </c:pt>
                <c:pt idx="81">
                  <c:v>1.5820621496498433E-3</c:v>
                </c:pt>
                <c:pt idx="82">
                  <c:v>1.6015937811300063E-3</c:v>
                </c:pt>
                <c:pt idx="83">
                  <c:v>1.6211254126101693E-3</c:v>
                </c:pt>
                <c:pt idx="84">
                  <c:v>1.6406570440796742E-3</c:v>
                </c:pt>
                <c:pt idx="85">
                  <c:v>1.6601886755598372E-3</c:v>
                </c:pt>
                <c:pt idx="86">
                  <c:v>1.6797203070400002E-3</c:v>
                </c:pt>
                <c:pt idx="87">
                  <c:v>1.6992519385095051E-3</c:v>
                </c:pt>
                <c:pt idx="88">
                  <c:v>1.7187835699896681E-3</c:v>
                </c:pt>
                <c:pt idx="89">
                  <c:v>1.7383152014698311E-3</c:v>
                </c:pt>
                <c:pt idx="90">
                  <c:v>1.7578468329499941E-3</c:v>
                </c:pt>
                <c:pt idx="91">
                  <c:v>1.777378464419499E-3</c:v>
                </c:pt>
                <c:pt idx="92">
                  <c:v>1.796910095899662E-3</c:v>
                </c:pt>
                <c:pt idx="93">
                  <c:v>1.816441727379825E-3</c:v>
                </c:pt>
                <c:pt idx="94">
                  <c:v>1.8359733588502181E-3</c:v>
                </c:pt>
                <c:pt idx="95">
                  <c:v>1.8555049903294929E-3</c:v>
                </c:pt>
                <c:pt idx="96">
                  <c:v>1.8750366218096559E-3</c:v>
                </c:pt>
                <c:pt idx="97">
                  <c:v>1.8945682532898189E-3</c:v>
                </c:pt>
                <c:pt idx="98">
                  <c:v>1.914099884760212E-3</c:v>
                </c:pt>
                <c:pt idx="99">
                  <c:v>1.933631516240375E-3</c:v>
                </c:pt>
                <c:pt idx="100">
                  <c:v>1.9531631477196498E-3</c:v>
                </c:pt>
                <c:pt idx="101">
                  <c:v>1.9726947791900429E-3</c:v>
                </c:pt>
                <c:pt idx="102">
                  <c:v>1.9922264106702059E-3</c:v>
                </c:pt>
                <c:pt idx="103">
                  <c:v>2.0117580421503689E-3</c:v>
                </c:pt>
                <c:pt idx="104">
                  <c:v>2.0312896736296437E-3</c:v>
                </c:pt>
                <c:pt idx="105">
                  <c:v>2.0508213051000368E-3</c:v>
                </c:pt>
                <c:pt idx="106">
                  <c:v>2.0703529365801998E-3</c:v>
                </c:pt>
                <c:pt idx="107">
                  <c:v>2.0898845680603628E-3</c:v>
                </c:pt>
                <c:pt idx="108">
                  <c:v>2.1094161995298677E-3</c:v>
                </c:pt>
                <c:pt idx="109">
                  <c:v>2.1289478310100307E-3</c:v>
                </c:pt>
                <c:pt idx="110">
                  <c:v>2.1484794624901937E-3</c:v>
                </c:pt>
                <c:pt idx="111">
                  <c:v>2.1680110939703567E-3</c:v>
                </c:pt>
                <c:pt idx="112">
                  <c:v>2.1875427254398616E-3</c:v>
                </c:pt>
                <c:pt idx="113">
                  <c:v>2.2070743569200246E-3</c:v>
                </c:pt>
                <c:pt idx="114">
                  <c:v>2.2266059884001876E-3</c:v>
                </c:pt>
                <c:pt idx="115">
                  <c:v>2.2461376198696925E-3</c:v>
                </c:pt>
                <c:pt idx="116">
                  <c:v>2.2656692513498555E-3</c:v>
                </c:pt>
                <c:pt idx="117">
                  <c:v>2.2852008828300185E-3</c:v>
                </c:pt>
                <c:pt idx="118">
                  <c:v>2.3047325143101816E-3</c:v>
                </c:pt>
                <c:pt idx="119">
                  <c:v>2.3242641457796864E-3</c:v>
                </c:pt>
                <c:pt idx="120">
                  <c:v>2.3437957772598494E-3</c:v>
                </c:pt>
                <c:pt idx="121">
                  <c:v>2.3633274087400125E-3</c:v>
                </c:pt>
                <c:pt idx="122">
                  <c:v>2.3828590402201755E-3</c:v>
                </c:pt>
                <c:pt idx="123">
                  <c:v>2.4023906716896803E-3</c:v>
                </c:pt>
                <c:pt idx="124">
                  <c:v>2.4219223031698434E-3</c:v>
                </c:pt>
                <c:pt idx="125">
                  <c:v>2.4414539346500064E-3</c:v>
                </c:pt>
                <c:pt idx="126">
                  <c:v>2.4609855661195112E-3</c:v>
                </c:pt>
                <c:pt idx="127">
                  <c:v>2.4805171975996743E-3</c:v>
                </c:pt>
                <c:pt idx="128">
                  <c:v>2.5000488290798373E-3</c:v>
                </c:pt>
                <c:pt idx="129">
                  <c:v>2.5195804605600003E-3</c:v>
                </c:pt>
                <c:pt idx="130">
                  <c:v>2.5391120920295052E-3</c:v>
                </c:pt>
                <c:pt idx="131">
                  <c:v>2.5586437235096682E-3</c:v>
                </c:pt>
                <c:pt idx="132">
                  <c:v>2.5781753549898312E-3</c:v>
                </c:pt>
                <c:pt idx="133">
                  <c:v>2.5977069864602242E-3</c:v>
                </c:pt>
                <c:pt idx="134">
                  <c:v>2.6172386179394991E-3</c:v>
                </c:pt>
                <c:pt idx="135">
                  <c:v>2.6367702494196621E-3</c:v>
                </c:pt>
                <c:pt idx="136">
                  <c:v>2.6563018808998251E-3</c:v>
                </c:pt>
                <c:pt idx="137">
                  <c:v>2.6758335123702182E-3</c:v>
                </c:pt>
                <c:pt idx="138">
                  <c:v>2.695365143849493E-3</c:v>
                </c:pt>
                <c:pt idx="139">
                  <c:v>2.714896775329656E-3</c:v>
                </c:pt>
                <c:pt idx="140">
                  <c:v>2.7344284068000491E-3</c:v>
                </c:pt>
                <c:pt idx="141">
                  <c:v>2.7539600382802121E-3</c:v>
                </c:pt>
                <c:pt idx="142">
                  <c:v>2.7734916697603751E-3</c:v>
                </c:pt>
                <c:pt idx="143">
                  <c:v>2.7930233012396499E-3</c:v>
                </c:pt>
                <c:pt idx="144">
                  <c:v>2.812554932710043E-3</c:v>
                </c:pt>
                <c:pt idx="145">
                  <c:v>2.832086564190206E-3</c:v>
                </c:pt>
                <c:pt idx="146">
                  <c:v>2.851618195670369E-3</c:v>
                </c:pt>
                <c:pt idx="147">
                  <c:v>2.8711498271398739E-3</c:v>
                </c:pt>
                <c:pt idx="148">
                  <c:v>2.8906814586200369E-3</c:v>
                </c:pt>
                <c:pt idx="149">
                  <c:v>2.9102130901001999E-3</c:v>
                </c:pt>
                <c:pt idx="150">
                  <c:v>2.9297447215803629E-3</c:v>
                </c:pt>
                <c:pt idx="151">
                  <c:v>2.9492763530498678E-3</c:v>
                </c:pt>
                <c:pt idx="152">
                  <c:v>2.9688079845300308E-3</c:v>
                </c:pt>
                <c:pt idx="153">
                  <c:v>2.9883396160101938E-3</c:v>
                </c:pt>
                <c:pt idx="154">
                  <c:v>3.0078712474796987E-3</c:v>
                </c:pt>
                <c:pt idx="155">
                  <c:v>3.0274028789598617E-3</c:v>
                </c:pt>
                <c:pt idx="156">
                  <c:v>3.0469345104400247E-3</c:v>
                </c:pt>
                <c:pt idx="157">
                  <c:v>3.0664661419201877E-3</c:v>
                </c:pt>
                <c:pt idx="158">
                  <c:v>3.0859977733896926E-3</c:v>
                </c:pt>
                <c:pt idx="159">
                  <c:v>3.1055294048698556E-3</c:v>
                </c:pt>
                <c:pt idx="160">
                  <c:v>3.1250610363500186E-3</c:v>
                </c:pt>
                <c:pt idx="161">
                  <c:v>3.1445926678195235E-3</c:v>
                </c:pt>
                <c:pt idx="162">
                  <c:v>3.1641242992996865E-3</c:v>
                </c:pt>
                <c:pt idx="163">
                  <c:v>3.1836559307798495E-3</c:v>
                </c:pt>
                <c:pt idx="164">
                  <c:v>3.2031875622600126E-3</c:v>
                </c:pt>
                <c:pt idx="165">
                  <c:v>3.2227191937295174E-3</c:v>
                </c:pt>
                <c:pt idx="166">
                  <c:v>3.2422508252096804E-3</c:v>
                </c:pt>
                <c:pt idx="167">
                  <c:v>3.2617824566898435E-3</c:v>
                </c:pt>
                <c:pt idx="168">
                  <c:v>3.2813140881700065E-3</c:v>
                </c:pt>
                <c:pt idx="169">
                  <c:v>3.3008457196395113E-3</c:v>
                </c:pt>
                <c:pt idx="170">
                  <c:v>3.3203773511196744E-3</c:v>
                </c:pt>
                <c:pt idx="171">
                  <c:v>3.3399089825998374E-3</c:v>
                </c:pt>
                <c:pt idx="172">
                  <c:v>3.3594406140702304E-3</c:v>
                </c:pt>
                <c:pt idx="173">
                  <c:v>3.3789722455495053E-3</c:v>
                </c:pt>
                <c:pt idx="174">
                  <c:v>3.3985038770296683E-3</c:v>
                </c:pt>
                <c:pt idx="175">
                  <c:v>3.4180355085098313E-3</c:v>
                </c:pt>
                <c:pt idx="176">
                  <c:v>3.4375671399802243E-3</c:v>
                </c:pt>
                <c:pt idx="177">
                  <c:v>3.4570987714594992E-3</c:v>
                </c:pt>
                <c:pt idx="178">
                  <c:v>3.4766304029396622E-3</c:v>
                </c:pt>
                <c:pt idx="179">
                  <c:v>3.4961620344100552E-3</c:v>
                </c:pt>
                <c:pt idx="180">
                  <c:v>3.5156936658902183E-3</c:v>
                </c:pt>
                <c:pt idx="181">
                  <c:v>3.5352252973694931E-3</c:v>
                </c:pt>
                <c:pt idx="182">
                  <c:v>3.5547569288496561E-3</c:v>
                </c:pt>
                <c:pt idx="183">
                  <c:v>3.5742885603200492E-3</c:v>
                </c:pt>
                <c:pt idx="184">
                  <c:v>3.5938201918002122E-3</c:v>
                </c:pt>
                <c:pt idx="185">
                  <c:v>3.6133518232803752E-3</c:v>
                </c:pt>
                <c:pt idx="186">
                  <c:v>3.6328834547498801E-3</c:v>
                </c:pt>
                <c:pt idx="187">
                  <c:v>3.6524150862300431E-3</c:v>
                </c:pt>
                <c:pt idx="188">
                  <c:v>3.6719467177102061E-3</c:v>
                </c:pt>
                <c:pt idx="189">
                  <c:v>3.6914783491903691E-3</c:v>
                </c:pt>
                <c:pt idx="190">
                  <c:v>3.711009980659874E-3</c:v>
                </c:pt>
                <c:pt idx="191">
                  <c:v>3.730541612140037E-3</c:v>
                </c:pt>
                <c:pt idx="192">
                  <c:v>3.7500732436202E-3</c:v>
                </c:pt>
                <c:pt idx="193">
                  <c:v>3.7696048750897049E-3</c:v>
                </c:pt>
                <c:pt idx="194">
                  <c:v>3.7891365065698679E-3</c:v>
                </c:pt>
                <c:pt idx="195">
                  <c:v>3.8086681380500309E-3</c:v>
                </c:pt>
                <c:pt idx="196">
                  <c:v>3.8281997695301939E-3</c:v>
                </c:pt>
                <c:pt idx="197">
                  <c:v>3.8477314009996988E-3</c:v>
                </c:pt>
                <c:pt idx="198">
                  <c:v>3.8672630324798618E-3</c:v>
                </c:pt>
                <c:pt idx="199">
                  <c:v>3.8867946639600248E-3</c:v>
                </c:pt>
                <c:pt idx="200">
                  <c:v>3.9063262954295297E-3</c:v>
                </c:pt>
                <c:pt idx="201">
                  <c:v>3.9258579269096927E-3</c:v>
                </c:pt>
                <c:pt idx="202">
                  <c:v>3.9453895583898557E-3</c:v>
                </c:pt>
                <c:pt idx="203">
                  <c:v>3.9649211898700187E-3</c:v>
                </c:pt>
                <c:pt idx="204">
                  <c:v>3.9844528213395236E-3</c:v>
                </c:pt>
                <c:pt idx="205">
                  <c:v>4.0039844528196866E-3</c:v>
                </c:pt>
                <c:pt idx="206">
                  <c:v>4.0235160842998496E-3</c:v>
                </c:pt>
                <c:pt idx="207">
                  <c:v>4.0430477157800127E-3</c:v>
                </c:pt>
                <c:pt idx="208">
                  <c:v>4.0625793472495175E-3</c:v>
                </c:pt>
                <c:pt idx="209">
                  <c:v>4.0821109787296805E-3</c:v>
                </c:pt>
                <c:pt idx="210">
                  <c:v>4.1016426102098436E-3</c:v>
                </c:pt>
                <c:pt idx="211">
                  <c:v>4.1211742416802366E-3</c:v>
                </c:pt>
                <c:pt idx="212">
                  <c:v>4.1407058731595114E-3</c:v>
                </c:pt>
                <c:pt idx="213">
                  <c:v>4.1602375046396745E-3</c:v>
                </c:pt>
                <c:pt idx="214">
                  <c:v>4.1797691361198375E-3</c:v>
                </c:pt>
                <c:pt idx="215">
                  <c:v>4.1993007675902305E-3</c:v>
                </c:pt>
                <c:pt idx="216">
                  <c:v>4.2188323990695054E-3</c:v>
                </c:pt>
                <c:pt idx="217">
                  <c:v>4.2383640305496684E-3</c:v>
                </c:pt>
                <c:pt idx="218">
                  <c:v>4.2578956620200614E-3</c:v>
                </c:pt>
                <c:pt idx="219">
                  <c:v>4.2774272935002244E-3</c:v>
                </c:pt>
                <c:pt idx="220">
                  <c:v>4.2969589249794993E-3</c:v>
                </c:pt>
                <c:pt idx="221">
                  <c:v>4.3164905564596623E-3</c:v>
                </c:pt>
                <c:pt idx="222">
                  <c:v>4.3360221879300553E-3</c:v>
                </c:pt>
                <c:pt idx="223">
                  <c:v>4.3555538194102184E-3</c:v>
                </c:pt>
                <c:pt idx="224">
                  <c:v>4.3750854508894932E-3</c:v>
                </c:pt>
                <c:pt idx="225">
                  <c:v>4.3946170823598862E-3</c:v>
                </c:pt>
                <c:pt idx="226">
                  <c:v>4.4141487138400493E-3</c:v>
                </c:pt>
                <c:pt idx="227">
                  <c:v>4.4336803453202123E-3</c:v>
                </c:pt>
                <c:pt idx="228">
                  <c:v>4.4532119768003753E-3</c:v>
                </c:pt>
                <c:pt idx="229">
                  <c:v>4.4727436082698802E-3</c:v>
                </c:pt>
                <c:pt idx="230">
                  <c:v>4.4922752397500432E-3</c:v>
                </c:pt>
                <c:pt idx="231">
                  <c:v>4.5118068712302062E-3</c:v>
                </c:pt>
                <c:pt idx="232">
                  <c:v>4.5313385026997111E-3</c:v>
                </c:pt>
                <c:pt idx="233">
                  <c:v>4.5508701341798741E-3</c:v>
                </c:pt>
                <c:pt idx="234">
                  <c:v>4.5704017656600371E-3</c:v>
                </c:pt>
                <c:pt idx="235">
                  <c:v>4.5899333971402001E-3</c:v>
                </c:pt>
                <c:pt idx="236">
                  <c:v>4.609465028609705E-3</c:v>
                </c:pt>
                <c:pt idx="237">
                  <c:v>4.628996660089868E-3</c:v>
                </c:pt>
                <c:pt idx="238">
                  <c:v>4.648528291570031E-3</c:v>
                </c:pt>
                <c:pt idx="239">
                  <c:v>4.6680599230395359E-3</c:v>
                </c:pt>
                <c:pt idx="240">
                  <c:v>4.6875915545196989E-3</c:v>
                </c:pt>
                <c:pt idx="241">
                  <c:v>4.7071231859998619E-3</c:v>
                </c:pt>
                <c:pt idx="242">
                  <c:v>4.7266548174800249E-3</c:v>
                </c:pt>
                <c:pt idx="243">
                  <c:v>4.7461864489495298E-3</c:v>
                </c:pt>
                <c:pt idx="244">
                  <c:v>4.7657180804296928E-3</c:v>
                </c:pt>
                <c:pt idx="245">
                  <c:v>4.7852497119098558E-3</c:v>
                </c:pt>
                <c:pt idx="246">
                  <c:v>4.8047813433900188E-3</c:v>
                </c:pt>
                <c:pt idx="247">
                  <c:v>4.8243129748595237E-3</c:v>
                </c:pt>
                <c:pt idx="248">
                  <c:v>4.8438446063396867E-3</c:v>
                </c:pt>
                <c:pt idx="249">
                  <c:v>4.8633762378198497E-3</c:v>
                </c:pt>
                <c:pt idx="250">
                  <c:v>4.8829078692902428E-3</c:v>
                </c:pt>
                <c:pt idx="251">
                  <c:v>4.9024395007695176E-3</c:v>
                </c:pt>
                <c:pt idx="252">
                  <c:v>4.9219711322496806E-3</c:v>
                </c:pt>
                <c:pt idx="253">
                  <c:v>4.9415027637298437E-3</c:v>
                </c:pt>
                <c:pt idx="254">
                  <c:v>4.9610343952002367E-3</c:v>
                </c:pt>
                <c:pt idx="255">
                  <c:v>4.9805660266795115E-3</c:v>
                </c:pt>
                <c:pt idx="256">
                  <c:v>5.0000976581596746E-3</c:v>
                </c:pt>
                <c:pt idx="257">
                  <c:v>5.0196292896300676E-3</c:v>
                </c:pt>
                <c:pt idx="258">
                  <c:v>5.0391609211102306E-3</c:v>
                </c:pt>
                <c:pt idx="259">
                  <c:v>5.0586925525895055E-3</c:v>
                </c:pt>
                <c:pt idx="260">
                  <c:v>5.0782241840696685E-3</c:v>
                </c:pt>
                <c:pt idx="261">
                  <c:v>5.0977558155400615E-3</c:v>
                </c:pt>
                <c:pt idx="262">
                  <c:v>5.1172874470202245E-3</c:v>
                </c:pt>
                <c:pt idx="263">
                  <c:v>5.1368190784994994E-3</c:v>
                </c:pt>
                <c:pt idx="264">
                  <c:v>5.1563507099698924E-3</c:v>
                </c:pt>
                <c:pt idx="265">
                  <c:v>5.1758823414500554E-3</c:v>
                </c:pt>
                <c:pt idx="266">
                  <c:v>5.1954139729302184E-3</c:v>
                </c:pt>
                <c:pt idx="267">
                  <c:v>5.2149456044094933E-3</c:v>
                </c:pt>
                <c:pt idx="268">
                  <c:v>5.2344772358798863E-3</c:v>
                </c:pt>
                <c:pt idx="269">
                  <c:v>5.2540088673600494E-3</c:v>
                </c:pt>
                <c:pt idx="270">
                  <c:v>5.2735404988402124E-3</c:v>
                </c:pt>
                <c:pt idx="271">
                  <c:v>5.2930721303097172E-3</c:v>
                </c:pt>
                <c:pt idx="272">
                  <c:v>5.3126037617898803E-3</c:v>
                </c:pt>
                <c:pt idx="273">
                  <c:v>5.3321353932700433E-3</c:v>
                </c:pt>
                <c:pt idx="274">
                  <c:v>5.3516670247502063E-3</c:v>
                </c:pt>
                <c:pt idx="275">
                  <c:v>5.3711986562197112E-3</c:v>
                </c:pt>
                <c:pt idx="276">
                  <c:v>5.3907302876998742E-3</c:v>
                </c:pt>
                <c:pt idx="277">
                  <c:v>5.4102619191800372E-3</c:v>
                </c:pt>
                <c:pt idx="278">
                  <c:v>5.4297935506495421E-3</c:v>
                </c:pt>
                <c:pt idx="279">
                  <c:v>5.4493251821297051E-3</c:v>
                </c:pt>
                <c:pt idx="280">
                  <c:v>5.4688568136098681E-3</c:v>
                </c:pt>
                <c:pt idx="281">
                  <c:v>5.4883884450900311E-3</c:v>
                </c:pt>
                <c:pt idx="282">
                  <c:v>5.507920076559536E-3</c:v>
                </c:pt>
                <c:pt idx="283">
                  <c:v>5.527451708039699E-3</c:v>
                </c:pt>
                <c:pt idx="284">
                  <c:v>5.546983339519862E-3</c:v>
                </c:pt>
                <c:pt idx="285">
                  <c:v>5.566514971000025E-3</c:v>
                </c:pt>
                <c:pt idx="286">
                  <c:v>5.5860466024695299E-3</c:v>
                </c:pt>
                <c:pt idx="287">
                  <c:v>5.6055782339496929E-3</c:v>
                </c:pt>
                <c:pt idx="288">
                  <c:v>5.6251098654298559E-3</c:v>
                </c:pt>
                <c:pt idx="289">
                  <c:v>5.644641496900249E-3</c:v>
                </c:pt>
                <c:pt idx="290">
                  <c:v>5.6641731283795238E-3</c:v>
                </c:pt>
                <c:pt idx="291">
                  <c:v>5.6837047598596868E-3</c:v>
                </c:pt>
                <c:pt idx="292">
                  <c:v>5.7032363913398498E-3</c:v>
                </c:pt>
                <c:pt idx="293">
                  <c:v>5.7227680228102429E-3</c:v>
                </c:pt>
                <c:pt idx="294">
                  <c:v>5.7422996542895177E-3</c:v>
                </c:pt>
                <c:pt idx="295">
                  <c:v>5.7618312857696807E-3</c:v>
                </c:pt>
                <c:pt idx="296">
                  <c:v>5.7813629172400738E-3</c:v>
                </c:pt>
                <c:pt idx="297">
                  <c:v>5.8008945487202368E-3</c:v>
                </c:pt>
                <c:pt idx="298">
                  <c:v>5.8204261801995116E-3</c:v>
                </c:pt>
                <c:pt idx="299">
                  <c:v>5.8399578116699047E-3</c:v>
                </c:pt>
                <c:pt idx="300">
                  <c:v>5.8594894431500677E-3</c:v>
                </c:pt>
                <c:pt idx="301">
                  <c:v>5.8790210746302307E-3</c:v>
                </c:pt>
                <c:pt idx="302">
                  <c:v>5.8985527061095056E-3</c:v>
                </c:pt>
                <c:pt idx="303">
                  <c:v>5.9180843375798986E-3</c:v>
                </c:pt>
                <c:pt idx="304">
                  <c:v>5.9376159690600616E-3</c:v>
                </c:pt>
                <c:pt idx="305">
                  <c:v>5.9571476005402246E-3</c:v>
                </c:pt>
                <c:pt idx="306">
                  <c:v>5.9766792320194995E-3</c:v>
                </c:pt>
                <c:pt idx="307">
                  <c:v>5.9962108634898925E-3</c:v>
                </c:pt>
                <c:pt idx="308">
                  <c:v>6.0157424949700555E-3</c:v>
                </c:pt>
                <c:pt idx="309">
                  <c:v>6.0352741264502185E-3</c:v>
                </c:pt>
                <c:pt idx="310">
                  <c:v>6.0548057579197234E-3</c:v>
                </c:pt>
                <c:pt idx="311">
                  <c:v>6.0743373893998864E-3</c:v>
                </c:pt>
                <c:pt idx="312">
                  <c:v>6.0938690208800494E-3</c:v>
                </c:pt>
                <c:pt idx="313">
                  <c:v>6.1134006523602125E-3</c:v>
                </c:pt>
                <c:pt idx="314">
                  <c:v>6.1329322838297173E-3</c:v>
                </c:pt>
                <c:pt idx="315">
                  <c:v>6.1524639153098803E-3</c:v>
                </c:pt>
                <c:pt idx="316">
                  <c:v>6.1719955467900434E-3</c:v>
                </c:pt>
                <c:pt idx="317">
                  <c:v>6.1915271782595482E-3</c:v>
                </c:pt>
                <c:pt idx="318">
                  <c:v>6.2110588097397113E-3</c:v>
                </c:pt>
                <c:pt idx="319">
                  <c:v>6.2305904412198743E-3</c:v>
                </c:pt>
                <c:pt idx="320">
                  <c:v>6.2501220727000373E-3</c:v>
                </c:pt>
                <c:pt idx="321">
                  <c:v>6.2696537041695422E-3</c:v>
                </c:pt>
                <c:pt idx="322">
                  <c:v>6.2891853356497052E-3</c:v>
                </c:pt>
                <c:pt idx="323">
                  <c:v>6.3087169671298682E-3</c:v>
                </c:pt>
                <c:pt idx="324">
                  <c:v>6.3282485986002612E-3</c:v>
                </c:pt>
                <c:pt idx="325">
                  <c:v>6.3477802300795361E-3</c:v>
                </c:pt>
                <c:pt idx="326">
                  <c:v>6.3673118615596991E-3</c:v>
                </c:pt>
                <c:pt idx="327">
                  <c:v>6.3868434930398621E-3</c:v>
                </c:pt>
                <c:pt idx="328">
                  <c:v>6.4063751245102551E-3</c:v>
                </c:pt>
                <c:pt idx="329">
                  <c:v>6.42590675598953E-3</c:v>
                </c:pt>
                <c:pt idx="330">
                  <c:v>6.445438387469693E-3</c:v>
                </c:pt>
                <c:pt idx="331">
                  <c:v>6.464970018949856E-3</c:v>
                </c:pt>
                <c:pt idx="332">
                  <c:v>6.4845016504202491E-3</c:v>
                </c:pt>
                <c:pt idx="333">
                  <c:v>6.5040332818995239E-3</c:v>
                </c:pt>
                <c:pt idx="334">
                  <c:v>6.5235649133796869E-3</c:v>
                </c:pt>
                <c:pt idx="335">
                  <c:v>6.54309654485008E-3</c:v>
                </c:pt>
                <c:pt idx="336">
                  <c:v>6.562628176330243E-3</c:v>
                </c:pt>
                <c:pt idx="337">
                  <c:v>6.5821598078095178E-3</c:v>
                </c:pt>
                <c:pt idx="338">
                  <c:v>6.6016914392799109E-3</c:v>
                </c:pt>
                <c:pt idx="339">
                  <c:v>6.6212230707600739E-3</c:v>
                </c:pt>
                <c:pt idx="340">
                  <c:v>6.6407547022402369E-3</c:v>
                </c:pt>
                <c:pt idx="341">
                  <c:v>6.6602863337195117E-3</c:v>
                </c:pt>
                <c:pt idx="342">
                  <c:v>6.6798179651899048E-3</c:v>
                </c:pt>
                <c:pt idx="343">
                  <c:v>6.6993495966700678E-3</c:v>
                </c:pt>
                <c:pt idx="344">
                  <c:v>6.7188812281502308E-3</c:v>
                </c:pt>
                <c:pt idx="345">
                  <c:v>6.7384128596295056E-3</c:v>
                </c:pt>
                <c:pt idx="346">
                  <c:v>6.7579444910998987E-3</c:v>
                </c:pt>
                <c:pt idx="347">
                  <c:v>6.7774761225800617E-3</c:v>
                </c:pt>
                <c:pt idx="348">
                  <c:v>6.7970077540602247E-3</c:v>
                </c:pt>
              </c:numCache>
            </c:numRef>
          </c:xVal>
          <c:yVal>
            <c:numRef>
              <c:f>'0.35'!$W$2:$W$350</c:f>
              <c:numCache>
                <c:formatCode>General</c:formatCode>
                <c:ptCount val="349"/>
                <c:pt idx="0">
                  <c:v>1.6756433200000001E-4</c:v>
                </c:pt>
                <c:pt idx="1">
                  <c:v>2.48120368E-4</c:v>
                </c:pt>
                <c:pt idx="2">
                  <c:v>1.8343143E-4</c:v>
                </c:pt>
                <c:pt idx="3">
                  <c:v>2.0845262300000001E-4</c:v>
                </c:pt>
                <c:pt idx="4">
                  <c:v>2.7497238000000001E-4</c:v>
                </c:pt>
                <c:pt idx="5">
                  <c:v>1.6756433200000001E-4</c:v>
                </c:pt>
                <c:pt idx="6">
                  <c:v>1.7854924600000001E-4</c:v>
                </c:pt>
                <c:pt idx="7">
                  <c:v>1.9380607099999999E-4</c:v>
                </c:pt>
                <c:pt idx="8">
                  <c:v>1.3766095500000001E-4</c:v>
                </c:pt>
                <c:pt idx="9">
                  <c:v>1.4681505E-4</c:v>
                </c:pt>
                <c:pt idx="10">
                  <c:v>2.19437537E-4</c:v>
                </c:pt>
                <c:pt idx="11">
                  <c:v>2.3530463499999999E-4</c:v>
                </c:pt>
                <c:pt idx="12">
                  <c:v>2.42017638E-4</c:v>
                </c:pt>
                <c:pt idx="13">
                  <c:v>1.6207187499999999E-4</c:v>
                </c:pt>
                <c:pt idx="14">
                  <c:v>2.00519074E-4</c:v>
                </c:pt>
                <c:pt idx="15">
                  <c:v>1.9685743600000001E-4</c:v>
                </c:pt>
                <c:pt idx="16">
                  <c:v>1.6512324E-4</c:v>
                </c:pt>
                <c:pt idx="17">
                  <c:v>2.01129347E-4</c:v>
                </c:pt>
                <c:pt idx="18">
                  <c:v>1.2667604099999999E-4</c:v>
                </c:pt>
                <c:pt idx="19">
                  <c:v>1.8038006499999999E-4</c:v>
                </c:pt>
                <c:pt idx="20">
                  <c:v>1.5413832600000001E-4</c:v>
                </c:pt>
                <c:pt idx="21" formatCode="0.00E+00">
                  <c:v>8.3346658000000201E-5</c:v>
                </c:pt>
                <c:pt idx="22">
                  <c:v>2.2798135899999999E-4</c:v>
                </c:pt>
                <c:pt idx="23">
                  <c:v>1.9746770900000001E-4</c:v>
                </c:pt>
                <c:pt idx="24">
                  <c:v>2.5056146000000001E-4</c:v>
                </c:pt>
                <c:pt idx="25">
                  <c:v>2.2065808300000001E-4</c:v>
                </c:pt>
                <c:pt idx="26">
                  <c:v>2.3347381600000001E-4</c:v>
                </c:pt>
                <c:pt idx="27">
                  <c:v>3.1464012500000003E-4</c:v>
                </c:pt>
                <c:pt idx="28">
                  <c:v>1.2605632749999999E-3</c:v>
                </c:pt>
                <c:pt idx="29">
                  <c:v>5.7942813920000003E-3</c:v>
                </c:pt>
                <c:pt idx="30">
                  <c:v>1.5672160170000001E-2</c:v>
                </c:pt>
                <c:pt idx="31">
                  <c:v>1.9184281285E-2</c:v>
                </c:pt>
                <c:pt idx="32">
                  <c:v>1.1614454993E-2</c:v>
                </c:pt>
                <c:pt idx="33">
                  <c:v>1.8207938889999999E-3</c:v>
                </c:pt>
                <c:pt idx="34">
                  <c:v>-5.4390137189999996E-3</c:v>
                </c:pt>
                <c:pt idx="35">
                  <c:v>-6.929300385E-3</c:v>
                </c:pt>
                <c:pt idx="36">
                  <c:v>-6.2006344229999996E-3</c:v>
                </c:pt>
                <c:pt idx="37">
                  <c:v>-5.0228075329999998E-3</c:v>
                </c:pt>
                <c:pt idx="38">
                  <c:v>-4.1910054340000003E-3</c:v>
                </c:pt>
                <c:pt idx="39">
                  <c:v>-3.370188249E-3</c:v>
                </c:pt>
                <c:pt idx="40">
                  <c:v>-2.8123987269999999E-3</c:v>
                </c:pt>
                <c:pt idx="41">
                  <c:v>-2.293056404E-3</c:v>
                </c:pt>
                <c:pt idx="42">
                  <c:v>-1.934826153E-3</c:v>
                </c:pt>
                <c:pt idx="43">
                  <c:v>-1.751744253E-3</c:v>
                </c:pt>
                <c:pt idx="44">
                  <c:v>-1.685834769E-3</c:v>
                </c:pt>
                <c:pt idx="45">
                  <c:v>-1.472849492E-3</c:v>
                </c:pt>
                <c:pt idx="46">
                  <c:v>-1.4197557410000001E-3</c:v>
                </c:pt>
                <c:pt idx="47">
                  <c:v>-1.184800636E-3</c:v>
                </c:pt>
                <c:pt idx="48">
                  <c:v>-1.0023290089999999E-3</c:v>
                </c:pt>
                <c:pt idx="49">
                  <c:v>-9.1750106200000001E-4</c:v>
                </c:pt>
                <c:pt idx="50">
                  <c:v>-7.0207469299999898E-4</c:v>
                </c:pt>
                <c:pt idx="51">
                  <c:v>-5.6476326800000004E-4</c:v>
                </c:pt>
                <c:pt idx="52">
                  <c:v>-4.0487174200000002E-4</c:v>
                </c:pt>
                <c:pt idx="53">
                  <c:v>-3.2187461399999997E-4</c:v>
                </c:pt>
                <c:pt idx="54" formatCode="0.00E+00">
                  <c:v>-1.77850186E-4</c:v>
                </c:pt>
                <c:pt idx="55" formatCode="0.00E+00">
                  <c:v>-1.05837972E-4</c:v>
                </c:pt>
                <c:pt idx="56" formatCode="0.00E+00">
                  <c:v>-1.6127840999999601E-5</c:v>
                </c:pt>
                <c:pt idx="57" formatCode="0.00E+00">
                  <c:v>-6.3118861999999606E-5</c:v>
                </c:pt>
                <c:pt idx="58" formatCode="0.00E+00">
                  <c:v>1.6826900999999999E-5</c:v>
                </c:pt>
                <c:pt idx="59" formatCode="0.00E+00">
                  <c:v>-3.3825757999999901E-5</c:v>
                </c:pt>
                <c:pt idx="60" formatCode="0.00E+00">
                  <c:v>3.87967290000004E-5</c:v>
                </c:pt>
                <c:pt idx="61">
                  <c:v>1.2850686E-4</c:v>
                </c:pt>
                <c:pt idx="62" formatCode="0.00E+00">
                  <c:v>2.1028344199999999E-4</c:v>
                </c:pt>
                <c:pt idx="63" formatCode="0.00E+00">
                  <c:v>2.1394508E-4</c:v>
                </c:pt>
                <c:pt idx="64" formatCode="0.00E+00">
                  <c:v>2.36525181E-4</c:v>
                </c:pt>
                <c:pt idx="65">
                  <c:v>1.8465197600000001E-4</c:v>
                </c:pt>
                <c:pt idx="66" formatCode="0.00E+00">
                  <c:v>8.3346658000000201E-5</c:v>
                </c:pt>
                <c:pt idx="67" formatCode="0.00E+00">
                  <c:v>7.2361744000000002E-5</c:v>
                </c:pt>
                <c:pt idx="68" formatCode="0.00E+00">
                  <c:v>7.6023382000000398E-5</c:v>
                </c:pt>
                <c:pt idx="69">
                  <c:v>1.2667604099999999E-4</c:v>
                </c:pt>
                <c:pt idx="70">
                  <c:v>1.2545549500000001E-4</c:v>
                </c:pt>
                <c:pt idx="71">
                  <c:v>1.3460959E-4</c:v>
                </c:pt>
                <c:pt idx="72">
                  <c:v>1.1019867E-4</c:v>
                </c:pt>
                <c:pt idx="73">
                  <c:v>1.9380607099999999E-4</c:v>
                </c:pt>
                <c:pt idx="74">
                  <c:v>2.4018681899999999E-4</c:v>
                </c:pt>
                <c:pt idx="75">
                  <c:v>2.0234989300000001E-4</c:v>
                </c:pt>
                <c:pt idx="76">
                  <c:v>1.7549788099999999E-4</c:v>
                </c:pt>
                <c:pt idx="77">
                  <c:v>2.06011531E-4</c:v>
                </c:pt>
                <c:pt idx="78">
                  <c:v>2.1638617199999999E-4</c:v>
                </c:pt>
                <c:pt idx="79">
                  <c:v>2.8900865900000002E-4</c:v>
                </c:pt>
                <c:pt idx="80">
                  <c:v>1.9380607099999999E-4</c:v>
                </c:pt>
                <c:pt idx="81" formatCode="0.00E+00">
                  <c:v>1.6146160200000001E-4</c:v>
                </c:pt>
                <c:pt idx="82">
                  <c:v>2.4079709199999999E-4</c:v>
                </c:pt>
                <c:pt idx="83">
                  <c:v>2.4018681899999999E-4</c:v>
                </c:pt>
                <c:pt idx="84">
                  <c:v>2.19437537E-4</c:v>
                </c:pt>
                <c:pt idx="85">
                  <c:v>2.1150398799999999E-4</c:v>
                </c:pt>
                <c:pt idx="86">
                  <c:v>2.4140736499999999E-4</c:v>
                </c:pt>
                <c:pt idx="87">
                  <c:v>2.72531288E-4</c:v>
                </c:pt>
                <c:pt idx="88">
                  <c:v>2.6642855800000002E-4</c:v>
                </c:pt>
                <c:pt idx="89">
                  <c:v>2.7863401800000003E-4</c:v>
                </c:pt>
                <c:pt idx="90">
                  <c:v>2.7680319900000002E-4</c:v>
                </c:pt>
                <c:pt idx="91">
                  <c:v>3.1464012500000003E-4</c:v>
                </c:pt>
                <c:pt idx="92">
                  <c:v>2.6337719300000001E-4</c:v>
                </c:pt>
                <c:pt idx="93">
                  <c:v>2.01129347E-4</c:v>
                </c:pt>
                <c:pt idx="94">
                  <c:v>1.5596914499999999E-4</c:v>
                </c:pt>
                <c:pt idx="95">
                  <c:v>1.4254313900000001E-4</c:v>
                </c:pt>
                <c:pt idx="96">
                  <c:v>1.95026617E-4</c:v>
                </c:pt>
                <c:pt idx="97">
                  <c:v>1.5169723399999999E-4</c:v>
                </c:pt>
                <c:pt idx="98">
                  <c:v>1.9868825499999999E-4</c:v>
                </c:pt>
                <c:pt idx="99">
                  <c:v>1.7122597E-4</c:v>
                </c:pt>
                <c:pt idx="100">
                  <c:v>2.1455535300000001E-4</c:v>
                </c:pt>
                <c:pt idx="101">
                  <c:v>2.07232077E-4</c:v>
                </c:pt>
                <c:pt idx="102">
                  <c:v>1.9929852799999999E-4</c:v>
                </c:pt>
                <c:pt idx="103">
                  <c:v>2.8229565599999999E-4</c:v>
                </c:pt>
                <c:pt idx="104">
                  <c:v>1.5169723399999999E-4</c:v>
                </c:pt>
                <c:pt idx="105">
                  <c:v>1.9258552499999999E-4</c:v>
                </c:pt>
                <c:pt idx="106">
                  <c:v>1.8465197600000001E-4</c:v>
                </c:pt>
                <c:pt idx="107">
                  <c:v>2.19437537E-4</c:v>
                </c:pt>
                <c:pt idx="108">
                  <c:v>1.11419216E-4</c:v>
                </c:pt>
                <c:pt idx="109">
                  <c:v>1.77938973E-4</c:v>
                </c:pt>
                <c:pt idx="110">
                  <c:v>1.5169723399999999E-4</c:v>
                </c:pt>
                <c:pt idx="111">
                  <c:v>2.0906289600000001E-4</c:v>
                </c:pt>
                <c:pt idx="112">
                  <c:v>1.7305678900000001E-4</c:v>
                </c:pt>
                <c:pt idx="113">
                  <c:v>2.1699644499999999E-4</c:v>
                </c:pt>
                <c:pt idx="114">
                  <c:v>2.4140736499999999E-4</c:v>
                </c:pt>
                <c:pt idx="115">
                  <c:v>1.6329242099999999E-4</c:v>
                </c:pt>
                <c:pt idx="116">
                  <c:v>2.8656756700000001E-4</c:v>
                </c:pt>
                <c:pt idx="117">
                  <c:v>1.7488760799999999E-4</c:v>
                </c:pt>
                <c:pt idx="118">
                  <c:v>2.5849500899999999E-4</c:v>
                </c:pt>
                <c:pt idx="119">
                  <c:v>1.8404170300000001E-4</c:v>
                </c:pt>
                <c:pt idx="120">
                  <c:v>2.3347381600000001E-4</c:v>
                </c:pt>
                <c:pt idx="121">
                  <c:v>2.2004781E-4</c:v>
                </c:pt>
                <c:pt idx="122">
                  <c:v>2.19437537E-4</c:v>
                </c:pt>
                <c:pt idx="123">
                  <c:v>2.0418071199999999E-4</c:v>
                </c:pt>
                <c:pt idx="124">
                  <c:v>2.4628954899999999E-4</c:v>
                </c:pt>
                <c:pt idx="125">
                  <c:v>2.3530463499999999E-4</c:v>
                </c:pt>
                <c:pt idx="126">
                  <c:v>1.9136497900000001E-4</c:v>
                </c:pt>
                <c:pt idx="127">
                  <c:v>2.49340914E-4</c:v>
                </c:pt>
                <c:pt idx="128">
                  <c:v>2.1394508E-4</c:v>
                </c:pt>
                <c:pt idx="129">
                  <c:v>1.9929852799999999E-4</c:v>
                </c:pt>
                <c:pt idx="130">
                  <c:v>1.6268214799999999E-4</c:v>
                </c:pt>
                <c:pt idx="131">
                  <c:v>1.9868825499999999E-4</c:v>
                </c:pt>
                <c:pt idx="132">
                  <c:v>2.2309917499999999E-4</c:v>
                </c:pt>
                <c:pt idx="133">
                  <c:v>2.4751009499999999E-4</c:v>
                </c:pt>
                <c:pt idx="134">
                  <c:v>2.2187862900000001E-4</c:v>
                </c:pt>
                <c:pt idx="135">
                  <c:v>2.5544364399999997E-4</c:v>
                </c:pt>
                <c:pt idx="136">
                  <c:v>1.64512967E-4</c:v>
                </c:pt>
                <c:pt idx="137">
                  <c:v>2.07232077E-4</c:v>
                </c:pt>
                <c:pt idx="138">
                  <c:v>2.24929994E-4</c:v>
                </c:pt>
                <c:pt idx="139">
                  <c:v>1.6268214799999999E-4</c:v>
                </c:pt>
                <c:pt idx="140">
                  <c:v>1.7915951900000001E-4</c:v>
                </c:pt>
                <c:pt idx="141">
                  <c:v>1.7854924600000001E-4</c:v>
                </c:pt>
                <c:pt idx="142">
                  <c:v>1.63902694E-4</c:v>
                </c:pt>
                <c:pt idx="143">
                  <c:v>1.7854924600000001E-4</c:v>
                </c:pt>
                <c:pt idx="144">
                  <c:v>2.0540125799999999E-4</c:v>
                </c:pt>
                <c:pt idx="145">
                  <c:v>2.6886964999999998E-4</c:v>
                </c:pt>
                <c:pt idx="146">
                  <c:v>2.84126475E-4</c:v>
                </c:pt>
                <c:pt idx="147">
                  <c:v>3.0243466500000002E-4</c:v>
                </c:pt>
                <c:pt idx="148">
                  <c:v>2.71921015E-4</c:v>
                </c:pt>
                <c:pt idx="149">
                  <c:v>2.0479098499999999E-4</c:v>
                </c:pt>
                <c:pt idx="150">
                  <c:v>2.00519074E-4</c:v>
                </c:pt>
                <c:pt idx="151">
                  <c:v>2.6886964999999998E-4</c:v>
                </c:pt>
                <c:pt idx="152">
                  <c:v>2.6947992299999998E-4</c:v>
                </c:pt>
                <c:pt idx="153">
                  <c:v>2.8168538299999998E-4</c:v>
                </c:pt>
                <c:pt idx="154">
                  <c:v>2.4079709199999999E-4</c:v>
                </c:pt>
                <c:pt idx="155">
                  <c:v>2.4140736499999999E-4</c:v>
                </c:pt>
                <c:pt idx="156">
                  <c:v>2.7009019599999999E-4</c:v>
                </c:pt>
                <c:pt idx="157">
                  <c:v>2.2981217799999999E-4</c:v>
                </c:pt>
                <c:pt idx="158">
                  <c:v>1.9685743600000001E-4</c:v>
                </c:pt>
                <c:pt idx="159">
                  <c:v>2.18216991E-4</c:v>
                </c:pt>
                <c:pt idx="160">
                  <c:v>1.9319579799999999E-4</c:v>
                </c:pt>
                <c:pt idx="161">
                  <c:v>1.53528053E-4</c:v>
                </c:pt>
                <c:pt idx="162">
                  <c:v>1.9746770900000001E-4</c:v>
                </c:pt>
                <c:pt idx="163">
                  <c:v>2.0479098499999999E-4</c:v>
                </c:pt>
                <c:pt idx="164">
                  <c:v>2.0967316900000001E-4</c:v>
                </c:pt>
                <c:pt idx="165">
                  <c:v>1.41932866E-4</c:v>
                </c:pt>
                <c:pt idx="166">
                  <c:v>1.65733513E-4</c:v>
                </c:pt>
                <c:pt idx="167">
                  <c:v>1.6146160200000001E-4</c:v>
                </c:pt>
                <c:pt idx="168">
                  <c:v>2.0418071199999999E-4</c:v>
                </c:pt>
                <c:pt idx="169">
                  <c:v>1.0958839699999999E-4</c:v>
                </c:pt>
                <c:pt idx="170">
                  <c:v>1.3949177399999999E-4</c:v>
                </c:pt>
                <c:pt idx="171">
                  <c:v>2.0296016600000001E-4</c:v>
                </c:pt>
                <c:pt idx="172">
                  <c:v>1.7427733499999999E-4</c:v>
                </c:pt>
                <c:pt idx="173">
                  <c:v>1.41932866E-4</c:v>
                </c:pt>
                <c:pt idx="174" formatCode="0.00E+00">
                  <c:v>2.2065808300000001E-4</c:v>
                </c:pt>
                <c:pt idx="175">
                  <c:v>2.5178200600000001E-4</c:v>
                </c:pt>
                <c:pt idx="176">
                  <c:v>2.01129347E-4</c:v>
                </c:pt>
                <c:pt idx="177">
                  <c:v>1.64512967E-4</c:v>
                </c:pt>
                <c:pt idx="178">
                  <c:v>1.65733513E-4</c:v>
                </c:pt>
                <c:pt idx="179">
                  <c:v>1.9075470600000001E-4</c:v>
                </c:pt>
                <c:pt idx="180">
                  <c:v>1.3644040900000001E-4</c:v>
                </c:pt>
                <c:pt idx="181">
                  <c:v>2.30422451E-4</c:v>
                </c:pt>
                <c:pt idx="182">
                  <c:v>1.5535887200000001E-4</c:v>
                </c:pt>
                <c:pt idx="183">
                  <c:v>1.9075470600000001E-4</c:v>
                </c:pt>
                <c:pt idx="184">
                  <c:v>2.7985456399999998E-4</c:v>
                </c:pt>
                <c:pt idx="185">
                  <c:v>2.72531288E-4</c:v>
                </c:pt>
                <c:pt idx="186">
                  <c:v>1.7427733499999999E-4</c:v>
                </c:pt>
                <c:pt idx="187">
                  <c:v>1.6695405900000001E-4</c:v>
                </c:pt>
                <c:pt idx="188">
                  <c:v>2.8107510999999998E-4</c:v>
                </c:pt>
                <c:pt idx="189">
                  <c:v>2.1638617199999999E-4</c:v>
                </c:pt>
                <c:pt idx="190">
                  <c:v>2.9938330000000001E-4</c:v>
                </c:pt>
                <c:pt idx="191">
                  <c:v>2.6520801200000002E-4</c:v>
                </c:pt>
                <c:pt idx="192">
                  <c:v>3.6468251099999998E-4</c:v>
                </c:pt>
                <c:pt idx="193">
                  <c:v>2.2737108600000001E-4</c:v>
                </c:pt>
                <c:pt idx="194">
                  <c:v>2.6337719300000001E-4</c:v>
                </c:pt>
                <c:pt idx="195">
                  <c:v>1.4376368500000001E-4</c:v>
                </c:pt>
                <c:pt idx="196">
                  <c:v>1.169022325E-3</c:v>
                </c:pt>
                <c:pt idx="197" formatCode="0.00E+00">
                  <c:v>4.5255238249999998E-3</c:v>
                </c:pt>
                <c:pt idx="198" formatCode="0.00E+00">
                  <c:v>5.7814656589999999E-3</c:v>
                </c:pt>
                <c:pt idx="199" formatCode="0.00E+00">
                  <c:v>5.540407824E-3</c:v>
                </c:pt>
                <c:pt idx="200" formatCode="0.00E+00">
                  <c:v>4.4175055040000001E-3</c:v>
                </c:pt>
                <c:pt idx="201" formatCode="0.00E+00">
                  <c:v>7.3511822199999997E-4</c:v>
                </c:pt>
                <c:pt idx="202" formatCode="0.00E+00">
                  <c:v>-2.4254856449999998E-3</c:v>
                </c:pt>
                <c:pt idx="203">
                  <c:v>-2.6885133080000001E-3</c:v>
                </c:pt>
                <c:pt idx="204">
                  <c:v>-2.1276724210000002E-3</c:v>
                </c:pt>
                <c:pt idx="205" formatCode="0.00E+00">
                  <c:v>-1.786529814E-3</c:v>
                </c:pt>
                <c:pt idx="206" formatCode="0.00E+00">
                  <c:v>-1.4185351949999999E-3</c:v>
                </c:pt>
                <c:pt idx="207" formatCode="0.00E+00">
                  <c:v>-1.2183656509999999E-3</c:v>
                </c:pt>
                <c:pt idx="208" formatCode="0.00E+00">
                  <c:v>-8.3938611799999998E-4</c:v>
                </c:pt>
                <c:pt idx="209">
                  <c:v>-7.2526506699999995E-4</c:v>
                </c:pt>
                <c:pt idx="210" formatCode="0.00E+00">
                  <c:v>-4.7932504799999998E-4</c:v>
                </c:pt>
                <c:pt idx="211" formatCode="0.00E+00">
                  <c:v>-3.50557445E-4</c:v>
                </c:pt>
                <c:pt idx="212" formatCode="0.00E+00">
                  <c:v>-3.40182804E-4</c:v>
                </c:pt>
                <c:pt idx="213">
                  <c:v>-3.87784098E-4</c:v>
                </c:pt>
                <c:pt idx="214" formatCode="0.00E+00">
                  <c:v>-2.9807396699999998E-4</c:v>
                </c:pt>
                <c:pt idx="215">
                  <c:v>-3.27367071E-4</c:v>
                </c:pt>
                <c:pt idx="216" formatCode="0.00E+00">
                  <c:v>-1.7601936699999999E-4</c:v>
                </c:pt>
                <c:pt idx="217">
                  <c:v>-2.08363836E-4</c:v>
                </c:pt>
                <c:pt idx="218" formatCode="0.00E+00">
                  <c:v>1.31652630000001E-5</c:v>
                </c:pt>
                <c:pt idx="219" formatCode="0.00E+00">
                  <c:v>9.3111026000000205E-5</c:v>
                </c:pt>
                <c:pt idx="220" formatCode="0.00E+00">
                  <c:v>6.5648741000000297E-5</c:v>
                </c:pt>
                <c:pt idx="221" formatCode="0.00E+00">
                  <c:v>-5.1429269999998501E-6</c:v>
                </c:pt>
                <c:pt idx="222">
                  <c:v>1.40102047E-4</c:v>
                </c:pt>
                <c:pt idx="223" formatCode="0.00E+00">
                  <c:v>4.7340551000000303E-5</c:v>
                </c:pt>
                <c:pt idx="224" formatCode="0.00E+00">
                  <c:v>8.8228842000000196E-5</c:v>
                </c:pt>
                <c:pt idx="225">
                  <c:v>1.64512967E-4</c:v>
                </c:pt>
                <c:pt idx="226">
                  <c:v>1.76108154E-4</c:v>
                </c:pt>
                <c:pt idx="227">
                  <c:v>2.4140736499999999E-4</c:v>
                </c:pt>
                <c:pt idx="228">
                  <c:v>1.3766095500000001E-4</c:v>
                </c:pt>
                <c:pt idx="229">
                  <c:v>2.18827264E-4</c:v>
                </c:pt>
                <c:pt idx="230">
                  <c:v>1.0897812400000001E-4</c:v>
                </c:pt>
                <c:pt idx="231" formatCode="0.00E+00">
                  <c:v>2.0784235E-4</c:v>
                </c:pt>
                <c:pt idx="232" formatCode="0.00E+00">
                  <c:v>9.3721299000000302E-5</c:v>
                </c:pt>
                <c:pt idx="233">
                  <c:v>2.4018681899999999E-4</c:v>
                </c:pt>
                <c:pt idx="234" formatCode="0.00E+00">
                  <c:v>5.71049190000003E-5</c:v>
                </c:pt>
                <c:pt idx="235">
                  <c:v>1.773287E-4</c:v>
                </c:pt>
                <c:pt idx="236" formatCode="0.00E+00">
                  <c:v>9.4331572000000305E-5</c:v>
                </c:pt>
                <c:pt idx="237">
                  <c:v>1.8404170300000001E-4</c:v>
                </c:pt>
                <c:pt idx="238" formatCode="0.00E+00">
                  <c:v>2.4018681899999999E-4</c:v>
                </c:pt>
                <c:pt idx="239" formatCode="0.00E+00">
                  <c:v>3.35685103E-3</c:v>
                </c:pt>
                <c:pt idx="240" formatCode="0.00E+00">
                  <c:v>4.6408654220000001E-3</c:v>
                </c:pt>
                <c:pt idx="241" formatCode="0.00E+00">
                  <c:v>3.4209296949999999E-3</c:v>
                </c:pt>
                <c:pt idx="242">
                  <c:v>5.1071139940000003E-3</c:v>
                </c:pt>
                <c:pt idx="243">
                  <c:v>4.2722605300000004E-3</c:v>
                </c:pt>
                <c:pt idx="244">
                  <c:v>-5.91005007E-4</c:v>
                </c:pt>
                <c:pt idx="245" formatCode="0.00E+00">
                  <c:v>-3.3109917680000001E-3</c:v>
                </c:pt>
                <c:pt idx="246">
                  <c:v>-2.0941074060000001E-3</c:v>
                </c:pt>
                <c:pt idx="247">
                  <c:v>-1.9360466990000001E-3</c:v>
                </c:pt>
                <c:pt idx="248">
                  <c:v>-1.486885771E-3</c:v>
                </c:pt>
                <c:pt idx="249">
                  <c:v>-1.2995319600000001E-3</c:v>
                </c:pt>
                <c:pt idx="250">
                  <c:v>-9.1567024299999897E-4</c:v>
                </c:pt>
                <c:pt idx="251">
                  <c:v>-8.3206284199999897E-4</c:v>
                </c:pt>
                <c:pt idx="252">
                  <c:v>-4.7627368300000002E-4</c:v>
                </c:pt>
                <c:pt idx="253">
                  <c:v>-3.7740945700000001E-4</c:v>
                </c:pt>
                <c:pt idx="254" formatCode="0.00E+00">
                  <c:v>-1.47336536E-4</c:v>
                </c:pt>
                <c:pt idx="255" formatCode="0.00E+00">
                  <c:v>-1.71137183E-4</c:v>
                </c:pt>
                <c:pt idx="256" formatCode="0.00E+00">
                  <c:v>-2.26061753E-4</c:v>
                </c:pt>
                <c:pt idx="257" formatCode="0.00E+00">
                  <c:v>-2.3521584799999999E-4</c:v>
                </c:pt>
                <c:pt idx="258">
                  <c:v>-2.24841207E-4</c:v>
                </c:pt>
                <c:pt idx="259">
                  <c:v>-1.83342643E-4</c:v>
                </c:pt>
                <c:pt idx="260" formatCode="0.00E+00">
                  <c:v>-1.6259336099999999E-4</c:v>
                </c:pt>
                <c:pt idx="261" formatCode="0.00E+00">
                  <c:v>-3.6266849999999702E-5</c:v>
                </c:pt>
                <c:pt idx="262" formatCode="0.00E+00">
                  <c:v>3.7576183000000198E-5</c:v>
                </c:pt>
                <c:pt idx="263" formatCode="0.00E+00">
                  <c:v>5.2317140000002602E-6</c:v>
                </c:pt>
                <c:pt idx="264" formatCode="0.00E+00">
                  <c:v>6.62590140000003E-5</c:v>
                </c:pt>
                <c:pt idx="265" formatCode="0.00E+00">
                  <c:v>1.56063550000004E-5</c:v>
                </c:pt>
                <c:pt idx="266">
                  <c:v>1.6085132900000001E-4</c:v>
                </c:pt>
                <c:pt idx="267" formatCode="0.00E+00">
                  <c:v>1.21793857E-4</c:v>
                </c:pt>
                <c:pt idx="268" formatCode="0.00E+00">
                  <c:v>7.9685020000000307E-5</c:v>
                </c:pt>
                <c:pt idx="269" formatCode="0.00E+00">
                  <c:v>2.2309917499999999E-4</c:v>
                </c:pt>
                <c:pt idx="270" formatCode="0.00E+00">
                  <c:v>7.41925630000002E-5</c:v>
                </c:pt>
                <c:pt idx="271">
                  <c:v>1.3644040900000001E-4</c:v>
                </c:pt>
                <c:pt idx="272">
                  <c:v>1.10808943E-4</c:v>
                </c:pt>
                <c:pt idx="273">
                  <c:v>1.3033767900000001E-4</c:v>
                </c:pt>
                <c:pt idx="274">
                  <c:v>2.1455535300000001E-4</c:v>
                </c:pt>
                <c:pt idx="275">
                  <c:v>1.2240413E-4</c:v>
                </c:pt>
                <c:pt idx="276">
                  <c:v>1.7427733499999999E-4</c:v>
                </c:pt>
                <c:pt idx="277">
                  <c:v>7.2108194299999996E-4</c:v>
                </c:pt>
                <c:pt idx="278">
                  <c:v>2.5586139460000001E-3</c:v>
                </c:pt>
                <c:pt idx="279" formatCode="0.00E+00">
                  <c:v>3.1054185539999999E-3</c:v>
                </c:pt>
                <c:pt idx="280">
                  <c:v>1.151934681E-3</c:v>
                </c:pt>
                <c:pt idx="281">
                  <c:v>-6.5691449099999997E-4</c:v>
                </c:pt>
                <c:pt idx="282">
                  <c:v>2.088703736E-3</c:v>
                </c:pt>
                <c:pt idx="283" formatCode="0.00E+00">
                  <c:v>3.6394074289999999E-3</c:v>
                </c:pt>
                <c:pt idx="284">
                  <c:v>2.2412719859999999E-3</c:v>
                </c:pt>
                <c:pt idx="285">
                  <c:v>-5.8551255000000003E-4</c:v>
                </c:pt>
                <c:pt idx="286">
                  <c:v>-1.8475571140000001E-3</c:v>
                </c:pt>
                <c:pt idx="287">
                  <c:v>-1.400837278E-3</c:v>
                </c:pt>
                <c:pt idx="288">
                  <c:v>-1.1481842560000001E-3</c:v>
                </c:pt>
                <c:pt idx="289" formatCode="0.00E+00">
                  <c:v>-9.5899962599999998E-4</c:v>
                </c:pt>
                <c:pt idx="290">
                  <c:v>-7.7957936400000003E-4</c:v>
                </c:pt>
                <c:pt idx="291">
                  <c:v>-6.15415927E-4</c:v>
                </c:pt>
                <c:pt idx="292">
                  <c:v>-5.2753661500000004E-4</c:v>
                </c:pt>
                <c:pt idx="293">
                  <c:v>-4.3233402699999998E-4</c:v>
                </c:pt>
                <c:pt idx="294">
                  <c:v>-2.6817059E-4</c:v>
                </c:pt>
                <c:pt idx="295">
                  <c:v>-2.1019465500000001E-4</c:v>
                </c:pt>
                <c:pt idx="296" formatCode="0.00E+00">
                  <c:v>-9.4242784999999896E-5</c:v>
                </c:pt>
                <c:pt idx="297">
                  <c:v>-1.08889337E-4</c:v>
                </c:pt>
                <c:pt idx="298" formatCode="0.00E+00">
                  <c:v>-2.34511169999998E-5</c:v>
                </c:pt>
                <c:pt idx="299" formatCode="0.00E+00">
                  <c:v>9.1890480000000104E-5</c:v>
                </c:pt>
                <c:pt idx="300" formatCode="0.00E+00">
                  <c:v>6.8089833000000105E-5</c:v>
                </c:pt>
                <c:pt idx="301" formatCode="0.00E+00">
                  <c:v>9.3721299000000302E-5</c:v>
                </c:pt>
                <c:pt idx="302">
                  <c:v>1.4071232E-4</c:v>
                </c:pt>
                <c:pt idx="303" formatCode="0.00E+00">
                  <c:v>1.95026617E-4</c:v>
                </c:pt>
                <c:pt idx="304" formatCode="0.00E+00">
                  <c:v>2.4018681899999999E-4</c:v>
                </c:pt>
                <c:pt idx="305">
                  <c:v>1.04706213E-4</c:v>
                </c:pt>
                <c:pt idx="306">
                  <c:v>2.1150398799999999E-4</c:v>
                </c:pt>
                <c:pt idx="307">
                  <c:v>2.2737108600000001E-4</c:v>
                </c:pt>
                <c:pt idx="308">
                  <c:v>1.9685743600000001E-4</c:v>
                </c:pt>
                <c:pt idx="309" formatCode="0.00E+00">
                  <c:v>2.43848457E-4</c:v>
                </c:pt>
                <c:pt idx="310" formatCode="0.00E+00">
                  <c:v>1.4315341200000001E-4</c:v>
                </c:pt>
                <c:pt idx="311">
                  <c:v>1.7427733499999999E-4</c:v>
                </c:pt>
                <c:pt idx="312">
                  <c:v>1.9624716300000001E-4</c:v>
                </c:pt>
                <c:pt idx="313" formatCode="0.00E+00">
                  <c:v>2.48730641E-4</c:v>
                </c:pt>
                <c:pt idx="314">
                  <c:v>1.9319579799999999E-4</c:v>
                </c:pt>
                <c:pt idx="315">
                  <c:v>2.36525181E-4</c:v>
                </c:pt>
                <c:pt idx="316" formatCode="0.00E+00">
                  <c:v>2.9328056999999998E-4</c:v>
                </c:pt>
                <c:pt idx="317">
                  <c:v>2.3347381600000001E-4</c:v>
                </c:pt>
                <c:pt idx="318" formatCode="0.00E+00">
                  <c:v>1.9319579799999999E-4</c:v>
                </c:pt>
                <c:pt idx="319">
                  <c:v>2.60936101E-4</c:v>
                </c:pt>
                <c:pt idx="320" formatCode="0.00E+00">
                  <c:v>1.4864586900000001E-4</c:v>
                </c:pt>
                <c:pt idx="321">
                  <c:v>2.2065808300000001E-4</c:v>
                </c:pt>
                <c:pt idx="322">
                  <c:v>1.8465197600000001E-4</c:v>
                </c:pt>
                <c:pt idx="323">
                  <c:v>1.6207187499999999E-4</c:v>
                </c:pt>
                <c:pt idx="324" formatCode="0.00E+00">
                  <c:v>1.7976979200000001E-4</c:v>
                </c:pt>
                <c:pt idx="325" formatCode="0.00E+00">
                  <c:v>2.5971555499999999E-4</c:v>
                </c:pt>
                <c:pt idx="326">
                  <c:v>1.7366706200000001E-4</c:v>
                </c:pt>
                <c:pt idx="327">
                  <c:v>2.2859163199999999E-4</c:v>
                </c:pt>
                <c:pt idx="328" formatCode="0.00E+00">
                  <c:v>3.5857978100000001E-4</c:v>
                </c:pt>
                <c:pt idx="329" formatCode="0.00E+00">
                  <c:v>1.1214210309999999E-3</c:v>
                </c:pt>
                <c:pt idx="330">
                  <c:v>1.4302191689999999E-3</c:v>
                </c:pt>
                <c:pt idx="331" formatCode="0.00E+00">
                  <c:v>1.0530704550000001E-3</c:v>
                </c:pt>
                <c:pt idx="332" formatCode="0.00E+00">
                  <c:v>1.4376368500000001E-4</c:v>
                </c:pt>
                <c:pt idx="333">
                  <c:v>-2.7000140900000001E-4</c:v>
                </c:pt>
                <c:pt idx="334" formatCode="0.00E+00">
                  <c:v>-2.5230349199999999E-4</c:v>
                </c:pt>
                <c:pt idx="335">
                  <c:v>-2.1629738500000001E-4</c:v>
                </c:pt>
                <c:pt idx="336" formatCode="0.00E+00">
                  <c:v>-1.08279064E-4</c:v>
                </c:pt>
                <c:pt idx="337" formatCode="0.00E+00">
                  <c:v>-1.36867489999998E-5</c:v>
                </c:pt>
                <c:pt idx="338" formatCode="0.00E+00">
                  <c:v>-4.2979852999999901E-5</c:v>
                </c:pt>
                <c:pt idx="339">
                  <c:v>9.5664732100000005E-4</c:v>
                </c:pt>
                <c:pt idx="340">
                  <c:v>2.056359267E-3</c:v>
                </c:pt>
                <c:pt idx="341">
                  <c:v>1.6779900070000001E-3</c:v>
                </c:pt>
                <c:pt idx="342">
                  <c:v>4.7087001300000003E-4</c:v>
                </c:pt>
                <c:pt idx="343">
                  <c:v>-7.1855206399999998E-4</c:v>
                </c:pt>
                <c:pt idx="344" formatCode="0.00E+00">
                  <c:v>8.5787750000000402E-5</c:v>
                </c:pt>
                <c:pt idx="345" formatCode="0.00E+00">
                  <c:v>1.00119725E-3</c:v>
                </c:pt>
                <c:pt idx="346" formatCode="0.00E+00">
                  <c:v>1.2648351860000001E-3</c:v>
                </c:pt>
                <c:pt idx="347">
                  <c:v>2.9267029699999998E-4</c:v>
                </c:pt>
                <c:pt idx="348">
                  <c:v>-5.2509552300000002E-4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BF62-EF40-9991-7D96D44B3C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18348944"/>
        <c:axId val="1518347984"/>
      </c:scatterChart>
      <c:valAx>
        <c:axId val="1518348944"/>
        <c:scaling>
          <c:orientation val="minMax"/>
          <c:max val="5.000000000000001E-3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rgbClr val="BFBFBF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18347984"/>
        <c:crosses val="autoZero"/>
        <c:crossBetween val="midCat"/>
      </c:valAx>
      <c:valAx>
        <c:axId val="1518347984"/>
        <c:scaling>
          <c:orientation val="minMax"/>
          <c:min val="-1.0000000000000002E-2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rgbClr val="BFBFBF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18348944"/>
        <c:crosses val="autoZero"/>
        <c:crossBetween val="midCat"/>
      </c:valAx>
    </c:plotArea>
    <c:plotVisOnly val="1"/>
    <c:dispBlanksAs val="gap"/>
    <c:showDLblsOverMax val="0"/>
    <c:extLst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>
          <a:solidFill>
            <a:schemeClr val="tx1"/>
          </a:solidFill>
          <a:latin typeface="Times New Roman" panose="02020603050405020304" pitchFamily="18" charset="0"/>
          <a:cs typeface="Times New Roman" panose="02020603050405020304" pitchFamily="18" charset="0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MX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3242175925925925"/>
          <c:y val="0.12935185185185186"/>
          <c:w val="0.81968865740740737"/>
          <c:h val="0.74129629629629634"/>
        </c:manualLayout>
      </c:layout>
      <c:scatterChart>
        <c:scatterStyle val="smoothMarker"/>
        <c:varyColors val="0"/>
        <c:ser>
          <c:idx val="0"/>
          <c:order val="0"/>
          <c:spPr>
            <a:ln w="12700" cap="rnd">
              <a:solidFill>
                <a:schemeClr val="accent6">
                  <a:lumMod val="75000"/>
                </a:schemeClr>
              </a:solidFill>
              <a:round/>
            </a:ln>
            <a:effectLst/>
          </c:spPr>
          <c:marker>
            <c:symbol val="none"/>
          </c:marker>
          <c:xVal>
            <c:numRef>
              <c:f>'[2]0.4'!$I$2:$I$350</c:f>
              <c:numCache>
                <c:formatCode>General</c:formatCode>
                <c:ptCount val="349"/>
                <c:pt idx="0">
                  <c:v>0</c:v>
                </c:pt>
                <c:pt idx="1">
                  <c:v>1.9531631480163014E-5</c:v>
                </c:pt>
                <c:pt idx="2">
                  <c:v>3.9063262960326028E-5</c:v>
                </c:pt>
                <c:pt idx="3">
                  <c:v>5.8594894429830902E-5</c:v>
                </c:pt>
                <c:pt idx="4">
                  <c:v>7.8126525909993916E-5</c:v>
                </c:pt>
                <c:pt idx="5">
                  <c:v>9.765815739015693E-5</c:v>
                </c:pt>
                <c:pt idx="6">
                  <c:v>1.1718978887031994E-4</c:v>
                </c:pt>
                <c:pt idx="7">
                  <c:v>1.3672142033982482E-4</c:v>
                </c:pt>
                <c:pt idx="8">
                  <c:v>1.5625305181998783E-4</c:v>
                </c:pt>
                <c:pt idx="9">
                  <c:v>1.7578468330015085E-4</c:v>
                </c:pt>
                <c:pt idx="10">
                  <c:v>1.953163147705439E-4</c:v>
                </c:pt>
                <c:pt idx="11">
                  <c:v>2.1484794624981873E-4</c:v>
                </c:pt>
                <c:pt idx="12">
                  <c:v>2.3437957772998175E-4</c:v>
                </c:pt>
                <c:pt idx="13">
                  <c:v>2.5391120921014476E-4</c:v>
                </c:pt>
                <c:pt idx="14">
                  <c:v>2.7344284068053781E-4</c:v>
                </c:pt>
                <c:pt idx="15">
                  <c:v>2.9297447215981265E-4</c:v>
                </c:pt>
                <c:pt idx="16">
                  <c:v>3.1250610363997566E-4</c:v>
                </c:pt>
                <c:pt idx="17">
                  <c:v>3.3203773511036871E-4</c:v>
                </c:pt>
                <c:pt idx="18">
                  <c:v>3.5156936659053173E-4</c:v>
                </c:pt>
                <c:pt idx="19">
                  <c:v>3.7110099807069474E-4</c:v>
                </c:pt>
                <c:pt idx="20">
                  <c:v>3.9063262954996958E-4</c:v>
                </c:pt>
                <c:pt idx="21">
                  <c:v>4.1016426102036263E-4</c:v>
                </c:pt>
                <c:pt idx="22">
                  <c:v>4.2969589250052564E-4</c:v>
                </c:pt>
                <c:pt idx="23">
                  <c:v>4.4922752398068866E-4</c:v>
                </c:pt>
                <c:pt idx="24">
                  <c:v>4.6875915545019353E-4</c:v>
                </c:pt>
                <c:pt idx="25">
                  <c:v>4.8829078693035655E-4</c:v>
                </c:pt>
                <c:pt idx="26">
                  <c:v>5.0782241841051956E-4</c:v>
                </c:pt>
                <c:pt idx="27">
                  <c:v>5.2735404989068257E-4</c:v>
                </c:pt>
                <c:pt idx="28">
                  <c:v>5.4688568136018745E-4</c:v>
                </c:pt>
                <c:pt idx="29">
                  <c:v>5.6641731284035046E-4</c:v>
                </c:pt>
                <c:pt idx="30">
                  <c:v>5.8594894432051348E-4</c:v>
                </c:pt>
                <c:pt idx="31">
                  <c:v>6.0548057579001835E-4</c:v>
                </c:pt>
                <c:pt idx="32">
                  <c:v>6.2501220727018136E-4</c:v>
                </c:pt>
                <c:pt idx="33">
                  <c:v>6.4454383875034438E-4</c:v>
                </c:pt>
                <c:pt idx="34">
                  <c:v>6.6407547023050739E-4</c:v>
                </c:pt>
                <c:pt idx="35">
                  <c:v>6.8360710170001227E-4</c:v>
                </c:pt>
                <c:pt idx="36">
                  <c:v>7.0313873318017528E-4</c:v>
                </c:pt>
                <c:pt idx="37">
                  <c:v>7.2267036466033829E-4</c:v>
                </c:pt>
                <c:pt idx="38">
                  <c:v>7.4220199612984317E-4</c:v>
                </c:pt>
                <c:pt idx="39">
                  <c:v>7.6173362761000618E-4</c:v>
                </c:pt>
                <c:pt idx="40">
                  <c:v>7.812652590901692E-4</c:v>
                </c:pt>
                <c:pt idx="41">
                  <c:v>8.0079689057033221E-4</c:v>
                </c:pt>
                <c:pt idx="42">
                  <c:v>8.2032852203983708E-4</c:v>
                </c:pt>
                <c:pt idx="43">
                  <c:v>8.398601535200001E-4</c:v>
                </c:pt>
                <c:pt idx="44">
                  <c:v>8.5939178500016311E-4</c:v>
                </c:pt>
                <c:pt idx="45">
                  <c:v>8.7892341648032613E-4</c:v>
                </c:pt>
                <c:pt idx="46">
                  <c:v>8.98455047949831E-4</c:v>
                </c:pt>
                <c:pt idx="47">
                  <c:v>9.1798667942999401E-4</c:v>
                </c:pt>
                <c:pt idx="48">
                  <c:v>9.3751831091015703E-4</c:v>
                </c:pt>
                <c:pt idx="49">
                  <c:v>9.5704994238055008E-4</c:v>
                </c:pt>
                <c:pt idx="50">
                  <c:v>9.7658157385982491E-4</c:v>
                </c:pt>
                <c:pt idx="51">
                  <c:v>9.9611320533998793E-4</c:v>
                </c:pt>
                <c:pt idx="52">
                  <c:v>1.0156448368201509E-3</c:v>
                </c:pt>
                <c:pt idx="53">
                  <c:v>1.035176468290544E-3</c:v>
                </c:pt>
                <c:pt idx="54">
                  <c:v>1.0547080997698188E-3</c:v>
                </c:pt>
                <c:pt idx="55">
                  <c:v>1.0742397312499818E-3</c:v>
                </c:pt>
                <c:pt idx="56">
                  <c:v>1.0937713627203749E-3</c:v>
                </c:pt>
                <c:pt idx="57">
                  <c:v>1.1133029942005379E-3</c:v>
                </c:pt>
                <c:pt idx="58">
                  <c:v>1.1328346256798127E-3</c:v>
                </c:pt>
                <c:pt idx="59">
                  <c:v>1.1523662571599758E-3</c:v>
                </c:pt>
                <c:pt idx="60">
                  <c:v>1.1718978886303688E-3</c:v>
                </c:pt>
                <c:pt idx="61">
                  <c:v>1.1914295201105318E-3</c:v>
                </c:pt>
                <c:pt idx="62">
                  <c:v>1.2109611515906948E-3</c:v>
                </c:pt>
                <c:pt idx="63">
                  <c:v>1.2304927830601997E-3</c:v>
                </c:pt>
                <c:pt idx="64">
                  <c:v>1.2500244145403627E-3</c:v>
                </c:pt>
                <c:pt idx="65">
                  <c:v>1.2695560460205257E-3</c:v>
                </c:pt>
                <c:pt idx="66">
                  <c:v>1.2890876775006888E-3</c:v>
                </c:pt>
                <c:pt idx="67">
                  <c:v>1.3086193089701936E-3</c:v>
                </c:pt>
                <c:pt idx="68">
                  <c:v>1.3281509404503566E-3</c:v>
                </c:pt>
                <c:pt idx="69">
                  <c:v>1.3476825719305197E-3</c:v>
                </c:pt>
                <c:pt idx="70">
                  <c:v>1.3672142034000245E-3</c:v>
                </c:pt>
                <c:pt idx="71">
                  <c:v>1.3867458348801875E-3</c:v>
                </c:pt>
                <c:pt idx="72">
                  <c:v>1.4062774663603506E-3</c:v>
                </c:pt>
                <c:pt idx="73">
                  <c:v>1.4258090978405136E-3</c:v>
                </c:pt>
                <c:pt idx="74">
                  <c:v>1.4453407293100184E-3</c:v>
                </c:pt>
                <c:pt idx="75">
                  <c:v>1.4648723607901815E-3</c:v>
                </c:pt>
                <c:pt idx="76">
                  <c:v>1.4844039922703445E-3</c:v>
                </c:pt>
                <c:pt idx="77">
                  <c:v>1.5039356237398493E-3</c:v>
                </c:pt>
                <c:pt idx="78">
                  <c:v>1.5234672552200124E-3</c:v>
                </c:pt>
                <c:pt idx="79">
                  <c:v>1.5429988867001754E-3</c:v>
                </c:pt>
                <c:pt idx="80">
                  <c:v>1.5625305181803384E-3</c:v>
                </c:pt>
                <c:pt idx="81">
                  <c:v>1.5820621496498433E-3</c:v>
                </c:pt>
                <c:pt idx="82">
                  <c:v>1.6015937811300063E-3</c:v>
                </c:pt>
                <c:pt idx="83">
                  <c:v>1.6211254126101693E-3</c:v>
                </c:pt>
                <c:pt idx="84">
                  <c:v>1.6406570440903323E-3</c:v>
                </c:pt>
                <c:pt idx="85">
                  <c:v>1.6601886755598372E-3</c:v>
                </c:pt>
                <c:pt idx="86">
                  <c:v>1.6797203070400002E-3</c:v>
                </c:pt>
                <c:pt idx="87">
                  <c:v>1.6992519385201632E-3</c:v>
                </c:pt>
                <c:pt idx="88">
                  <c:v>1.7187835699905563E-3</c:v>
                </c:pt>
                <c:pt idx="89">
                  <c:v>1.7383152014698311E-3</c:v>
                </c:pt>
                <c:pt idx="90">
                  <c:v>1.7578468329499941E-3</c:v>
                </c:pt>
                <c:pt idx="91">
                  <c:v>1.7773784644301571E-3</c:v>
                </c:pt>
                <c:pt idx="92">
                  <c:v>1.7969100959005502E-3</c:v>
                </c:pt>
                <c:pt idx="93">
                  <c:v>1.816441727379825E-3</c:v>
                </c:pt>
                <c:pt idx="94">
                  <c:v>1.835973358859988E-3</c:v>
                </c:pt>
                <c:pt idx="95">
                  <c:v>1.8555049903303811E-3</c:v>
                </c:pt>
                <c:pt idx="96">
                  <c:v>1.8750366218105441E-3</c:v>
                </c:pt>
                <c:pt idx="97">
                  <c:v>1.8945682532898189E-3</c:v>
                </c:pt>
                <c:pt idx="98">
                  <c:v>1.914099884760212E-3</c:v>
                </c:pt>
                <c:pt idx="99">
                  <c:v>1.933631516240375E-3</c:v>
                </c:pt>
                <c:pt idx="100">
                  <c:v>1.953163147720538E-3</c:v>
                </c:pt>
                <c:pt idx="101">
                  <c:v>1.9726947791998128E-3</c:v>
                </c:pt>
                <c:pt idx="102">
                  <c:v>1.9922264106702059E-3</c:v>
                </c:pt>
                <c:pt idx="103">
                  <c:v>2.0117580421503689E-3</c:v>
                </c:pt>
                <c:pt idx="104">
                  <c:v>2.0312896736305319E-3</c:v>
                </c:pt>
                <c:pt idx="105">
                  <c:v>2.0508213051106949E-3</c:v>
                </c:pt>
                <c:pt idx="106">
                  <c:v>2.0703529365801998E-3</c:v>
                </c:pt>
                <c:pt idx="107">
                  <c:v>2.0898845680603628E-3</c:v>
                </c:pt>
                <c:pt idx="108">
                  <c:v>2.1094161995405258E-3</c:v>
                </c:pt>
                <c:pt idx="109">
                  <c:v>2.1289478310100307E-3</c:v>
                </c:pt>
                <c:pt idx="110">
                  <c:v>2.1484794624901937E-3</c:v>
                </c:pt>
                <c:pt idx="111">
                  <c:v>2.1680110939703567E-3</c:v>
                </c:pt>
                <c:pt idx="112">
                  <c:v>2.1875427254505198E-3</c:v>
                </c:pt>
                <c:pt idx="113">
                  <c:v>2.2070743569200246E-3</c:v>
                </c:pt>
                <c:pt idx="114">
                  <c:v>2.2266059884001876E-3</c:v>
                </c:pt>
                <c:pt idx="115">
                  <c:v>2.2461376198803507E-3</c:v>
                </c:pt>
                <c:pt idx="116">
                  <c:v>2.2656692513498555E-3</c:v>
                </c:pt>
                <c:pt idx="117">
                  <c:v>2.2852008828300185E-3</c:v>
                </c:pt>
                <c:pt idx="118">
                  <c:v>2.3047325143101816E-3</c:v>
                </c:pt>
                <c:pt idx="119">
                  <c:v>2.3242641457903446E-3</c:v>
                </c:pt>
                <c:pt idx="120">
                  <c:v>2.3437957772598494E-3</c:v>
                </c:pt>
                <c:pt idx="121">
                  <c:v>2.3633274087400125E-3</c:v>
                </c:pt>
                <c:pt idx="122">
                  <c:v>2.3828590402201755E-3</c:v>
                </c:pt>
                <c:pt idx="123">
                  <c:v>2.4023906716905685E-3</c:v>
                </c:pt>
                <c:pt idx="124">
                  <c:v>2.4219223031698434E-3</c:v>
                </c:pt>
                <c:pt idx="125">
                  <c:v>2.4414539346500064E-3</c:v>
                </c:pt>
                <c:pt idx="126">
                  <c:v>2.4609855661301694E-3</c:v>
                </c:pt>
                <c:pt idx="127">
                  <c:v>2.4805171976005624E-3</c:v>
                </c:pt>
                <c:pt idx="128">
                  <c:v>2.5000488290798373E-3</c:v>
                </c:pt>
                <c:pt idx="129">
                  <c:v>2.5195804605600003E-3</c:v>
                </c:pt>
                <c:pt idx="130">
                  <c:v>2.5391120920401633E-3</c:v>
                </c:pt>
                <c:pt idx="131">
                  <c:v>2.5586437235105564E-3</c:v>
                </c:pt>
                <c:pt idx="132">
                  <c:v>2.5781753549898312E-3</c:v>
                </c:pt>
                <c:pt idx="133">
                  <c:v>2.5977069864699942E-3</c:v>
                </c:pt>
                <c:pt idx="134">
                  <c:v>2.6172386179403873E-3</c:v>
                </c:pt>
                <c:pt idx="135">
                  <c:v>2.6367702494205503E-3</c:v>
                </c:pt>
                <c:pt idx="136">
                  <c:v>2.6563018808998251E-3</c:v>
                </c:pt>
                <c:pt idx="137">
                  <c:v>2.6758335123702182E-3</c:v>
                </c:pt>
                <c:pt idx="138">
                  <c:v>2.6953651438503812E-3</c:v>
                </c:pt>
                <c:pt idx="139">
                  <c:v>2.7148967753305442E-3</c:v>
                </c:pt>
                <c:pt idx="140">
                  <c:v>2.734428406809819E-3</c:v>
                </c:pt>
                <c:pt idx="141">
                  <c:v>2.7539600382802121E-3</c:v>
                </c:pt>
                <c:pt idx="142">
                  <c:v>2.7734916697603751E-3</c:v>
                </c:pt>
                <c:pt idx="143">
                  <c:v>2.7930233012405381E-3</c:v>
                </c:pt>
                <c:pt idx="144">
                  <c:v>2.8125549327198129E-3</c:v>
                </c:pt>
                <c:pt idx="145">
                  <c:v>2.832086564190206E-3</c:v>
                </c:pt>
                <c:pt idx="146">
                  <c:v>2.851618195670369E-3</c:v>
                </c:pt>
                <c:pt idx="147">
                  <c:v>2.871149827150532E-3</c:v>
                </c:pt>
                <c:pt idx="148">
                  <c:v>2.8906814586200369E-3</c:v>
                </c:pt>
                <c:pt idx="149">
                  <c:v>2.9102130901001999E-3</c:v>
                </c:pt>
                <c:pt idx="150">
                  <c:v>2.9297447215803629E-3</c:v>
                </c:pt>
                <c:pt idx="151">
                  <c:v>2.9492763530605259E-3</c:v>
                </c:pt>
                <c:pt idx="152">
                  <c:v>2.9688079845300308E-3</c:v>
                </c:pt>
                <c:pt idx="153">
                  <c:v>2.9883396160101938E-3</c:v>
                </c:pt>
                <c:pt idx="154">
                  <c:v>3.0078712474903568E-3</c:v>
                </c:pt>
                <c:pt idx="155">
                  <c:v>3.0274028789598617E-3</c:v>
                </c:pt>
                <c:pt idx="156">
                  <c:v>3.0469345104400247E-3</c:v>
                </c:pt>
                <c:pt idx="157">
                  <c:v>3.0664661419201877E-3</c:v>
                </c:pt>
                <c:pt idx="158">
                  <c:v>3.0859977734003508E-3</c:v>
                </c:pt>
                <c:pt idx="159">
                  <c:v>3.1055294048698556E-3</c:v>
                </c:pt>
                <c:pt idx="160">
                  <c:v>3.1250610363500186E-3</c:v>
                </c:pt>
                <c:pt idx="161">
                  <c:v>3.1445926678301817E-3</c:v>
                </c:pt>
                <c:pt idx="162">
                  <c:v>3.1641242993005747E-3</c:v>
                </c:pt>
                <c:pt idx="163">
                  <c:v>3.1836559307798495E-3</c:v>
                </c:pt>
                <c:pt idx="164">
                  <c:v>3.2031875622600126E-3</c:v>
                </c:pt>
                <c:pt idx="165">
                  <c:v>3.2227191937401756E-3</c:v>
                </c:pt>
                <c:pt idx="166">
                  <c:v>3.2422508252105686E-3</c:v>
                </c:pt>
                <c:pt idx="167">
                  <c:v>3.2617824566898435E-3</c:v>
                </c:pt>
                <c:pt idx="168">
                  <c:v>3.2813140881700065E-3</c:v>
                </c:pt>
                <c:pt idx="169">
                  <c:v>3.3008457196501695E-3</c:v>
                </c:pt>
                <c:pt idx="170">
                  <c:v>3.3203773511205625E-3</c:v>
                </c:pt>
                <c:pt idx="171">
                  <c:v>3.3399089825998374E-3</c:v>
                </c:pt>
                <c:pt idx="172">
                  <c:v>3.3594406140800004E-3</c:v>
                </c:pt>
                <c:pt idx="173">
                  <c:v>3.3789722455503934E-3</c:v>
                </c:pt>
                <c:pt idx="174">
                  <c:v>3.3985038770305565E-3</c:v>
                </c:pt>
                <c:pt idx="175">
                  <c:v>3.4180355085098313E-3</c:v>
                </c:pt>
                <c:pt idx="176">
                  <c:v>3.4375671399802243E-3</c:v>
                </c:pt>
                <c:pt idx="177">
                  <c:v>3.4570987714603874E-3</c:v>
                </c:pt>
                <c:pt idx="178">
                  <c:v>3.4766304029405504E-3</c:v>
                </c:pt>
                <c:pt idx="179">
                  <c:v>3.4961620344198252E-3</c:v>
                </c:pt>
                <c:pt idx="180">
                  <c:v>3.5156936658902183E-3</c:v>
                </c:pt>
                <c:pt idx="181">
                  <c:v>3.5352252973703813E-3</c:v>
                </c:pt>
                <c:pt idx="182">
                  <c:v>3.5547569288505443E-3</c:v>
                </c:pt>
                <c:pt idx="183">
                  <c:v>3.5742885603298191E-3</c:v>
                </c:pt>
                <c:pt idx="184">
                  <c:v>3.5938201918002122E-3</c:v>
                </c:pt>
                <c:pt idx="185">
                  <c:v>3.6133518232803752E-3</c:v>
                </c:pt>
                <c:pt idx="186">
                  <c:v>3.6328834547605382E-3</c:v>
                </c:pt>
                <c:pt idx="187">
                  <c:v>3.6524150862300431E-3</c:v>
                </c:pt>
                <c:pt idx="188">
                  <c:v>3.6719467177102061E-3</c:v>
                </c:pt>
                <c:pt idx="189">
                  <c:v>3.6914783491903691E-3</c:v>
                </c:pt>
                <c:pt idx="190">
                  <c:v>3.7110099806705321E-3</c:v>
                </c:pt>
                <c:pt idx="191">
                  <c:v>3.730541612140037E-3</c:v>
                </c:pt>
                <c:pt idx="192">
                  <c:v>3.7500732436202E-3</c:v>
                </c:pt>
                <c:pt idx="193">
                  <c:v>3.769604875100363E-3</c:v>
                </c:pt>
                <c:pt idx="194">
                  <c:v>3.7891365065698679E-3</c:v>
                </c:pt>
                <c:pt idx="195">
                  <c:v>3.8086681380500309E-3</c:v>
                </c:pt>
                <c:pt idx="196">
                  <c:v>3.8281997695301939E-3</c:v>
                </c:pt>
                <c:pt idx="197">
                  <c:v>3.8477314010103569E-3</c:v>
                </c:pt>
                <c:pt idx="198">
                  <c:v>3.8672630324798618E-3</c:v>
                </c:pt>
                <c:pt idx="199">
                  <c:v>3.8867946639600248E-3</c:v>
                </c:pt>
                <c:pt idx="200">
                  <c:v>3.9063262954401878E-3</c:v>
                </c:pt>
                <c:pt idx="201">
                  <c:v>3.9258579269105809E-3</c:v>
                </c:pt>
                <c:pt idx="202">
                  <c:v>3.9453895583898557E-3</c:v>
                </c:pt>
                <c:pt idx="203">
                  <c:v>3.9649211898700187E-3</c:v>
                </c:pt>
                <c:pt idx="204">
                  <c:v>3.9844528213501818E-3</c:v>
                </c:pt>
                <c:pt idx="205">
                  <c:v>4.0039844528205748E-3</c:v>
                </c:pt>
                <c:pt idx="206">
                  <c:v>4.0235160842998496E-3</c:v>
                </c:pt>
                <c:pt idx="207">
                  <c:v>4.0430477157800127E-3</c:v>
                </c:pt>
                <c:pt idx="208">
                  <c:v>4.0625793472601757E-3</c:v>
                </c:pt>
                <c:pt idx="209">
                  <c:v>4.0821109787305687E-3</c:v>
                </c:pt>
                <c:pt idx="210">
                  <c:v>4.1016426102098436E-3</c:v>
                </c:pt>
                <c:pt idx="211">
                  <c:v>4.1211742416900066E-3</c:v>
                </c:pt>
                <c:pt idx="212">
                  <c:v>4.1407058731603996E-3</c:v>
                </c:pt>
                <c:pt idx="213">
                  <c:v>4.1602375046405626E-3</c:v>
                </c:pt>
                <c:pt idx="214">
                  <c:v>4.1797691361198375E-3</c:v>
                </c:pt>
                <c:pt idx="215">
                  <c:v>4.1993007675902305E-3</c:v>
                </c:pt>
                <c:pt idx="216">
                  <c:v>4.2188323990703935E-3</c:v>
                </c:pt>
                <c:pt idx="217">
                  <c:v>4.2383640305505565E-3</c:v>
                </c:pt>
                <c:pt idx="218">
                  <c:v>4.2578956620298314E-3</c:v>
                </c:pt>
                <c:pt idx="219">
                  <c:v>4.2774272935002244E-3</c:v>
                </c:pt>
                <c:pt idx="220">
                  <c:v>4.2969589249803875E-3</c:v>
                </c:pt>
                <c:pt idx="221">
                  <c:v>4.3164905564605505E-3</c:v>
                </c:pt>
                <c:pt idx="222">
                  <c:v>4.3360221879398253E-3</c:v>
                </c:pt>
                <c:pt idx="223">
                  <c:v>4.3555538194102184E-3</c:v>
                </c:pt>
                <c:pt idx="224">
                  <c:v>4.3750854508903814E-3</c:v>
                </c:pt>
                <c:pt idx="225">
                  <c:v>4.3946170823705444E-3</c:v>
                </c:pt>
                <c:pt idx="226">
                  <c:v>4.4141487138400493E-3</c:v>
                </c:pt>
                <c:pt idx="227">
                  <c:v>4.4336803453202123E-3</c:v>
                </c:pt>
                <c:pt idx="228">
                  <c:v>4.4532119768003753E-3</c:v>
                </c:pt>
                <c:pt idx="229">
                  <c:v>4.4727436082805383E-3</c:v>
                </c:pt>
                <c:pt idx="230">
                  <c:v>4.4922752397500432E-3</c:v>
                </c:pt>
                <c:pt idx="231">
                  <c:v>4.5118068712302062E-3</c:v>
                </c:pt>
                <c:pt idx="232">
                  <c:v>4.5313385027103692E-3</c:v>
                </c:pt>
                <c:pt idx="233">
                  <c:v>4.5508701341798741E-3</c:v>
                </c:pt>
                <c:pt idx="234">
                  <c:v>4.5704017656600371E-3</c:v>
                </c:pt>
                <c:pt idx="235">
                  <c:v>4.5899333971402001E-3</c:v>
                </c:pt>
                <c:pt idx="236">
                  <c:v>4.6094650286203631E-3</c:v>
                </c:pt>
                <c:pt idx="237">
                  <c:v>4.628996660089868E-3</c:v>
                </c:pt>
                <c:pt idx="238">
                  <c:v>4.648528291570031E-3</c:v>
                </c:pt>
                <c:pt idx="239">
                  <c:v>4.668059923050194E-3</c:v>
                </c:pt>
                <c:pt idx="240">
                  <c:v>4.6875915545205871E-3</c:v>
                </c:pt>
                <c:pt idx="241">
                  <c:v>4.7071231859998619E-3</c:v>
                </c:pt>
                <c:pt idx="242">
                  <c:v>4.7266548174800249E-3</c:v>
                </c:pt>
                <c:pt idx="243">
                  <c:v>4.7461864489601879E-3</c:v>
                </c:pt>
                <c:pt idx="244">
                  <c:v>4.765718080430581E-3</c:v>
                </c:pt>
                <c:pt idx="245">
                  <c:v>4.7852497119098558E-3</c:v>
                </c:pt>
                <c:pt idx="246">
                  <c:v>4.8047813433900188E-3</c:v>
                </c:pt>
                <c:pt idx="247">
                  <c:v>4.8243129748701818E-3</c:v>
                </c:pt>
                <c:pt idx="248">
                  <c:v>4.8438446063405749E-3</c:v>
                </c:pt>
                <c:pt idx="249">
                  <c:v>4.8633762378198497E-3</c:v>
                </c:pt>
                <c:pt idx="250">
                  <c:v>4.8829078693000127E-3</c:v>
                </c:pt>
                <c:pt idx="251">
                  <c:v>4.9024395007704058E-3</c:v>
                </c:pt>
                <c:pt idx="252">
                  <c:v>4.9219711322505688E-3</c:v>
                </c:pt>
                <c:pt idx="253">
                  <c:v>4.9415027637298437E-3</c:v>
                </c:pt>
                <c:pt idx="254">
                  <c:v>4.9610343952002367E-3</c:v>
                </c:pt>
                <c:pt idx="255">
                  <c:v>4.9805660266803997E-3</c:v>
                </c:pt>
                <c:pt idx="256">
                  <c:v>5.0000976581605627E-3</c:v>
                </c:pt>
                <c:pt idx="257">
                  <c:v>5.0196292896398376E-3</c:v>
                </c:pt>
                <c:pt idx="258">
                  <c:v>5.0391609211102306E-3</c:v>
                </c:pt>
                <c:pt idx="259">
                  <c:v>5.0586925525903936E-3</c:v>
                </c:pt>
                <c:pt idx="260">
                  <c:v>5.0782241840705566E-3</c:v>
                </c:pt>
                <c:pt idx="261">
                  <c:v>5.0977558155400615E-3</c:v>
                </c:pt>
                <c:pt idx="262">
                  <c:v>5.1172874470202245E-3</c:v>
                </c:pt>
                <c:pt idx="263">
                  <c:v>5.1368190785003875E-3</c:v>
                </c:pt>
                <c:pt idx="264">
                  <c:v>5.1563507099805506E-3</c:v>
                </c:pt>
                <c:pt idx="265">
                  <c:v>5.1758823414500554E-3</c:v>
                </c:pt>
                <c:pt idx="266">
                  <c:v>5.1954139729302184E-3</c:v>
                </c:pt>
                <c:pt idx="267">
                  <c:v>5.2149456044103815E-3</c:v>
                </c:pt>
                <c:pt idx="268">
                  <c:v>5.2344772358905445E-3</c:v>
                </c:pt>
                <c:pt idx="269">
                  <c:v>5.2540088673600494E-3</c:v>
                </c:pt>
                <c:pt idx="270">
                  <c:v>5.2735404988402124E-3</c:v>
                </c:pt>
                <c:pt idx="271">
                  <c:v>5.2930721303203754E-3</c:v>
                </c:pt>
                <c:pt idx="272">
                  <c:v>5.3126037617898803E-3</c:v>
                </c:pt>
                <c:pt idx="273">
                  <c:v>5.3321353932700433E-3</c:v>
                </c:pt>
                <c:pt idx="274">
                  <c:v>5.3516670247502063E-3</c:v>
                </c:pt>
                <c:pt idx="275">
                  <c:v>5.3711986562303693E-3</c:v>
                </c:pt>
                <c:pt idx="276">
                  <c:v>5.3907302876998742E-3</c:v>
                </c:pt>
                <c:pt idx="277">
                  <c:v>5.4102619191800372E-3</c:v>
                </c:pt>
                <c:pt idx="278">
                  <c:v>5.4297935506602002E-3</c:v>
                </c:pt>
                <c:pt idx="279">
                  <c:v>5.4493251821305932E-3</c:v>
                </c:pt>
                <c:pt idx="280">
                  <c:v>5.4688568136098681E-3</c:v>
                </c:pt>
                <c:pt idx="281">
                  <c:v>5.4883884450900311E-3</c:v>
                </c:pt>
                <c:pt idx="282">
                  <c:v>5.5079200765701941E-3</c:v>
                </c:pt>
                <c:pt idx="283">
                  <c:v>5.5274517080405872E-3</c:v>
                </c:pt>
                <c:pt idx="284">
                  <c:v>5.546983339519862E-3</c:v>
                </c:pt>
                <c:pt idx="285">
                  <c:v>5.566514971000025E-3</c:v>
                </c:pt>
                <c:pt idx="286">
                  <c:v>5.5860466024704181E-3</c:v>
                </c:pt>
                <c:pt idx="287">
                  <c:v>5.6055782339505811E-3</c:v>
                </c:pt>
                <c:pt idx="288">
                  <c:v>5.6251098654298559E-3</c:v>
                </c:pt>
                <c:pt idx="289">
                  <c:v>5.6446414969100189E-3</c:v>
                </c:pt>
                <c:pt idx="290">
                  <c:v>5.664173128380412E-3</c:v>
                </c:pt>
                <c:pt idx="291">
                  <c:v>5.683704759860575E-3</c:v>
                </c:pt>
                <c:pt idx="292">
                  <c:v>5.7032363913398498E-3</c:v>
                </c:pt>
                <c:pt idx="293">
                  <c:v>5.7227680228102429E-3</c:v>
                </c:pt>
                <c:pt idx="294">
                  <c:v>5.7422996542904059E-3</c:v>
                </c:pt>
                <c:pt idx="295">
                  <c:v>5.7618312857705689E-3</c:v>
                </c:pt>
                <c:pt idx="296">
                  <c:v>5.7813629172498437E-3</c:v>
                </c:pt>
                <c:pt idx="297">
                  <c:v>5.8008945487202368E-3</c:v>
                </c:pt>
                <c:pt idx="298">
                  <c:v>5.8204261802003998E-3</c:v>
                </c:pt>
                <c:pt idx="299">
                  <c:v>5.8399578116805628E-3</c:v>
                </c:pt>
                <c:pt idx="300">
                  <c:v>5.8594894431500677E-3</c:v>
                </c:pt>
                <c:pt idx="301">
                  <c:v>5.8790210746302307E-3</c:v>
                </c:pt>
                <c:pt idx="302">
                  <c:v>5.8985527061103937E-3</c:v>
                </c:pt>
                <c:pt idx="303">
                  <c:v>5.9180843375905567E-3</c:v>
                </c:pt>
                <c:pt idx="304">
                  <c:v>5.9376159690600616E-3</c:v>
                </c:pt>
                <c:pt idx="305">
                  <c:v>5.9571476005402246E-3</c:v>
                </c:pt>
                <c:pt idx="306">
                  <c:v>5.9766792320203876E-3</c:v>
                </c:pt>
                <c:pt idx="307">
                  <c:v>5.9962108635005507E-3</c:v>
                </c:pt>
                <c:pt idx="308">
                  <c:v>6.0157424949700555E-3</c:v>
                </c:pt>
                <c:pt idx="309">
                  <c:v>6.0352741264502185E-3</c:v>
                </c:pt>
                <c:pt idx="310">
                  <c:v>6.0548057579303816E-3</c:v>
                </c:pt>
                <c:pt idx="311">
                  <c:v>6.0743373893998864E-3</c:v>
                </c:pt>
                <c:pt idx="312">
                  <c:v>6.0938690208800494E-3</c:v>
                </c:pt>
                <c:pt idx="313">
                  <c:v>6.1134006523602125E-3</c:v>
                </c:pt>
                <c:pt idx="314">
                  <c:v>6.1329322838403755E-3</c:v>
                </c:pt>
                <c:pt idx="315">
                  <c:v>6.1524639153098803E-3</c:v>
                </c:pt>
                <c:pt idx="316">
                  <c:v>6.1719955467900434E-3</c:v>
                </c:pt>
                <c:pt idx="317">
                  <c:v>6.1915271782702064E-3</c:v>
                </c:pt>
                <c:pt idx="318">
                  <c:v>6.2110588097405994E-3</c:v>
                </c:pt>
                <c:pt idx="319">
                  <c:v>6.2305904412198743E-3</c:v>
                </c:pt>
                <c:pt idx="320">
                  <c:v>6.2501220727000373E-3</c:v>
                </c:pt>
                <c:pt idx="321">
                  <c:v>6.2696537041802003E-3</c:v>
                </c:pt>
                <c:pt idx="322">
                  <c:v>6.2891853356505933E-3</c:v>
                </c:pt>
                <c:pt idx="323">
                  <c:v>6.3087169671298682E-3</c:v>
                </c:pt>
                <c:pt idx="324">
                  <c:v>6.3282485986100312E-3</c:v>
                </c:pt>
                <c:pt idx="325">
                  <c:v>6.3477802300804242E-3</c:v>
                </c:pt>
                <c:pt idx="326">
                  <c:v>6.3673118615605873E-3</c:v>
                </c:pt>
                <c:pt idx="327">
                  <c:v>6.3868434930398621E-3</c:v>
                </c:pt>
                <c:pt idx="328">
                  <c:v>6.4063751245200251E-3</c:v>
                </c:pt>
                <c:pt idx="329">
                  <c:v>6.4259067559904182E-3</c:v>
                </c:pt>
                <c:pt idx="330">
                  <c:v>6.4454383874705812E-3</c:v>
                </c:pt>
                <c:pt idx="331">
                  <c:v>6.464970018949856E-3</c:v>
                </c:pt>
                <c:pt idx="332">
                  <c:v>6.4845016504202491E-3</c:v>
                </c:pt>
                <c:pt idx="333">
                  <c:v>6.5040332819004121E-3</c:v>
                </c:pt>
                <c:pt idx="334">
                  <c:v>6.5235649133805751E-3</c:v>
                </c:pt>
                <c:pt idx="335">
                  <c:v>6.5430965448598499E-3</c:v>
                </c:pt>
                <c:pt idx="336">
                  <c:v>6.562628176330243E-3</c:v>
                </c:pt>
                <c:pt idx="337">
                  <c:v>6.582159807810406E-3</c:v>
                </c:pt>
                <c:pt idx="338">
                  <c:v>6.601691439290569E-3</c:v>
                </c:pt>
                <c:pt idx="339">
                  <c:v>6.6212230707600739E-3</c:v>
                </c:pt>
                <c:pt idx="340">
                  <c:v>6.6407547022402369E-3</c:v>
                </c:pt>
                <c:pt idx="341">
                  <c:v>6.6602863337203999E-3</c:v>
                </c:pt>
                <c:pt idx="342">
                  <c:v>6.6798179652005629E-3</c:v>
                </c:pt>
                <c:pt idx="343">
                  <c:v>6.6993495966700678E-3</c:v>
                </c:pt>
                <c:pt idx="344">
                  <c:v>6.7188812281502308E-3</c:v>
                </c:pt>
                <c:pt idx="345">
                  <c:v>6.7384128596303938E-3</c:v>
                </c:pt>
                <c:pt idx="346">
                  <c:v>6.7579444911105568E-3</c:v>
                </c:pt>
                <c:pt idx="347">
                  <c:v>6.7774761225800617E-3</c:v>
                </c:pt>
                <c:pt idx="348">
                  <c:v>6.7970077540602247E-3</c:v>
                </c:pt>
              </c:numCache>
            </c:numRef>
          </c:xVal>
          <c:yVal>
            <c:numRef>
              <c:f>'[2]0.4'!$H$2:$H$350</c:f>
              <c:numCache>
                <c:formatCode>General</c:formatCode>
                <c:ptCount val="349"/>
                <c:pt idx="0">
                  <c:v>2.5849500899999999E-4</c:v>
                </c:pt>
                <c:pt idx="1">
                  <c:v>2.1150398799999999E-4</c:v>
                </c:pt>
                <c:pt idx="2">
                  <c:v>2.1394508E-4</c:v>
                </c:pt>
                <c:pt idx="3">
                  <c:v>1.7122597E-4</c:v>
                </c:pt>
                <c:pt idx="4">
                  <c:v>1.7122597E-4</c:v>
                </c:pt>
                <c:pt idx="5">
                  <c:v>1.9380607099999999E-4</c:v>
                </c:pt>
                <c:pt idx="6">
                  <c:v>2.2309917499999999E-4</c:v>
                </c:pt>
                <c:pt idx="7">
                  <c:v>2.4628954899999999E-4</c:v>
                </c:pt>
                <c:pt idx="8">
                  <c:v>2.37745727E-4</c:v>
                </c:pt>
                <c:pt idx="9">
                  <c:v>2.2859163199999999E-4</c:v>
                </c:pt>
                <c:pt idx="10">
                  <c:v>2.6886964999999998E-4</c:v>
                </c:pt>
                <c:pt idx="11">
                  <c:v>2.3225327000000001E-4</c:v>
                </c:pt>
                <c:pt idx="12">
                  <c:v>3.2745585799999997E-4</c:v>
                </c:pt>
                <c:pt idx="13">
                  <c:v>3.2501476600000002E-4</c:v>
                </c:pt>
                <c:pt idx="14">
                  <c:v>2.9022920500000002E-4</c:v>
                </c:pt>
                <c:pt idx="15">
                  <c:v>2.6276692000000001E-4</c:v>
                </c:pt>
                <c:pt idx="16">
                  <c:v>3.7810851699999999E-4</c:v>
                </c:pt>
                <c:pt idx="17">
                  <c:v>2.31642997E-4</c:v>
                </c:pt>
                <c:pt idx="18">
                  <c:v>3.0548602999999998E-4</c:v>
                </c:pt>
                <c:pt idx="19">
                  <c:v>2.85347021E-4</c:v>
                </c:pt>
                <c:pt idx="20">
                  <c:v>1.8587252200000001E-4</c:v>
                </c:pt>
                <c:pt idx="21">
                  <c:v>3.1769148999999998E-4</c:v>
                </c:pt>
                <c:pt idx="22">
                  <c:v>1.95026617E-4</c:v>
                </c:pt>
                <c:pt idx="23">
                  <c:v>2.8961893200000002E-4</c:v>
                </c:pt>
                <c:pt idx="24">
                  <c:v>2.49951187E-4</c:v>
                </c:pt>
                <c:pt idx="25">
                  <c:v>2.4506900299999998E-4</c:v>
                </c:pt>
                <c:pt idx="26">
                  <c:v>2.5178200600000001E-4</c:v>
                </c:pt>
                <c:pt idx="27">
                  <c:v>2.7009019599999999E-4</c:v>
                </c:pt>
                <c:pt idx="28">
                  <c:v>5.0748639299999997E-4</c:v>
                </c:pt>
                <c:pt idx="29">
                  <c:v>2.2827705499999999E-3</c:v>
                </c:pt>
                <c:pt idx="30">
                  <c:v>1.1124405774E-2</c:v>
                </c:pt>
                <c:pt idx="31">
                  <c:v>2.2132510147999999E-2</c:v>
                </c:pt>
                <c:pt idx="32">
                  <c:v>2.1171940446000001E-2</c:v>
                </c:pt>
                <c:pt idx="33">
                  <c:v>9.91728578E-3</c:v>
                </c:pt>
                <c:pt idx="34">
                  <c:v>-2.464543117E-3</c:v>
                </c:pt>
                <c:pt idx="35">
                  <c:v>-8.0613568000000007E-3</c:v>
                </c:pt>
                <c:pt idx="36">
                  <c:v>-8.2639674360000005E-3</c:v>
                </c:pt>
                <c:pt idx="37">
                  <c:v>-7.0403700709999999E-3</c:v>
                </c:pt>
                <c:pt idx="38">
                  <c:v>-6.3678492249999996E-3</c:v>
                </c:pt>
                <c:pt idx="39">
                  <c:v>-4.9117378469999999E-3</c:v>
                </c:pt>
                <c:pt idx="40">
                  <c:v>-3.7985998950000001E-3</c:v>
                </c:pt>
                <c:pt idx="41">
                  <c:v>-3.7497780549999998E-3</c:v>
                </c:pt>
                <c:pt idx="42">
                  <c:v>-2.8868520329999999E-3</c:v>
                </c:pt>
                <c:pt idx="43">
                  <c:v>-2.3272316920000002E-3</c:v>
                </c:pt>
                <c:pt idx="44">
                  <c:v>-1.6644752139999999E-3</c:v>
                </c:pt>
                <c:pt idx="45">
                  <c:v>-1.726112787E-3</c:v>
                </c:pt>
                <c:pt idx="46">
                  <c:v>-9.5411744199999995E-4</c:v>
                </c:pt>
                <c:pt idx="47">
                  <c:v>-1.2024985529999999E-3</c:v>
                </c:pt>
                <c:pt idx="48">
                  <c:v>-5.0068460300000002E-4</c:v>
                </c:pt>
                <c:pt idx="49">
                  <c:v>-4.9214078099999998E-4</c:v>
                </c:pt>
                <c:pt idx="50">
                  <c:v>-4.70781226E-4</c:v>
                </c:pt>
                <c:pt idx="51">
                  <c:v>-5.2448524999999997E-4</c:v>
                </c:pt>
                <c:pt idx="52">
                  <c:v>-6.2151865700000003E-4</c:v>
                </c:pt>
                <c:pt idx="53">
                  <c:v>-5.0251542199999998E-4</c:v>
                </c:pt>
                <c:pt idx="54">
                  <c:v>-3.2004379500000002E-4</c:v>
                </c:pt>
                <c:pt idx="55">
                  <c:v>-4.35995665E-4</c:v>
                </c:pt>
                <c:pt idx="56">
                  <c:v>1.1263976199999999E-4</c:v>
                </c:pt>
                <c:pt idx="57">
                  <c:v>3.1219903300000001E-4</c:v>
                </c:pt>
                <c:pt idx="58">
                  <c:v>5.8743215599999996E-4</c:v>
                </c:pt>
                <c:pt idx="59">
                  <c:v>5.8682188300000001E-4</c:v>
                </c:pt>
                <c:pt idx="60">
                  <c:v>3.4942568600000002E-4</c:v>
                </c:pt>
                <c:pt idx="61">
                  <c:v>-9.4242784999999896E-5</c:v>
                </c:pt>
                <c:pt idx="62">
                  <c:v>-3.0774392999999602E-5</c:v>
                </c:pt>
                <c:pt idx="63">
                  <c:v>-3.0966915399999997E-4</c:v>
                </c:pt>
                <c:pt idx="64">
                  <c:v>-2.19959023E-4</c:v>
                </c:pt>
                <c:pt idx="65">
                  <c:v>1.5474859900000001E-4</c:v>
                </c:pt>
                <c:pt idx="66">
                  <c:v>-1.52828993E-4</c:v>
                </c:pt>
                <c:pt idx="67">
                  <c:v>2.3957654600000001E-4</c:v>
                </c:pt>
                <c:pt idx="68">
                  <c:v>1.13250035E-4</c:v>
                </c:pt>
                <c:pt idx="69">
                  <c:v>8.4567204000000302E-5</c:v>
                </c:pt>
                <c:pt idx="70">
                  <c:v>-5.5185312999999699E-5</c:v>
                </c:pt>
                <c:pt idx="71">
                  <c:v>-7.8375686999999702E-5</c:v>
                </c:pt>
                <c:pt idx="72">
                  <c:v>-1.6442418E-4</c:v>
                </c:pt>
                <c:pt idx="73">
                  <c:v>1.23014403E-4</c:v>
                </c:pt>
                <c:pt idx="74">
                  <c:v>7.7243927999999997E-5</c:v>
                </c:pt>
                <c:pt idx="75">
                  <c:v>3.7261606000000002E-4</c:v>
                </c:pt>
                <c:pt idx="76">
                  <c:v>3.6285169200000003E-4</c:v>
                </c:pt>
                <c:pt idx="77">
                  <c:v>2.1089371499999999E-4</c:v>
                </c:pt>
                <c:pt idx="78">
                  <c:v>1.3155822500000001E-4</c:v>
                </c:pt>
                <c:pt idx="79">
                  <c:v>1.1508085400000001E-4</c:v>
                </c:pt>
                <c:pt idx="80">
                  <c:v>1.11419216E-4</c:v>
                </c:pt>
                <c:pt idx="81">
                  <c:v>1.4996082000000299E-5</c:v>
                </c:pt>
                <c:pt idx="82">
                  <c:v>1.6085132900000001E-4</c:v>
                </c:pt>
                <c:pt idx="83">
                  <c:v>9.3721299000000302E-5</c:v>
                </c:pt>
                <c:pt idx="84">
                  <c:v>2.2309917499999999E-4</c:v>
                </c:pt>
                <c:pt idx="85">
                  <c:v>3.1219903300000001E-4</c:v>
                </c:pt>
                <c:pt idx="86">
                  <c:v>3.3722022600000002E-4</c:v>
                </c:pt>
                <c:pt idx="87">
                  <c:v>3.81770155E-4</c:v>
                </c:pt>
                <c:pt idx="88">
                  <c:v>2.8900865900000002E-4</c:v>
                </c:pt>
                <c:pt idx="89">
                  <c:v>2.4506900299999998E-4</c:v>
                </c:pt>
                <c:pt idx="90">
                  <c:v>2.5056146000000001E-4</c:v>
                </c:pt>
                <c:pt idx="91">
                  <c:v>1.16911673E-4</c:v>
                </c:pt>
                <c:pt idx="92">
                  <c:v>1.5108696099999999E-4</c:v>
                </c:pt>
                <c:pt idx="93">
                  <c:v>2.2309917499999999E-4</c:v>
                </c:pt>
                <c:pt idx="94">
                  <c:v>1.5902051E-4</c:v>
                </c:pt>
                <c:pt idx="95">
                  <c:v>2.3530463499999999E-4</c:v>
                </c:pt>
                <c:pt idx="96">
                  <c:v>1.2545549500000001E-4</c:v>
                </c:pt>
                <c:pt idx="97">
                  <c:v>1.4498423099999999E-4</c:v>
                </c:pt>
                <c:pt idx="98">
                  <c:v>1.99908801E-4</c:v>
                </c:pt>
                <c:pt idx="99">
                  <c:v>1.82821157E-4</c:v>
                </c:pt>
                <c:pt idx="100">
                  <c:v>1.773287E-4</c:v>
                </c:pt>
                <c:pt idx="101">
                  <c:v>2.61546374E-4</c:v>
                </c:pt>
                <c:pt idx="102">
                  <c:v>3.6590305699999999E-4</c:v>
                </c:pt>
                <c:pt idx="103">
                  <c:v>4.2632008399999999E-4</c:v>
                </c:pt>
                <c:pt idx="104">
                  <c:v>4.42187182E-4</c:v>
                </c:pt>
                <c:pt idx="105">
                  <c:v>3.6163114600000002E-4</c:v>
                </c:pt>
                <c:pt idx="106">
                  <c:v>3.5186677799999998E-4</c:v>
                </c:pt>
                <c:pt idx="107">
                  <c:v>2.7802374500000002E-4</c:v>
                </c:pt>
                <c:pt idx="108">
                  <c:v>1.70005424E-4</c:v>
                </c:pt>
                <c:pt idx="109">
                  <c:v>1.64512967E-4</c:v>
                </c:pt>
                <c:pt idx="110">
                  <c:v>5.4053554000000001E-5</c:v>
                </c:pt>
                <c:pt idx="111">
                  <c:v>5.5274100000000203E-5</c:v>
                </c:pt>
                <c:pt idx="112">
                  <c:v>5.95460110000001E-5</c:v>
                </c:pt>
                <c:pt idx="113">
                  <c:v>1.41322593E-4</c:v>
                </c:pt>
                <c:pt idx="114">
                  <c:v>1.5169723399999999E-4</c:v>
                </c:pt>
                <c:pt idx="115">
                  <c:v>4.0017274999999999E-5</c:v>
                </c:pt>
                <c:pt idx="116">
                  <c:v>9.9824029000000397E-5</c:v>
                </c:pt>
                <c:pt idx="117">
                  <c:v>2.1516562600000001E-4</c:v>
                </c:pt>
                <c:pt idx="118">
                  <c:v>1.773287E-4</c:v>
                </c:pt>
                <c:pt idx="119">
                  <c:v>1.65733513E-4</c:v>
                </c:pt>
                <c:pt idx="120">
                  <c:v>2.49951187E-4</c:v>
                </c:pt>
                <c:pt idx="121">
                  <c:v>1.773287E-4</c:v>
                </c:pt>
                <c:pt idx="122">
                  <c:v>2.2065808300000001E-4</c:v>
                </c:pt>
                <c:pt idx="123">
                  <c:v>2.7497238000000001E-4</c:v>
                </c:pt>
                <c:pt idx="124">
                  <c:v>1.88923887E-4</c:v>
                </c:pt>
                <c:pt idx="125">
                  <c:v>2.9206002399999998E-4</c:v>
                </c:pt>
                <c:pt idx="126">
                  <c:v>2.7985456399999998E-4</c:v>
                </c:pt>
                <c:pt idx="127">
                  <c:v>2.9450111599999999E-4</c:v>
                </c:pt>
                <c:pt idx="128">
                  <c:v>2.7802374500000002E-4</c:v>
                </c:pt>
                <c:pt idx="129">
                  <c:v>2.5178200600000001E-4</c:v>
                </c:pt>
                <c:pt idx="130">
                  <c:v>1.7854924600000001E-4</c:v>
                </c:pt>
                <c:pt idx="131">
                  <c:v>1.29117133E-4</c:v>
                </c:pt>
                <c:pt idx="132">
                  <c:v>4.1533516999999999E-4</c:v>
                </c:pt>
                <c:pt idx="133">
                  <c:v>2.24319721E-4</c:v>
                </c:pt>
                <c:pt idx="134">
                  <c:v>2.0234989300000001E-4</c:v>
                </c:pt>
                <c:pt idx="135">
                  <c:v>1.3033767900000001E-4</c:v>
                </c:pt>
                <c:pt idx="136">
                  <c:v>2.3408408899999999E-4</c:v>
                </c:pt>
                <c:pt idx="137">
                  <c:v>2.2798135899999999E-4</c:v>
                </c:pt>
                <c:pt idx="138">
                  <c:v>2.4445872999999998E-4</c:v>
                </c:pt>
                <c:pt idx="139">
                  <c:v>2.7741347200000002E-4</c:v>
                </c:pt>
                <c:pt idx="140">
                  <c:v>3.21353128E-4</c:v>
                </c:pt>
                <c:pt idx="141">
                  <c:v>2.0479098499999999E-4</c:v>
                </c:pt>
                <c:pt idx="142">
                  <c:v>2.8351620199999999E-4</c:v>
                </c:pt>
                <c:pt idx="143">
                  <c:v>1.8648279499999999E-4</c:v>
                </c:pt>
                <c:pt idx="144">
                  <c:v>2.3225327000000001E-4</c:v>
                </c:pt>
                <c:pt idx="145">
                  <c:v>2.2737108600000001E-4</c:v>
                </c:pt>
                <c:pt idx="146">
                  <c:v>1.5291778E-4</c:v>
                </c:pt>
                <c:pt idx="147">
                  <c:v>2.4751009499999999E-4</c:v>
                </c:pt>
                <c:pt idx="148">
                  <c:v>2.2248890199999999E-4</c:v>
                </c:pt>
                <c:pt idx="149">
                  <c:v>2.7924429099999997E-4</c:v>
                </c:pt>
                <c:pt idx="150">
                  <c:v>1.46204777E-4</c:v>
                </c:pt>
                <c:pt idx="151">
                  <c:v>2.48120368E-4</c:v>
                </c:pt>
                <c:pt idx="152">
                  <c:v>2.1638617199999999E-4</c:v>
                </c:pt>
                <c:pt idx="153">
                  <c:v>2.3225327000000001E-4</c:v>
                </c:pt>
                <c:pt idx="154">
                  <c:v>2.1577589900000001E-4</c:v>
                </c:pt>
                <c:pt idx="155">
                  <c:v>1.9563689E-4</c:v>
                </c:pt>
                <c:pt idx="156">
                  <c:v>2.3225327000000001E-4</c:v>
                </c:pt>
                <c:pt idx="157">
                  <c:v>2.5544364399999997E-4</c:v>
                </c:pt>
                <c:pt idx="158">
                  <c:v>1.9868825499999999E-4</c:v>
                </c:pt>
                <c:pt idx="159">
                  <c:v>1.8953416E-4</c:v>
                </c:pt>
                <c:pt idx="160">
                  <c:v>1.9014443300000001E-4</c:v>
                </c:pt>
                <c:pt idx="161">
                  <c:v>2.7070046899999999E-4</c:v>
                </c:pt>
                <c:pt idx="162">
                  <c:v>1.7427733499999999E-4</c:v>
                </c:pt>
                <c:pt idx="163">
                  <c:v>2.18216991E-4</c:v>
                </c:pt>
                <c:pt idx="164">
                  <c:v>2.25540267E-4</c:v>
                </c:pt>
                <c:pt idx="165">
                  <c:v>2.2065808300000001E-4</c:v>
                </c:pt>
                <c:pt idx="166">
                  <c:v>2.42017638E-4</c:v>
                </c:pt>
                <c:pt idx="167">
                  <c:v>2.97552481E-4</c:v>
                </c:pt>
                <c:pt idx="168">
                  <c:v>2.96942208E-4</c:v>
                </c:pt>
                <c:pt idx="169">
                  <c:v>2.5971555499999999E-4</c:v>
                </c:pt>
                <c:pt idx="170">
                  <c:v>2.4018681899999999E-4</c:v>
                </c:pt>
                <c:pt idx="171">
                  <c:v>2.0173962E-4</c:v>
                </c:pt>
                <c:pt idx="172">
                  <c:v>2.2065808300000001E-4</c:v>
                </c:pt>
                <c:pt idx="173">
                  <c:v>1.35219863E-4</c:v>
                </c:pt>
                <c:pt idx="174">
                  <c:v>1.0043430199999999E-4</c:v>
                </c:pt>
                <c:pt idx="175">
                  <c:v>1.3949177399999999E-4</c:v>
                </c:pt>
                <c:pt idx="176">
                  <c:v>1.6878487799999999E-4</c:v>
                </c:pt>
                <c:pt idx="177">
                  <c:v>2.2004781E-4</c:v>
                </c:pt>
                <c:pt idx="178">
                  <c:v>2.0540125799999999E-4</c:v>
                </c:pt>
                <c:pt idx="179">
                  <c:v>1.64512967E-4</c:v>
                </c:pt>
                <c:pt idx="180">
                  <c:v>2.2615054000000001E-4</c:v>
                </c:pt>
                <c:pt idx="181">
                  <c:v>1.7976979200000001E-4</c:v>
                </c:pt>
                <c:pt idx="182">
                  <c:v>2.37135454E-4</c:v>
                </c:pt>
                <c:pt idx="183">
                  <c:v>1.9807798199999999E-4</c:v>
                </c:pt>
                <c:pt idx="184">
                  <c:v>2.18216991E-4</c:v>
                </c:pt>
                <c:pt idx="185">
                  <c:v>2.1455535300000001E-4</c:v>
                </c:pt>
                <c:pt idx="186">
                  <c:v>2.7924429099999997E-4</c:v>
                </c:pt>
                <c:pt idx="187">
                  <c:v>2.35914908E-4</c:v>
                </c:pt>
                <c:pt idx="188">
                  <c:v>2.4140736499999999E-4</c:v>
                </c:pt>
                <c:pt idx="189">
                  <c:v>2.5971555499999999E-4</c:v>
                </c:pt>
                <c:pt idx="190">
                  <c:v>2.6276692000000001E-4</c:v>
                </c:pt>
                <c:pt idx="191">
                  <c:v>2.2004781E-4</c:v>
                </c:pt>
                <c:pt idx="192">
                  <c:v>2.73141561E-4</c:v>
                </c:pt>
                <c:pt idx="193">
                  <c:v>3.0548602999999998E-4</c:v>
                </c:pt>
                <c:pt idx="194">
                  <c:v>3.33558588E-4</c:v>
                </c:pt>
                <c:pt idx="195">
                  <c:v>3.2562503900000002E-4</c:v>
                </c:pt>
                <c:pt idx="196">
                  <c:v>2.6703883099999997E-4</c:v>
                </c:pt>
                <c:pt idx="197">
                  <c:v>2.6276692000000001E-4</c:v>
                </c:pt>
                <c:pt idx="198">
                  <c:v>1.27896587E-4</c:v>
                </c:pt>
                <c:pt idx="199">
                  <c:v>9.3111026000000205E-5</c:v>
                </c:pt>
                <c:pt idx="200">
                  <c:v>1.58410237E-4</c:v>
                </c:pt>
                <c:pt idx="201">
                  <c:v>1.8465197600000001E-4</c:v>
                </c:pt>
                <c:pt idx="202">
                  <c:v>1.9563689E-4</c:v>
                </c:pt>
                <c:pt idx="203">
                  <c:v>1.3705068200000001E-4</c:v>
                </c:pt>
                <c:pt idx="204">
                  <c:v>1.16911673E-4</c:v>
                </c:pt>
                <c:pt idx="205">
                  <c:v>2.5117173300000001E-4</c:v>
                </c:pt>
                <c:pt idx="206">
                  <c:v>2.2981217799999999E-4</c:v>
                </c:pt>
                <c:pt idx="207">
                  <c:v>2.4506900299999998E-4</c:v>
                </c:pt>
                <c:pt idx="208">
                  <c:v>2.12114261E-4</c:v>
                </c:pt>
                <c:pt idx="209">
                  <c:v>2.84736748E-4</c:v>
                </c:pt>
                <c:pt idx="210">
                  <c:v>2.8656756700000001E-4</c:v>
                </c:pt>
                <c:pt idx="211">
                  <c:v>2.6642855800000002E-4</c:v>
                </c:pt>
                <c:pt idx="212">
                  <c:v>3.0121411900000002E-4</c:v>
                </c:pt>
                <c:pt idx="213">
                  <c:v>2.5910528199999999E-4</c:v>
                </c:pt>
                <c:pt idx="214">
                  <c:v>1.8526224900000001E-4</c:v>
                </c:pt>
                <c:pt idx="215">
                  <c:v>2.1760671799999999E-4</c:v>
                </c:pt>
                <c:pt idx="216">
                  <c:v>1.99908801E-4</c:v>
                </c:pt>
                <c:pt idx="217">
                  <c:v>1.2850686E-4</c:v>
                </c:pt>
                <c:pt idx="218">
                  <c:v>2.9572166199999999E-4</c:v>
                </c:pt>
                <c:pt idx="219">
                  <c:v>3.1464012500000003E-4</c:v>
                </c:pt>
                <c:pt idx="220">
                  <c:v>3.3722022600000002E-4</c:v>
                </c:pt>
                <c:pt idx="221">
                  <c:v>3.81159882E-4</c:v>
                </c:pt>
                <c:pt idx="222">
                  <c:v>3.2257367400000001E-4</c:v>
                </c:pt>
                <c:pt idx="223">
                  <c:v>2.8046483699999998E-4</c:v>
                </c:pt>
                <c:pt idx="224">
                  <c:v>1.94416344E-4</c:v>
                </c:pt>
                <c:pt idx="225">
                  <c:v>2.1028344199999999E-4</c:v>
                </c:pt>
                <c:pt idx="226">
                  <c:v>1.4864586900000001E-4</c:v>
                </c:pt>
                <c:pt idx="227">
                  <c:v>1.41932866E-4</c:v>
                </c:pt>
                <c:pt idx="228">
                  <c:v>1.3155822500000001E-4</c:v>
                </c:pt>
                <c:pt idx="229">
                  <c:v>1.7854924600000001E-4</c:v>
                </c:pt>
                <c:pt idx="230">
                  <c:v>1.19963038E-4</c:v>
                </c:pt>
                <c:pt idx="231">
                  <c:v>1.3338904399999999E-4</c:v>
                </c:pt>
                <c:pt idx="232">
                  <c:v>2.07232077E-4</c:v>
                </c:pt>
                <c:pt idx="233">
                  <c:v>3.5980032700000001E-4</c:v>
                </c:pt>
                <c:pt idx="234">
                  <c:v>2.6276692000000001E-4</c:v>
                </c:pt>
                <c:pt idx="235">
                  <c:v>2.8778811300000001E-4</c:v>
                </c:pt>
                <c:pt idx="236">
                  <c:v>1.9075470600000001E-4</c:v>
                </c:pt>
                <c:pt idx="237">
                  <c:v>4.0190916399999999E-4</c:v>
                </c:pt>
                <c:pt idx="238">
                  <c:v>6.3207649000000002E-5</c:v>
                </c:pt>
                <c:pt idx="239">
                  <c:v>1.4094698869999999E-3</c:v>
                </c:pt>
                <c:pt idx="240">
                  <c:v>3.231134792E-3</c:v>
                </c:pt>
                <c:pt idx="241">
                  <c:v>3.6900600879999999E-3</c:v>
                </c:pt>
                <c:pt idx="242">
                  <c:v>4.1514264760000004E-3</c:v>
                </c:pt>
                <c:pt idx="243">
                  <c:v>3.9561391160000004E-3</c:v>
                </c:pt>
                <c:pt idx="244">
                  <c:v>1.36125832E-3</c:v>
                </c:pt>
                <c:pt idx="245">
                  <c:v>-1.0859364099999999E-3</c:v>
                </c:pt>
                <c:pt idx="246">
                  <c:v>-1.9757144439999999E-3</c:v>
                </c:pt>
                <c:pt idx="247">
                  <c:v>-1.705363505E-3</c:v>
                </c:pt>
                <c:pt idx="248">
                  <c:v>-1.5021425959999999E-3</c:v>
                </c:pt>
                <c:pt idx="249">
                  <c:v>-1.0346734780000001E-3</c:v>
                </c:pt>
                <c:pt idx="250">
                  <c:v>-8.1619574399999998E-4</c:v>
                </c:pt>
                <c:pt idx="251">
                  <c:v>-8.9125932300000005E-4</c:v>
                </c:pt>
                <c:pt idx="252">
                  <c:v>-4.6345795000000002E-4</c:v>
                </c:pt>
                <c:pt idx="253">
                  <c:v>-2.9502260200000002E-4</c:v>
                </c:pt>
                <c:pt idx="254">
                  <c:v>-3.2370543299999998E-4</c:v>
                </c:pt>
                <c:pt idx="255">
                  <c:v>-1.7540909399999999E-4</c:v>
                </c:pt>
                <c:pt idx="256">
                  <c:v>-2.6389867899999998E-4</c:v>
                </c:pt>
                <c:pt idx="257">
                  <c:v>-1.0095578799999999E-4</c:v>
                </c:pt>
                <c:pt idx="258">
                  <c:v>-1.5099817399999999E-4</c:v>
                </c:pt>
                <c:pt idx="259">
                  <c:v>-8.81400549999998E-5</c:v>
                </c:pt>
                <c:pt idx="260">
                  <c:v>9.5980300000029009E-7</c:v>
                </c:pt>
                <c:pt idx="261">
                  <c:v>1.0897812400000001E-4</c:v>
                </c:pt>
                <c:pt idx="262">
                  <c:v>3.7576183000000198E-5</c:v>
                </c:pt>
                <c:pt idx="263">
                  <c:v>9.2500753000000202E-5</c:v>
                </c:pt>
                <c:pt idx="264">
                  <c:v>2.35914908E-4</c:v>
                </c:pt>
                <c:pt idx="265">
                  <c:v>1.3644040900000001E-4</c:v>
                </c:pt>
                <c:pt idx="266">
                  <c:v>5.1612462000000302E-5</c:v>
                </c:pt>
                <c:pt idx="267">
                  <c:v>1.9685743600000001E-4</c:v>
                </c:pt>
                <c:pt idx="268">
                  <c:v>1.70005424E-4</c:v>
                </c:pt>
                <c:pt idx="269">
                  <c:v>2.2737108600000001E-4</c:v>
                </c:pt>
                <c:pt idx="270">
                  <c:v>4.53172096E-4</c:v>
                </c:pt>
                <c:pt idx="271">
                  <c:v>2.12724534E-4</c:v>
                </c:pt>
                <c:pt idx="272">
                  <c:v>3.21963401E-4</c:v>
                </c:pt>
                <c:pt idx="273">
                  <c:v>3.2379422000000001E-4</c:v>
                </c:pt>
                <c:pt idx="274">
                  <c:v>2.7497238000000001E-4</c:v>
                </c:pt>
                <c:pt idx="275">
                  <c:v>9.8603483000000297E-5</c:v>
                </c:pt>
                <c:pt idx="276">
                  <c:v>4.0740162100000001E-4</c:v>
                </c:pt>
                <c:pt idx="277">
                  <c:v>3.7712263970000001E-3</c:v>
                </c:pt>
                <c:pt idx="278">
                  <c:v>5.5855680259999999E-3</c:v>
                </c:pt>
                <c:pt idx="279">
                  <c:v>5.7045712609999997E-3</c:v>
                </c:pt>
                <c:pt idx="280">
                  <c:v>5.0564613349999999E-3</c:v>
                </c:pt>
                <c:pt idx="281">
                  <c:v>2.3938402359999999E-3</c:v>
                </c:pt>
                <c:pt idx="282">
                  <c:v>-1.6266382880000001E-3</c:v>
                </c:pt>
                <c:pt idx="283">
                  <c:v>-2.5267909630000002E-3</c:v>
                </c:pt>
                <c:pt idx="284">
                  <c:v>-2.446234927E-3</c:v>
                </c:pt>
                <c:pt idx="285">
                  <c:v>-1.7041429589999999E-3</c:v>
                </c:pt>
                <c:pt idx="286">
                  <c:v>-1.328214791E-3</c:v>
                </c:pt>
                <c:pt idx="287">
                  <c:v>-9.1811133499999995E-4</c:v>
                </c:pt>
                <c:pt idx="288">
                  <c:v>-9.1811133499999995E-4</c:v>
                </c:pt>
                <c:pt idx="289">
                  <c:v>-9.9256464100000007E-4</c:v>
                </c:pt>
                <c:pt idx="290">
                  <c:v>-8.1070328700000001E-4</c:v>
                </c:pt>
                <c:pt idx="291">
                  <c:v>-7.7408690699999996E-4</c:v>
                </c:pt>
                <c:pt idx="292">
                  <c:v>-5.1716197400000004E-4</c:v>
                </c:pt>
                <c:pt idx="293">
                  <c:v>-4.4453948699999999E-4</c:v>
                </c:pt>
                <c:pt idx="294">
                  <c:v>-3.8107109500000002E-4</c:v>
                </c:pt>
                <c:pt idx="295">
                  <c:v>-2.7793495799999999E-4</c:v>
                </c:pt>
                <c:pt idx="296">
                  <c:v>-1.7479882099999999E-4</c:v>
                </c:pt>
                <c:pt idx="297">
                  <c:v>-6.4339407999999706E-5</c:v>
                </c:pt>
                <c:pt idx="298">
                  <c:v>2.6591269000000101E-5</c:v>
                </c:pt>
                <c:pt idx="299">
                  <c:v>7.1141198000000295E-5</c:v>
                </c:pt>
                <c:pt idx="300">
                  <c:v>2.06011531E-4</c:v>
                </c:pt>
                <c:pt idx="301">
                  <c:v>6.9920652000000195E-5</c:v>
                </c:pt>
                <c:pt idx="302">
                  <c:v>1.0348566699999999E-4</c:v>
                </c:pt>
                <c:pt idx="303">
                  <c:v>9.1280207000000101E-5</c:v>
                </c:pt>
                <c:pt idx="304">
                  <c:v>7.41925630000002E-5</c:v>
                </c:pt>
                <c:pt idx="305">
                  <c:v>4.5509732000000098E-5</c:v>
                </c:pt>
                <c:pt idx="306">
                  <c:v>-1.22925616E-4</c:v>
                </c:pt>
                <c:pt idx="307">
                  <c:v>2.1760671799999999E-4</c:v>
                </c:pt>
                <c:pt idx="308">
                  <c:v>8.3346658000000201E-5</c:v>
                </c:pt>
                <c:pt idx="309">
                  <c:v>9.9213756000000395E-5</c:v>
                </c:pt>
                <c:pt idx="310">
                  <c:v>4.5509732000000098E-5</c:v>
                </c:pt>
                <c:pt idx="311">
                  <c:v>1.3155822500000001E-4</c:v>
                </c:pt>
                <c:pt idx="312">
                  <c:v>1.4925614200000001E-4</c:v>
                </c:pt>
                <c:pt idx="313">
                  <c:v>1.35830136E-4</c:v>
                </c:pt>
                <c:pt idx="314">
                  <c:v>2.6581828500000002E-4</c:v>
                </c:pt>
                <c:pt idx="315">
                  <c:v>1.47425323E-4</c:v>
                </c:pt>
                <c:pt idx="316">
                  <c:v>1.5413832600000001E-4</c:v>
                </c:pt>
                <c:pt idx="317">
                  <c:v>3.08537395E-4</c:v>
                </c:pt>
                <c:pt idx="318">
                  <c:v>2.4445872999999998E-4</c:v>
                </c:pt>
                <c:pt idx="319">
                  <c:v>2.4018681899999999E-4</c:v>
                </c:pt>
                <c:pt idx="320">
                  <c:v>2.5910528199999999E-4</c:v>
                </c:pt>
                <c:pt idx="321">
                  <c:v>2.9877302700000001E-4</c:v>
                </c:pt>
                <c:pt idx="322">
                  <c:v>2.5239227900000002E-4</c:v>
                </c:pt>
                <c:pt idx="323">
                  <c:v>2.7863401800000003E-4</c:v>
                </c:pt>
                <c:pt idx="324">
                  <c:v>3.1708121699999998E-4</c:v>
                </c:pt>
                <c:pt idx="325">
                  <c:v>2.60325828E-4</c:v>
                </c:pt>
                <c:pt idx="326">
                  <c:v>2.7131074199999999E-4</c:v>
                </c:pt>
                <c:pt idx="327">
                  <c:v>2.0967316900000001E-4</c:v>
                </c:pt>
                <c:pt idx="328">
                  <c:v>1.29117133E-4</c:v>
                </c:pt>
                <c:pt idx="329">
                  <c:v>8.4567204000000302E-5</c:v>
                </c:pt>
                <c:pt idx="330">
                  <c:v>9.6162391000000096E-5</c:v>
                </c:pt>
                <c:pt idx="331">
                  <c:v>1.19963038E-4</c:v>
                </c:pt>
                <c:pt idx="332">
                  <c:v>1.41932866E-4</c:v>
                </c:pt>
                <c:pt idx="333">
                  <c:v>2.7619292600000001E-4</c:v>
                </c:pt>
                <c:pt idx="334">
                  <c:v>3.68954422E-4</c:v>
                </c:pt>
                <c:pt idx="335">
                  <c:v>3.1952230899999999E-4</c:v>
                </c:pt>
                <c:pt idx="336">
                  <c:v>2.49951187E-4</c:v>
                </c:pt>
                <c:pt idx="337">
                  <c:v>3.0304493799999997E-4</c:v>
                </c:pt>
                <c:pt idx="338">
                  <c:v>2.8717784000000001E-4</c:v>
                </c:pt>
                <c:pt idx="339">
                  <c:v>1.77938973E-4</c:v>
                </c:pt>
                <c:pt idx="340">
                  <c:v>8.1515839000000003E-5</c:v>
                </c:pt>
                <c:pt idx="341">
                  <c:v>1.16911673E-4</c:v>
                </c:pt>
                <c:pt idx="342">
                  <c:v>1.4071232E-4</c:v>
                </c:pt>
                <c:pt idx="343">
                  <c:v>1.7427733499999999E-4</c:v>
                </c:pt>
                <c:pt idx="344">
                  <c:v>9.8603483000000297E-5</c:v>
                </c:pt>
                <c:pt idx="345">
                  <c:v>3.3660995300000002E-4</c:v>
                </c:pt>
                <c:pt idx="346">
                  <c:v>5.5996987099999999E-4</c:v>
                </c:pt>
                <c:pt idx="347">
                  <c:v>6.3259235800000005E-4</c:v>
                </c:pt>
                <c:pt idx="348">
                  <c:v>7.8699142700000004E-4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34B6-4C48-87D3-FC6EA8FA4D9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18348944"/>
        <c:axId val="1518347984"/>
      </c:scatterChart>
      <c:valAx>
        <c:axId val="1518348944"/>
        <c:scaling>
          <c:orientation val="minMax"/>
          <c:max val="5.000000000000001E-3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rgbClr val="BFBFBF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18347984"/>
        <c:crosses val="autoZero"/>
        <c:crossBetween val="midCat"/>
      </c:valAx>
      <c:valAx>
        <c:axId val="1518347984"/>
        <c:scaling>
          <c:orientation val="minMax"/>
          <c:min val="-1.0000000000000002E-2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rgbClr val="BFBFBF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18348944"/>
        <c:crosses val="autoZero"/>
        <c:crossBetween val="midCat"/>
      </c:valAx>
    </c:plotArea>
    <c:plotVisOnly val="1"/>
    <c:dispBlanksAs val="gap"/>
    <c:showDLblsOverMax val="0"/>
    <c:extLst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>
          <a:solidFill>
            <a:schemeClr val="tx1"/>
          </a:solidFill>
          <a:latin typeface="Times New Roman" panose="02020603050405020304" pitchFamily="18" charset="0"/>
          <a:cs typeface="Times New Roman" panose="02020603050405020304" pitchFamily="18" charset="0"/>
        </a:defRPr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MX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3242175925925925"/>
          <c:y val="0.12935185185185186"/>
          <c:w val="0.81968865740740737"/>
          <c:h val="0.74129629629629634"/>
        </c:manualLayout>
      </c:layout>
      <c:scatterChart>
        <c:scatterStyle val="smoothMarker"/>
        <c:varyColors val="0"/>
        <c:ser>
          <c:idx val="0"/>
          <c:order val="0"/>
          <c:spPr>
            <a:ln w="12700" cap="rnd">
              <a:solidFill>
                <a:schemeClr val="accent6">
                  <a:lumMod val="75000"/>
                </a:schemeClr>
              </a:solidFill>
              <a:round/>
            </a:ln>
            <a:effectLst/>
          </c:spPr>
          <c:marker>
            <c:symbol val="none"/>
          </c:marker>
          <c:xVal>
            <c:numRef>
              <c:f>'[2]0.4'!$L$2:$L$350</c:f>
              <c:numCache>
                <c:formatCode>General</c:formatCode>
                <c:ptCount val="349"/>
                <c:pt idx="0">
                  <c:v>0</c:v>
                </c:pt>
                <c:pt idx="1">
                  <c:v>1.9531631480163014E-5</c:v>
                </c:pt>
                <c:pt idx="2">
                  <c:v>3.9063262960326028E-5</c:v>
                </c:pt>
                <c:pt idx="3">
                  <c:v>5.8594894430274991E-5</c:v>
                </c:pt>
                <c:pt idx="4">
                  <c:v>7.8126525909993916E-5</c:v>
                </c:pt>
                <c:pt idx="5">
                  <c:v>9.765815739015693E-5</c:v>
                </c:pt>
                <c:pt idx="6">
                  <c:v>1.1718978886010589E-4</c:v>
                </c:pt>
                <c:pt idx="7">
                  <c:v>1.3672142034026891E-4</c:v>
                </c:pt>
                <c:pt idx="8">
                  <c:v>1.5625305182043192E-4</c:v>
                </c:pt>
                <c:pt idx="9">
                  <c:v>1.7578468330015085E-4</c:v>
                </c:pt>
                <c:pt idx="10">
                  <c:v>1.9531631477009981E-4</c:v>
                </c:pt>
                <c:pt idx="11">
                  <c:v>2.1484794625026282E-4</c:v>
                </c:pt>
                <c:pt idx="12">
                  <c:v>2.3437957773042584E-4</c:v>
                </c:pt>
                <c:pt idx="13">
                  <c:v>2.539112092003748E-4</c:v>
                </c:pt>
                <c:pt idx="14">
                  <c:v>2.7344284068009372E-4</c:v>
                </c:pt>
                <c:pt idx="15">
                  <c:v>2.9297447216025674E-4</c:v>
                </c:pt>
                <c:pt idx="16">
                  <c:v>3.1250610364041975E-4</c:v>
                </c:pt>
                <c:pt idx="17">
                  <c:v>3.3203773511036871E-4</c:v>
                </c:pt>
                <c:pt idx="18">
                  <c:v>3.5156936659008764E-4</c:v>
                </c:pt>
                <c:pt idx="19">
                  <c:v>3.7110099807025065E-4</c:v>
                </c:pt>
                <c:pt idx="20">
                  <c:v>3.9063262954019962E-4</c:v>
                </c:pt>
                <c:pt idx="21">
                  <c:v>4.1016426102036263E-4</c:v>
                </c:pt>
                <c:pt idx="22">
                  <c:v>4.2969589250008156E-4</c:v>
                </c:pt>
                <c:pt idx="23">
                  <c:v>4.4922752398024457E-4</c:v>
                </c:pt>
                <c:pt idx="24">
                  <c:v>4.6875915545019353E-4</c:v>
                </c:pt>
                <c:pt idx="25">
                  <c:v>4.8829078693035655E-4</c:v>
                </c:pt>
                <c:pt idx="26">
                  <c:v>5.0782241841007547E-4</c:v>
                </c:pt>
                <c:pt idx="27">
                  <c:v>5.2735404988002443E-4</c:v>
                </c:pt>
                <c:pt idx="28">
                  <c:v>5.4688568136018745E-4</c:v>
                </c:pt>
                <c:pt idx="29">
                  <c:v>5.6641731284035046E-4</c:v>
                </c:pt>
                <c:pt idx="30">
                  <c:v>5.8594894432006939E-4</c:v>
                </c:pt>
                <c:pt idx="31">
                  <c:v>6.0548057579001835E-4</c:v>
                </c:pt>
                <c:pt idx="32">
                  <c:v>6.2501220727018136E-4</c:v>
                </c:pt>
                <c:pt idx="33">
                  <c:v>6.4454383875034438E-4</c:v>
                </c:pt>
                <c:pt idx="34">
                  <c:v>6.6407547022029334E-4</c:v>
                </c:pt>
                <c:pt idx="35">
                  <c:v>6.8360710170001227E-4</c:v>
                </c:pt>
                <c:pt idx="36">
                  <c:v>7.0313873318017528E-4</c:v>
                </c:pt>
                <c:pt idx="37">
                  <c:v>7.2267036466033829E-4</c:v>
                </c:pt>
                <c:pt idx="38">
                  <c:v>7.4220199613028726E-4</c:v>
                </c:pt>
                <c:pt idx="39">
                  <c:v>7.6173362761000618E-4</c:v>
                </c:pt>
                <c:pt idx="40">
                  <c:v>7.812652590901692E-4</c:v>
                </c:pt>
                <c:pt idx="41">
                  <c:v>8.0079689057033221E-4</c:v>
                </c:pt>
                <c:pt idx="42">
                  <c:v>8.2032852204028117E-4</c:v>
                </c:pt>
                <c:pt idx="43">
                  <c:v>8.398601535200001E-4</c:v>
                </c:pt>
                <c:pt idx="44">
                  <c:v>8.5939178500016311E-4</c:v>
                </c:pt>
                <c:pt idx="45">
                  <c:v>8.7892341647011207E-4</c:v>
                </c:pt>
                <c:pt idx="46">
                  <c:v>8.9845504795027509E-4</c:v>
                </c:pt>
                <c:pt idx="47">
                  <c:v>9.1798667942999401E-4</c:v>
                </c:pt>
                <c:pt idx="48">
                  <c:v>9.3751831091015703E-4</c:v>
                </c:pt>
                <c:pt idx="49">
                  <c:v>9.5704994238010599E-4</c:v>
                </c:pt>
                <c:pt idx="50">
                  <c:v>9.76581573860269E-4</c:v>
                </c:pt>
                <c:pt idx="51">
                  <c:v>9.9611320534043202E-4</c:v>
                </c:pt>
                <c:pt idx="52">
                  <c:v>1.015644836810381E-3</c:v>
                </c:pt>
                <c:pt idx="53">
                  <c:v>1.0351764682900999E-3</c:v>
                </c:pt>
                <c:pt idx="54">
                  <c:v>1.0547080997702629E-3</c:v>
                </c:pt>
                <c:pt idx="55">
                  <c:v>1.0742397312504259E-3</c:v>
                </c:pt>
                <c:pt idx="56">
                  <c:v>1.0937713627203749E-3</c:v>
                </c:pt>
                <c:pt idx="57">
                  <c:v>1.1133029942000938E-3</c:v>
                </c:pt>
                <c:pt idx="58">
                  <c:v>1.1328346256802568E-3</c:v>
                </c:pt>
                <c:pt idx="59">
                  <c:v>1.1523662571502058E-3</c:v>
                </c:pt>
                <c:pt idx="60">
                  <c:v>1.1718978886303688E-3</c:v>
                </c:pt>
                <c:pt idx="61">
                  <c:v>1.1914295201100877E-3</c:v>
                </c:pt>
                <c:pt idx="62">
                  <c:v>1.2109611515902508E-3</c:v>
                </c:pt>
                <c:pt idx="63">
                  <c:v>1.2304927830601997E-3</c:v>
                </c:pt>
                <c:pt idx="64">
                  <c:v>1.2500244145403627E-3</c:v>
                </c:pt>
                <c:pt idx="65">
                  <c:v>1.2695560460200817E-3</c:v>
                </c:pt>
                <c:pt idx="66">
                  <c:v>1.2890876774900306E-3</c:v>
                </c:pt>
                <c:pt idx="67">
                  <c:v>1.3086193089701936E-3</c:v>
                </c:pt>
                <c:pt idx="68">
                  <c:v>1.3281509404503566E-3</c:v>
                </c:pt>
                <c:pt idx="69">
                  <c:v>1.3476825719300756E-3</c:v>
                </c:pt>
                <c:pt idx="70">
                  <c:v>1.3672142034000245E-3</c:v>
                </c:pt>
                <c:pt idx="71">
                  <c:v>1.3867458348801875E-3</c:v>
                </c:pt>
                <c:pt idx="72">
                  <c:v>1.4062774663603506E-3</c:v>
                </c:pt>
                <c:pt idx="73">
                  <c:v>1.4258090978302995E-3</c:v>
                </c:pt>
                <c:pt idx="74">
                  <c:v>1.4453407293100184E-3</c:v>
                </c:pt>
                <c:pt idx="75">
                  <c:v>1.4648723607901815E-3</c:v>
                </c:pt>
                <c:pt idx="76">
                  <c:v>1.4844039922703445E-3</c:v>
                </c:pt>
                <c:pt idx="77">
                  <c:v>1.5039356237402934E-3</c:v>
                </c:pt>
                <c:pt idx="78">
                  <c:v>1.5234672552200124E-3</c:v>
                </c:pt>
                <c:pt idx="79">
                  <c:v>1.5429988867001754E-3</c:v>
                </c:pt>
                <c:pt idx="80">
                  <c:v>1.5625305181701243E-3</c:v>
                </c:pt>
                <c:pt idx="81">
                  <c:v>1.5820621496502874E-3</c:v>
                </c:pt>
                <c:pt idx="82">
                  <c:v>1.6015937811300063E-3</c:v>
                </c:pt>
                <c:pt idx="83">
                  <c:v>1.6211254126101693E-3</c:v>
                </c:pt>
                <c:pt idx="84">
                  <c:v>1.6406570440801183E-3</c:v>
                </c:pt>
                <c:pt idx="85">
                  <c:v>1.6601886755602813E-3</c:v>
                </c:pt>
                <c:pt idx="86">
                  <c:v>1.6797203070400002E-3</c:v>
                </c:pt>
                <c:pt idx="87">
                  <c:v>1.6992519385201632E-3</c:v>
                </c:pt>
                <c:pt idx="88">
                  <c:v>1.7187835699901122E-3</c:v>
                </c:pt>
                <c:pt idx="89">
                  <c:v>1.7383152014702752E-3</c:v>
                </c:pt>
                <c:pt idx="90">
                  <c:v>1.7578468329499941E-3</c:v>
                </c:pt>
                <c:pt idx="91">
                  <c:v>1.7773784644203872E-3</c:v>
                </c:pt>
                <c:pt idx="92">
                  <c:v>1.7969100959001061E-3</c:v>
                </c:pt>
                <c:pt idx="93">
                  <c:v>1.8164417273802691E-3</c:v>
                </c:pt>
                <c:pt idx="94">
                  <c:v>1.8359733588604321E-3</c:v>
                </c:pt>
                <c:pt idx="95">
                  <c:v>1.8555049903303811E-3</c:v>
                </c:pt>
                <c:pt idx="96">
                  <c:v>1.8750366218101E-3</c:v>
                </c:pt>
                <c:pt idx="97">
                  <c:v>1.894568253290263E-3</c:v>
                </c:pt>
                <c:pt idx="98">
                  <c:v>1.914099884760212E-3</c:v>
                </c:pt>
                <c:pt idx="99">
                  <c:v>1.933631516240375E-3</c:v>
                </c:pt>
                <c:pt idx="100">
                  <c:v>1.9531631477200939E-3</c:v>
                </c:pt>
                <c:pt idx="101">
                  <c:v>1.9726947792002569E-3</c:v>
                </c:pt>
                <c:pt idx="102">
                  <c:v>1.9922264106702059E-3</c:v>
                </c:pt>
                <c:pt idx="103">
                  <c:v>2.0117580421503689E-3</c:v>
                </c:pt>
                <c:pt idx="104">
                  <c:v>2.0312896736300878E-3</c:v>
                </c:pt>
                <c:pt idx="105">
                  <c:v>2.0508213051000368E-3</c:v>
                </c:pt>
                <c:pt idx="106">
                  <c:v>2.0703529365801998E-3</c:v>
                </c:pt>
                <c:pt idx="107">
                  <c:v>2.0898845680603628E-3</c:v>
                </c:pt>
                <c:pt idx="108">
                  <c:v>2.1094161995400817E-3</c:v>
                </c:pt>
                <c:pt idx="109">
                  <c:v>2.1289478310100307E-3</c:v>
                </c:pt>
                <c:pt idx="110">
                  <c:v>2.1484794624901937E-3</c:v>
                </c:pt>
                <c:pt idx="111">
                  <c:v>2.1680110939703567E-3</c:v>
                </c:pt>
                <c:pt idx="112">
                  <c:v>2.1875427254403057E-3</c:v>
                </c:pt>
                <c:pt idx="113">
                  <c:v>2.2070743569200246E-3</c:v>
                </c:pt>
                <c:pt idx="114">
                  <c:v>2.2266059884001876E-3</c:v>
                </c:pt>
                <c:pt idx="115">
                  <c:v>2.2461376198803507E-3</c:v>
                </c:pt>
                <c:pt idx="116">
                  <c:v>2.2656692513502996E-3</c:v>
                </c:pt>
                <c:pt idx="117">
                  <c:v>2.2852008828300185E-3</c:v>
                </c:pt>
                <c:pt idx="118">
                  <c:v>2.3047325143101816E-3</c:v>
                </c:pt>
                <c:pt idx="119">
                  <c:v>2.3242641457801305E-3</c:v>
                </c:pt>
                <c:pt idx="120">
                  <c:v>2.3437957772602935E-3</c:v>
                </c:pt>
                <c:pt idx="121">
                  <c:v>2.3633274087400125E-3</c:v>
                </c:pt>
                <c:pt idx="122">
                  <c:v>2.3828590402201755E-3</c:v>
                </c:pt>
                <c:pt idx="123">
                  <c:v>2.4023906716901244E-3</c:v>
                </c:pt>
                <c:pt idx="124">
                  <c:v>2.4219223031702874E-3</c:v>
                </c:pt>
                <c:pt idx="125">
                  <c:v>2.4414539346500064E-3</c:v>
                </c:pt>
                <c:pt idx="126">
                  <c:v>2.4609855661203994E-3</c:v>
                </c:pt>
                <c:pt idx="127">
                  <c:v>2.4805171976001184E-3</c:v>
                </c:pt>
                <c:pt idx="128">
                  <c:v>2.5000488290802814E-3</c:v>
                </c:pt>
                <c:pt idx="129">
                  <c:v>2.5195804605600003E-3</c:v>
                </c:pt>
                <c:pt idx="130">
                  <c:v>2.5391120920303933E-3</c:v>
                </c:pt>
                <c:pt idx="131">
                  <c:v>2.5586437235101123E-3</c:v>
                </c:pt>
                <c:pt idx="132">
                  <c:v>2.5781753549902753E-3</c:v>
                </c:pt>
                <c:pt idx="133">
                  <c:v>2.5977069864699942E-3</c:v>
                </c:pt>
                <c:pt idx="134">
                  <c:v>2.6172386179403873E-3</c:v>
                </c:pt>
                <c:pt idx="135">
                  <c:v>2.6367702494201062E-3</c:v>
                </c:pt>
                <c:pt idx="136">
                  <c:v>2.6563018809002692E-3</c:v>
                </c:pt>
                <c:pt idx="137">
                  <c:v>2.6758335123702182E-3</c:v>
                </c:pt>
                <c:pt idx="138">
                  <c:v>2.6953651438503812E-3</c:v>
                </c:pt>
                <c:pt idx="139">
                  <c:v>2.7148967753301001E-3</c:v>
                </c:pt>
                <c:pt idx="140">
                  <c:v>2.7344284068102631E-3</c:v>
                </c:pt>
                <c:pt idx="141">
                  <c:v>2.7539600382802121E-3</c:v>
                </c:pt>
                <c:pt idx="142">
                  <c:v>2.7734916697603751E-3</c:v>
                </c:pt>
                <c:pt idx="143">
                  <c:v>2.793023301240094E-3</c:v>
                </c:pt>
                <c:pt idx="144">
                  <c:v>2.812554932710043E-3</c:v>
                </c:pt>
                <c:pt idx="145">
                  <c:v>2.832086564190206E-3</c:v>
                </c:pt>
                <c:pt idx="146">
                  <c:v>2.851618195670369E-3</c:v>
                </c:pt>
                <c:pt idx="147">
                  <c:v>2.8711498271500879E-3</c:v>
                </c:pt>
                <c:pt idx="148">
                  <c:v>2.8906814586200369E-3</c:v>
                </c:pt>
                <c:pt idx="149">
                  <c:v>2.9102130901001999E-3</c:v>
                </c:pt>
                <c:pt idx="150">
                  <c:v>2.9297447215803629E-3</c:v>
                </c:pt>
                <c:pt idx="151">
                  <c:v>2.9492763530503119E-3</c:v>
                </c:pt>
                <c:pt idx="152">
                  <c:v>2.9688079845300308E-3</c:v>
                </c:pt>
                <c:pt idx="153">
                  <c:v>2.9883396160101938E-3</c:v>
                </c:pt>
                <c:pt idx="154">
                  <c:v>3.0078712474903568E-3</c:v>
                </c:pt>
                <c:pt idx="155">
                  <c:v>3.0274028789603058E-3</c:v>
                </c:pt>
                <c:pt idx="156">
                  <c:v>3.0469345104400247E-3</c:v>
                </c:pt>
                <c:pt idx="157">
                  <c:v>3.0664661419201877E-3</c:v>
                </c:pt>
                <c:pt idx="158">
                  <c:v>3.0859977733901367E-3</c:v>
                </c:pt>
                <c:pt idx="159">
                  <c:v>3.1055294048702997E-3</c:v>
                </c:pt>
                <c:pt idx="160">
                  <c:v>3.1250610363500186E-3</c:v>
                </c:pt>
                <c:pt idx="161">
                  <c:v>3.1445926678301817E-3</c:v>
                </c:pt>
                <c:pt idx="162">
                  <c:v>3.1641242993001306E-3</c:v>
                </c:pt>
                <c:pt idx="163">
                  <c:v>3.1836559307802936E-3</c:v>
                </c:pt>
                <c:pt idx="164">
                  <c:v>3.2031875622600126E-3</c:v>
                </c:pt>
                <c:pt idx="165">
                  <c:v>3.2227191937304056E-3</c:v>
                </c:pt>
                <c:pt idx="166">
                  <c:v>3.2422508252101245E-3</c:v>
                </c:pt>
                <c:pt idx="167">
                  <c:v>3.2617824566902875E-3</c:v>
                </c:pt>
                <c:pt idx="168">
                  <c:v>3.2813140881700065E-3</c:v>
                </c:pt>
                <c:pt idx="169">
                  <c:v>3.3008457196403995E-3</c:v>
                </c:pt>
                <c:pt idx="170">
                  <c:v>3.3203773511201184E-3</c:v>
                </c:pt>
                <c:pt idx="171">
                  <c:v>3.3399089826002815E-3</c:v>
                </c:pt>
                <c:pt idx="172">
                  <c:v>3.3594406140800004E-3</c:v>
                </c:pt>
                <c:pt idx="173">
                  <c:v>3.3789722455503934E-3</c:v>
                </c:pt>
                <c:pt idx="174">
                  <c:v>3.3985038770301124E-3</c:v>
                </c:pt>
                <c:pt idx="175">
                  <c:v>3.4180355085102754E-3</c:v>
                </c:pt>
                <c:pt idx="176">
                  <c:v>3.4375671399802243E-3</c:v>
                </c:pt>
                <c:pt idx="177">
                  <c:v>3.4570987714603874E-3</c:v>
                </c:pt>
                <c:pt idx="178">
                  <c:v>3.4766304029401063E-3</c:v>
                </c:pt>
                <c:pt idx="179">
                  <c:v>3.4961620344202693E-3</c:v>
                </c:pt>
                <c:pt idx="180">
                  <c:v>3.5156936658902183E-3</c:v>
                </c:pt>
                <c:pt idx="181">
                  <c:v>3.5352252973703813E-3</c:v>
                </c:pt>
                <c:pt idx="182">
                  <c:v>3.5547569288501002E-3</c:v>
                </c:pt>
                <c:pt idx="183">
                  <c:v>3.5742885603200492E-3</c:v>
                </c:pt>
                <c:pt idx="184">
                  <c:v>3.5938201918002122E-3</c:v>
                </c:pt>
                <c:pt idx="185">
                  <c:v>3.6133518232803752E-3</c:v>
                </c:pt>
                <c:pt idx="186">
                  <c:v>3.6328834547600941E-3</c:v>
                </c:pt>
                <c:pt idx="187">
                  <c:v>3.6524150862300431E-3</c:v>
                </c:pt>
                <c:pt idx="188">
                  <c:v>3.6719467177102061E-3</c:v>
                </c:pt>
                <c:pt idx="189">
                  <c:v>3.6914783491903691E-3</c:v>
                </c:pt>
                <c:pt idx="190">
                  <c:v>3.7110099806603181E-3</c:v>
                </c:pt>
                <c:pt idx="191">
                  <c:v>3.730541612140037E-3</c:v>
                </c:pt>
                <c:pt idx="192">
                  <c:v>3.7500732436202E-3</c:v>
                </c:pt>
                <c:pt idx="193">
                  <c:v>3.769604875100363E-3</c:v>
                </c:pt>
                <c:pt idx="194">
                  <c:v>3.789136506570312E-3</c:v>
                </c:pt>
                <c:pt idx="195">
                  <c:v>3.8086681380500309E-3</c:v>
                </c:pt>
                <c:pt idx="196">
                  <c:v>3.8281997695301939E-3</c:v>
                </c:pt>
                <c:pt idx="197">
                  <c:v>3.8477314010001429E-3</c:v>
                </c:pt>
                <c:pt idx="198">
                  <c:v>3.8672630324803059E-3</c:v>
                </c:pt>
                <c:pt idx="199">
                  <c:v>3.8867946639600248E-3</c:v>
                </c:pt>
                <c:pt idx="200">
                  <c:v>3.9063262954401878E-3</c:v>
                </c:pt>
                <c:pt idx="201">
                  <c:v>3.9258579269101368E-3</c:v>
                </c:pt>
                <c:pt idx="202">
                  <c:v>3.9453895583902998E-3</c:v>
                </c:pt>
                <c:pt idx="203">
                  <c:v>3.9649211898700187E-3</c:v>
                </c:pt>
                <c:pt idx="204">
                  <c:v>3.9844528213404118E-3</c:v>
                </c:pt>
                <c:pt idx="205">
                  <c:v>4.0039844528201307E-3</c:v>
                </c:pt>
                <c:pt idx="206">
                  <c:v>4.0235160843002937E-3</c:v>
                </c:pt>
                <c:pt idx="207">
                  <c:v>4.0430477157800127E-3</c:v>
                </c:pt>
                <c:pt idx="208">
                  <c:v>4.0625793472504057E-3</c:v>
                </c:pt>
                <c:pt idx="209">
                  <c:v>4.0821109787301246E-3</c:v>
                </c:pt>
                <c:pt idx="210">
                  <c:v>4.1016426102102876E-3</c:v>
                </c:pt>
                <c:pt idx="211">
                  <c:v>4.1211742416900066E-3</c:v>
                </c:pt>
                <c:pt idx="212">
                  <c:v>4.1407058731603996E-3</c:v>
                </c:pt>
                <c:pt idx="213">
                  <c:v>4.1602375046401185E-3</c:v>
                </c:pt>
                <c:pt idx="214">
                  <c:v>4.1797691361202816E-3</c:v>
                </c:pt>
                <c:pt idx="215">
                  <c:v>4.1993007675902305E-3</c:v>
                </c:pt>
                <c:pt idx="216">
                  <c:v>4.2188323990703935E-3</c:v>
                </c:pt>
                <c:pt idx="217">
                  <c:v>4.2383640305501125E-3</c:v>
                </c:pt>
                <c:pt idx="218">
                  <c:v>4.2578956620302755E-3</c:v>
                </c:pt>
                <c:pt idx="219">
                  <c:v>4.2774272935002244E-3</c:v>
                </c:pt>
                <c:pt idx="220">
                  <c:v>4.2969589249803875E-3</c:v>
                </c:pt>
                <c:pt idx="221">
                  <c:v>4.3164905564601064E-3</c:v>
                </c:pt>
                <c:pt idx="222">
                  <c:v>4.3360221879300553E-3</c:v>
                </c:pt>
                <c:pt idx="223">
                  <c:v>4.3555538194102184E-3</c:v>
                </c:pt>
                <c:pt idx="224">
                  <c:v>4.3750854508903814E-3</c:v>
                </c:pt>
                <c:pt idx="225">
                  <c:v>4.3946170823701003E-3</c:v>
                </c:pt>
                <c:pt idx="226">
                  <c:v>4.4141487138400493E-3</c:v>
                </c:pt>
                <c:pt idx="227">
                  <c:v>4.4336803453202123E-3</c:v>
                </c:pt>
                <c:pt idx="228">
                  <c:v>4.4532119768003753E-3</c:v>
                </c:pt>
                <c:pt idx="229">
                  <c:v>4.4727436082703242E-3</c:v>
                </c:pt>
                <c:pt idx="230">
                  <c:v>4.4922752397500432E-3</c:v>
                </c:pt>
                <c:pt idx="231">
                  <c:v>4.5118068712302062E-3</c:v>
                </c:pt>
                <c:pt idx="232">
                  <c:v>4.5313385027103692E-3</c:v>
                </c:pt>
                <c:pt idx="233">
                  <c:v>4.5508701341803182E-3</c:v>
                </c:pt>
                <c:pt idx="234">
                  <c:v>4.5704017656600371E-3</c:v>
                </c:pt>
                <c:pt idx="235">
                  <c:v>4.5899333971402001E-3</c:v>
                </c:pt>
                <c:pt idx="236">
                  <c:v>4.6094650286101491E-3</c:v>
                </c:pt>
                <c:pt idx="237">
                  <c:v>4.6289966600903121E-3</c:v>
                </c:pt>
                <c:pt idx="238">
                  <c:v>4.648528291570031E-3</c:v>
                </c:pt>
                <c:pt idx="239">
                  <c:v>4.668059923050194E-3</c:v>
                </c:pt>
                <c:pt idx="240">
                  <c:v>4.687591554520143E-3</c:v>
                </c:pt>
                <c:pt idx="241">
                  <c:v>4.707123186000306E-3</c:v>
                </c:pt>
                <c:pt idx="242">
                  <c:v>4.7266548174800249E-3</c:v>
                </c:pt>
                <c:pt idx="243">
                  <c:v>4.746186448950418E-3</c:v>
                </c:pt>
                <c:pt idx="244">
                  <c:v>4.7657180804301369E-3</c:v>
                </c:pt>
                <c:pt idx="245">
                  <c:v>4.7852497119102999E-3</c:v>
                </c:pt>
                <c:pt idx="246">
                  <c:v>4.8047813433900188E-3</c:v>
                </c:pt>
                <c:pt idx="247">
                  <c:v>4.8243129748604119E-3</c:v>
                </c:pt>
                <c:pt idx="248">
                  <c:v>4.8438446063401308E-3</c:v>
                </c:pt>
                <c:pt idx="249">
                  <c:v>4.8633762378202938E-3</c:v>
                </c:pt>
                <c:pt idx="250">
                  <c:v>4.8829078693000127E-3</c:v>
                </c:pt>
                <c:pt idx="251">
                  <c:v>4.9024395007704058E-3</c:v>
                </c:pt>
                <c:pt idx="252">
                  <c:v>4.9219711322501247E-3</c:v>
                </c:pt>
                <c:pt idx="253">
                  <c:v>4.9415027637302877E-3</c:v>
                </c:pt>
                <c:pt idx="254">
                  <c:v>4.9610343952002367E-3</c:v>
                </c:pt>
                <c:pt idx="255">
                  <c:v>4.9805660266803997E-3</c:v>
                </c:pt>
                <c:pt idx="256">
                  <c:v>5.0000976581601186E-3</c:v>
                </c:pt>
                <c:pt idx="257">
                  <c:v>5.0196292896300676E-3</c:v>
                </c:pt>
                <c:pt idx="258">
                  <c:v>5.0391609211102306E-3</c:v>
                </c:pt>
                <c:pt idx="259">
                  <c:v>5.0586925525903936E-3</c:v>
                </c:pt>
                <c:pt idx="260">
                  <c:v>5.0782241840701126E-3</c:v>
                </c:pt>
                <c:pt idx="261">
                  <c:v>5.0977558155400615E-3</c:v>
                </c:pt>
                <c:pt idx="262">
                  <c:v>5.1172874470202245E-3</c:v>
                </c:pt>
                <c:pt idx="263">
                  <c:v>5.1368190785003875E-3</c:v>
                </c:pt>
                <c:pt idx="264">
                  <c:v>5.1563507099801065E-3</c:v>
                </c:pt>
                <c:pt idx="265">
                  <c:v>5.1758823414500554E-3</c:v>
                </c:pt>
                <c:pt idx="266">
                  <c:v>5.1954139729302184E-3</c:v>
                </c:pt>
                <c:pt idx="267">
                  <c:v>5.2149456044103815E-3</c:v>
                </c:pt>
                <c:pt idx="268">
                  <c:v>5.2344772358803304E-3</c:v>
                </c:pt>
                <c:pt idx="269">
                  <c:v>5.2540088673600494E-3</c:v>
                </c:pt>
                <c:pt idx="270">
                  <c:v>5.2735404988402124E-3</c:v>
                </c:pt>
                <c:pt idx="271">
                  <c:v>5.2930721303203754E-3</c:v>
                </c:pt>
                <c:pt idx="272">
                  <c:v>5.3126037617903243E-3</c:v>
                </c:pt>
                <c:pt idx="273">
                  <c:v>5.3321353932700433E-3</c:v>
                </c:pt>
                <c:pt idx="274">
                  <c:v>5.3516670247502063E-3</c:v>
                </c:pt>
                <c:pt idx="275">
                  <c:v>5.3711986562201552E-3</c:v>
                </c:pt>
                <c:pt idx="276">
                  <c:v>5.3907302877003183E-3</c:v>
                </c:pt>
                <c:pt idx="277">
                  <c:v>5.4102619191800372E-3</c:v>
                </c:pt>
                <c:pt idx="278">
                  <c:v>5.4297935506602002E-3</c:v>
                </c:pt>
                <c:pt idx="279">
                  <c:v>5.4493251821301492E-3</c:v>
                </c:pt>
                <c:pt idx="280">
                  <c:v>5.4688568136103122E-3</c:v>
                </c:pt>
                <c:pt idx="281">
                  <c:v>5.4883884450900311E-3</c:v>
                </c:pt>
                <c:pt idx="282">
                  <c:v>5.5079200765604241E-3</c:v>
                </c:pt>
                <c:pt idx="283">
                  <c:v>5.5274517080401431E-3</c:v>
                </c:pt>
                <c:pt idx="284">
                  <c:v>5.5469833395203061E-3</c:v>
                </c:pt>
                <c:pt idx="285">
                  <c:v>5.566514971000025E-3</c:v>
                </c:pt>
                <c:pt idx="286">
                  <c:v>5.5860466024704181E-3</c:v>
                </c:pt>
                <c:pt idx="287">
                  <c:v>5.605578233950137E-3</c:v>
                </c:pt>
                <c:pt idx="288">
                  <c:v>5.6251098654303E-3</c:v>
                </c:pt>
                <c:pt idx="289">
                  <c:v>5.644641496900249E-3</c:v>
                </c:pt>
                <c:pt idx="290">
                  <c:v>5.664173128380412E-3</c:v>
                </c:pt>
                <c:pt idx="291">
                  <c:v>5.6837047598601309E-3</c:v>
                </c:pt>
                <c:pt idx="292">
                  <c:v>5.7032363913402939E-3</c:v>
                </c:pt>
                <c:pt idx="293">
                  <c:v>5.7227680228102429E-3</c:v>
                </c:pt>
                <c:pt idx="294">
                  <c:v>5.7422996542904059E-3</c:v>
                </c:pt>
                <c:pt idx="295">
                  <c:v>5.7618312857701248E-3</c:v>
                </c:pt>
                <c:pt idx="296">
                  <c:v>5.7813629172400738E-3</c:v>
                </c:pt>
                <c:pt idx="297">
                  <c:v>5.8008945487202368E-3</c:v>
                </c:pt>
                <c:pt idx="298">
                  <c:v>5.8204261802003998E-3</c:v>
                </c:pt>
                <c:pt idx="299">
                  <c:v>5.8399578116801187E-3</c:v>
                </c:pt>
                <c:pt idx="300">
                  <c:v>5.8594894431500677E-3</c:v>
                </c:pt>
                <c:pt idx="301">
                  <c:v>5.8790210746302307E-3</c:v>
                </c:pt>
                <c:pt idx="302">
                  <c:v>5.8985527061103937E-3</c:v>
                </c:pt>
                <c:pt idx="303">
                  <c:v>5.9180843375901127E-3</c:v>
                </c:pt>
                <c:pt idx="304">
                  <c:v>5.9376159690600616E-3</c:v>
                </c:pt>
                <c:pt idx="305">
                  <c:v>5.9571476005402246E-3</c:v>
                </c:pt>
                <c:pt idx="306">
                  <c:v>5.9766792320203876E-3</c:v>
                </c:pt>
                <c:pt idx="307">
                  <c:v>5.9962108634903366E-3</c:v>
                </c:pt>
                <c:pt idx="308">
                  <c:v>6.0157424949700555E-3</c:v>
                </c:pt>
                <c:pt idx="309">
                  <c:v>6.0352741264502185E-3</c:v>
                </c:pt>
                <c:pt idx="310">
                  <c:v>6.0548057579303816E-3</c:v>
                </c:pt>
                <c:pt idx="311">
                  <c:v>6.0743373894003305E-3</c:v>
                </c:pt>
                <c:pt idx="312">
                  <c:v>6.0938690208800494E-3</c:v>
                </c:pt>
                <c:pt idx="313">
                  <c:v>6.1134006523602125E-3</c:v>
                </c:pt>
                <c:pt idx="314">
                  <c:v>6.1329322838301614E-3</c:v>
                </c:pt>
                <c:pt idx="315">
                  <c:v>6.1524639153103244E-3</c:v>
                </c:pt>
                <c:pt idx="316">
                  <c:v>6.1719955467900434E-3</c:v>
                </c:pt>
                <c:pt idx="317">
                  <c:v>6.1915271782702064E-3</c:v>
                </c:pt>
                <c:pt idx="318">
                  <c:v>6.2110588097401553E-3</c:v>
                </c:pt>
                <c:pt idx="319">
                  <c:v>6.2305904412203184E-3</c:v>
                </c:pt>
                <c:pt idx="320">
                  <c:v>6.2501220727000373E-3</c:v>
                </c:pt>
                <c:pt idx="321">
                  <c:v>6.2696537041704303E-3</c:v>
                </c:pt>
                <c:pt idx="322">
                  <c:v>6.2891853356501493E-3</c:v>
                </c:pt>
                <c:pt idx="323">
                  <c:v>6.3087169671303123E-3</c:v>
                </c:pt>
                <c:pt idx="324">
                  <c:v>6.3282485986100312E-3</c:v>
                </c:pt>
                <c:pt idx="325">
                  <c:v>6.3477802300804242E-3</c:v>
                </c:pt>
                <c:pt idx="326">
                  <c:v>6.3673118615601432E-3</c:v>
                </c:pt>
                <c:pt idx="327">
                  <c:v>6.3868434930403062E-3</c:v>
                </c:pt>
                <c:pt idx="328">
                  <c:v>6.4063751245102551E-3</c:v>
                </c:pt>
                <c:pt idx="329">
                  <c:v>6.4259067559904182E-3</c:v>
                </c:pt>
                <c:pt idx="330">
                  <c:v>6.4454383874701371E-3</c:v>
                </c:pt>
                <c:pt idx="331">
                  <c:v>6.4649700189503001E-3</c:v>
                </c:pt>
                <c:pt idx="332">
                  <c:v>6.4845016504202491E-3</c:v>
                </c:pt>
                <c:pt idx="333">
                  <c:v>6.5040332819004121E-3</c:v>
                </c:pt>
                <c:pt idx="334">
                  <c:v>6.523564913380131E-3</c:v>
                </c:pt>
                <c:pt idx="335">
                  <c:v>6.54309654485008E-3</c:v>
                </c:pt>
                <c:pt idx="336">
                  <c:v>6.562628176330243E-3</c:v>
                </c:pt>
                <c:pt idx="337">
                  <c:v>6.582159807810406E-3</c:v>
                </c:pt>
                <c:pt idx="338">
                  <c:v>6.6016914392901249E-3</c:v>
                </c:pt>
                <c:pt idx="339">
                  <c:v>6.6212230707600739E-3</c:v>
                </c:pt>
                <c:pt idx="340">
                  <c:v>6.6407547022402369E-3</c:v>
                </c:pt>
                <c:pt idx="341">
                  <c:v>6.6602863337203999E-3</c:v>
                </c:pt>
                <c:pt idx="342">
                  <c:v>6.6798179652001188E-3</c:v>
                </c:pt>
                <c:pt idx="343">
                  <c:v>6.6993495966700678E-3</c:v>
                </c:pt>
                <c:pt idx="344">
                  <c:v>6.7188812281502308E-3</c:v>
                </c:pt>
                <c:pt idx="345">
                  <c:v>6.7384128596303938E-3</c:v>
                </c:pt>
                <c:pt idx="346">
                  <c:v>6.7579444911003428E-3</c:v>
                </c:pt>
                <c:pt idx="347">
                  <c:v>6.7774761225800617E-3</c:v>
                </c:pt>
                <c:pt idx="348">
                  <c:v>6.7970077540602247E-3</c:v>
                </c:pt>
              </c:numCache>
            </c:numRef>
          </c:xVal>
          <c:yVal>
            <c:numRef>
              <c:f>'[2]0.4'!$K$2:$K$350</c:f>
              <c:numCache>
                <c:formatCode>General</c:formatCode>
                <c:ptCount val="349"/>
                <c:pt idx="0">
                  <c:v>1.6024105600000001E-4</c:v>
                </c:pt>
                <c:pt idx="1">
                  <c:v>1.8953416E-4</c:v>
                </c:pt>
                <c:pt idx="2">
                  <c:v>8.3346658000000201E-5</c:v>
                </c:pt>
                <c:pt idx="3">
                  <c:v>2.2309917499999999E-4</c:v>
                </c:pt>
                <c:pt idx="4">
                  <c:v>2.5483337100000003E-4</c:v>
                </c:pt>
                <c:pt idx="5">
                  <c:v>2.5056146000000001E-4</c:v>
                </c:pt>
                <c:pt idx="6">
                  <c:v>2.12724534E-4</c:v>
                </c:pt>
                <c:pt idx="7">
                  <c:v>1.70005424E-4</c:v>
                </c:pt>
                <c:pt idx="8">
                  <c:v>2.43848457E-4</c:v>
                </c:pt>
                <c:pt idx="9">
                  <c:v>2.9389084299999999E-4</c:v>
                </c:pt>
                <c:pt idx="10">
                  <c:v>2.2798135899999999E-4</c:v>
                </c:pt>
                <c:pt idx="11">
                  <c:v>2.3530463499999999E-4</c:v>
                </c:pt>
                <c:pt idx="12">
                  <c:v>2.1577589900000001E-4</c:v>
                </c:pt>
                <c:pt idx="13">
                  <c:v>1.6695405900000001E-4</c:v>
                </c:pt>
                <c:pt idx="14">
                  <c:v>2.2676081300000001E-4</c:v>
                </c:pt>
                <c:pt idx="15">
                  <c:v>2.6520801200000002E-4</c:v>
                </c:pt>
                <c:pt idx="16">
                  <c:v>2.2737108600000001E-4</c:v>
                </c:pt>
                <c:pt idx="17">
                  <c:v>2.9022920500000002E-4</c:v>
                </c:pt>
                <c:pt idx="18">
                  <c:v>1.9258552499999999E-4</c:v>
                </c:pt>
                <c:pt idx="19">
                  <c:v>1.59630783E-4</c:v>
                </c:pt>
                <c:pt idx="20">
                  <c:v>2.8351620199999999E-4</c:v>
                </c:pt>
                <c:pt idx="21">
                  <c:v>1.76718427E-4</c:v>
                </c:pt>
                <c:pt idx="22">
                  <c:v>2.5666418999999998E-4</c:v>
                </c:pt>
                <c:pt idx="23">
                  <c:v>2.7558265300000001E-4</c:v>
                </c:pt>
                <c:pt idx="24">
                  <c:v>1.95026617E-4</c:v>
                </c:pt>
                <c:pt idx="25">
                  <c:v>1.7366706200000001E-4</c:v>
                </c:pt>
                <c:pt idx="26">
                  <c:v>2.3530463499999999E-4</c:v>
                </c:pt>
                <c:pt idx="27">
                  <c:v>2.6398746600000001E-4</c:v>
                </c:pt>
                <c:pt idx="28">
                  <c:v>5.1969185300000003E-4</c:v>
                </c:pt>
                <c:pt idx="29">
                  <c:v>3.7303381060000002E-3</c:v>
                </c:pt>
                <c:pt idx="30">
                  <c:v>1.3498978017E-2</c:v>
                </c:pt>
                <c:pt idx="31">
                  <c:v>2.1178043176E-2</c:v>
                </c:pt>
                <c:pt idx="32">
                  <c:v>1.6849987059999998E-2</c:v>
                </c:pt>
                <c:pt idx="33">
                  <c:v>5.4744983399999999E-3</c:v>
                </c:pt>
                <c:pt idx="34">
                  <c:v>-4.3173319449999999E-3</c:v>
                </c:pt>
                <c:pt idx="35">
                  <c:v>-7.580461676E-3</c:v>
                </c:pt>
                <c:pt idx="36">
                  <c:v>-7.180122588E-3</c:v>
                </c:pt>
                <c:pt idx="37">
                  <c:v>-6.1573050399999999E-3</c:v>
                </c:pt>
                <c:pt idx="38">
                  <c:v>-5.1204512130000003E-3</c:v>
                </c:pt>
                <c:pt idx="39">
                  <c:v>-4.355168871E-3</c:v>
                </c:pt>
                <c:pt idx="40">
                  <c:v>-3.4812579349999999E-3</c:v>
                </c:pt>
                <c:pt idx="41">
                  <c:v>-2.771510436E-3</c:v>
                </c:pt>
                <c:pt idx="42">
                  <c:v>-2.692174946E-3</c:v>
                </c:pt>
                <c:pt idx="43">
                  <c:v>-1.5509644359999999E-3</c:v>
                </c:pt>
                <c:pt idx="44">
                  <c:v>-2.0318595599999999E-3</c:v>
                </c:pt>
                <c:pt idx="45">
                  <c:v>-1.212873194E-3</c:v>
                </c:pt>
                <c:pt idx="46">
                  <c:v>-1.3465229809999999E-3</c:v>
                </c:pt>
                <c:pt idx="47">
                  <c:v>-9.8096945399999899E-4</c:v>
                </c:pt>
                <c:pt idx="48">
                  <c:v>-2.7793495799999999E-4</c:v>
                </c:pt>
                <c:pt idx="49">
                  <c:v>8.5787750000000402E-5</c:v>
                </c:pt>
                <c:pt idx="50">
                  <c:v>2.31032724E-4</c:v>
                </c:pt>
                <c:pt idx="51">
                  <c:v>1.6817460499999999E-4</c:v>
                </c:pt>
                <c:pt idx="52">
                  <c:v>2.00519074E-4</c:v>
                </c:pt>
                <c:pt idx="53">
                  <c:v>-4.3843675700000001E-4</c:v>
                </c:pt>
                <c:pt idx="54">
                  <c:v>-2.4864185400000002E-4</c:v>
                </c:pt>
                <c:pt idx="55">
                  <c:v>-6.8925895999999995E-4</c:v>
                </c:pt>
                <c:pt idx="56">
                  <c:v>-9.1801692999999695E-5</c:v>
                </c:pt>
                <c:pt idx="57">
                  <c:v>-8.9360600999999901E-5</c:v>
                </c:pt>
                <c:pt idx="58">
                  <c:v>-3.52388264E-4</c:v>
                </c:pt>
                <c:pt idx="59">
                  <c:v>6.1794580599999998E-4</c:v>
                </c:pt>
                <c:pt idx="60">
                  <c:v>5.1603021500000001E-4</c:v>
                </c:pt>
                <c:pt idx="61">
                  <c:v>1.168412052E-3</c:v>
                </c:pt>
                <c:pt idx="62">
                  <c:v>5.2152267199999998E-4</c:v>
                </c:pt>
                <c:pt idx="63">
                  <c:v>3.2867640399999998E-4</c:v>
                </c:pt>
                <c:pt idx="64">
                  <c:v>4.6730278000000199E-5</c:v>
                </c:pt>
                <c:pt idx="65">
                  <c:v>-2.79155504E-4</c:v>
                </c:pt>
                <c:pt idx="66">
                  <c:v>-5.8846950999999702E-5</c:v>
                </c:pt>
                <c:pt idx="67">
                  <c:v>3.7576183000000198E-5</c:v>
                </c:pt>
                <c:pt idx="68">
                  <c:v>2.85347021E-4</c:v>
                </c:pt>
                <c:pt idx="69">
                  <c:v>3.6041060000000001E-4</c:v>
                </c:pt>
                <c:pt idx="70">
                  <c:v>3.08537395E-4</c:v>
                </c:pt>
                <c:pt idx="71">
                  <c:v>1.13344440000004E-5</c:v>
                </c:pt>
                <c:pt idx="72">
                  <c:v>5.3443281000000398E-5</c:v>
                </c:pt>
                <c:pt idx="73">
                  <c:v>-2.5901649500000002E-4</c:v>
                </c:pt>
                <c:pt idx="74">
                  <c:v>2.8422088000000299E-5</c:v>
                </c:pt>
                <c:pt idx="75">
                  <c:v>-1.6259336099999999E-4</c:v>
                </c:pt>
                <c:pt idx="76">
                  <c:v>1.63902694E-4</c:v>
                </c:pt>
                <c:pt idx="77">
                  <c:v>9.0059661000000394E-5</c:v>
                </c:pt>
                <c:pt idx="78">
                  <c:v>2.43848457E-4</c:v>
                </c:pt>
                <c:pt idx="79">
                  <c:v>3.2440449300000002E-4</c:v>
                </c:pt>
                <c:pt idx="80">
                  <c:v>2.29296310000002E-5</c:v>
                </c:pt>
                <c:pt idx="81">
                  <c:v>3.2501476600000002E-4</c:v>
                </c:pt>
                <c:pt idx="82">
                  <c:v>4.1237821000000099E-5</c:v>
                </c:pt>
                <c:pt idx="83">
                  <c:v>3.4759486700000001E-4</c:v>
                </c:pt>
                <c:pt idx="84">
                  <c:v>2.5727446299999998E-4</c:v>
                </c:pt>
                <c:pt idx="85">
                  <c:v>3.5064623200000003E-4</c:v>
                </c:pt>
                <c:pt idx="86">
                  <c:v>3.2257367400000001E-4</c:v>
                </c:pt>
                <c:pt idx="87">
                  <c:v>1.9197525199999999E-4</c:v>
                </c:pt>
                <c:pt idx="88">
                  <c:v>3.4149213699999998E-4</c:v>
                </c:pt>
                <c:pt idx="89">
                  <c:v>1.1019867E-4</c:v>
                </c:pt>
                <c:pt idx="90">
                  <c:v>1.76718427E-4</c:v>
                </c:pt>
                <c:pt idx="91">
                  <c:v>1.4559450399999999E-4</c:v>
                </c:pt>
                <c:pt idx="92">
                  <c:v>4.9171369999999999E-5</c:v>
                </c:pt>
                <c:pt idx="93">
                  <c:v>2.42627911E-4</c:v>
                </c:pt>
                <c:pt idx="94">
                  <c:v>2.1028344199999999E-4</c:v>
                </c:pt>
                <c:pt idx="95">
                  <c:v>2.5178200600000001E-4</c:v>
                </c:pt>
                <c:pt idx="96">
                  <c:v>3.2684558500000003E-4</c:v>
                </c:pt>
                <c:pt idx="97">
                  <c:v>3.68954422E-4</c:v>
                </c:pt>
                <c:pt idx="98">
                  <c:v>3.1036821400000001E-4</c:v>
                </c:pt>
                <c:pt idx="99">
                  <c:v>2.2187862900000001E-4</c:v>
                </c:pt>
                <c:pt idx="100">
                  <c:v>1.3949177399999999E-4</c:v>
                </c:pt>
                <c:pt idx="101">
                  <c:v>1.02875394E-4</c:v>
                </c:pt>
                <c:pt idx="102">
                  <c:v>3.5135090999999997E-5</c:v>
                </c:pt>
                <c:pt idx="103">
                  <c:v>6.3817922000000099E-5</c:v>
                </c:pt>
                <c:pt idx="104">
                  <c:v>1.5535887200000001E-4</c:v>
                </c:pt>
                <c:pt idx="105">
                  <c:v>1.2484522200000001E-4</c:v>
                </c:pt>
                <c:pt idx="106">
                  <c:v>1.0043430199999999E-4</c:v>
                </c:pt>
                <c:pt idx="107">
                  <c:v>1.7915951900000001E-4</c:v>
                </c:pt>
                <c:pt idx="108">
                  <c:v>1.8770334099999999E-4</c:v>
                </c:pt>
                <c:pt idx="109">
                  <c:v>2.2248890199999999E-4</c:v>
                </c:pt>
                <c:pt idx="110">
                  <c:v>2.0540125799999999E-4</c:v>
                </c:pt>
                <c:pt idx="111">
                  <c:v>2.4506900299999998E-4</c:v>
                </c:pt>
                <c:pt idx="112">
                  <c:v>3.7444687900000002E-4</c:v>
                </c:pt>
                <c:pt idx="113">
                  <c:v>4.7941383500000001E-4</c:v>
                </c:pt>
                <c:pt idx="114">
                  <c:v>5.8132942600000004E-4</c:v>
                </c:pt>
                <c:pt idx="115">
                  <c:v>5.7644724200000001E-4</c:v>
                </c:pt>
                <c:pt idx="116">
                  <c:v>4.7514192399999999E-4</c:v>
                </c:pt>
                <c:pt idx="117">
                  <c:v>3.1647094399999998E-4</c:v>
                </c:pt>
                <c:pt idx="118">
                  <c:v>8.0905566000000393E-5</c:v>
                </c:pt>
                <c:pt idx="119">
                  <c:v>2.2319358000000098E-5</c:v>
                </c:pt>
                <c:pt idx="120">
                  <c:v>1.31652630000001E-5</c:v>
                </c:pt>
                <c:pt idx="121">
                  <c:v>3.6965910000000202E-5</c:v>
                </c:pt>
                <c:pt idx="122">
                  <c:v>5.2833008000000402E-5</c:v>
                </c:pt>
                <c:pt idx="123">
                  <c:v>4.0017274999999999E-5</c:v>
                </c:pt>
                <c:pt idx="124">
                  <c:v>4.4289186000000398E-5</c:v>
                </c:pt>
                <c:pt idx="125">
                  <c:v>1.13250035E-4</c:v>
                </c:pt>
                <c:pt idx="126">
                  <c:v>6.4428195000000102E-5</c:v>
                </c:pt>
                <c:pt idx="127">
                  <c:v>1.4681505E-4</c:v>
                </c:pt>
                <c:pt idx="128">
                  <c:v>2.2187862900000001E-4</c:v>
                </c:pt>
                <c:pt idx="129">
                  <c:v>1.3460959E-4</c:v>
                </c:pt>
                <c:pt idx="130">
                  <c:v>2.18827264E-4</c:v>
                </c:pt>
                <c:pt idx="131">
                  <c:v>2.6642855800000002E-4</c:v>
                </c:pt>
                <c:pt idx="132">
                  <c:v>5.3067676699999997E-4</c:v>
                </c:pt>
                <c:pt idx="133">
                  <c:v>3.9153452299999999E-4</c:v>
                </c:pt>
                <c:pt idx="134">
                  <c:v>6.9728129600000002E-4</c:v>
                </c:pt>
                <c:pt idx="135">
                  <c:v>4.1411462399999999E-4</c:v>
                </c:pt>
                <c:pt idx="136">
                  <c:v>3.0182439200000002E-4</c:v>
                </c:pt>
                <c:pt idx="137">
                  <c:v>2.4140736499999999E-4</c:v>
                </c:pt>
                <c:pt idx="138">
                  <c:v>1.2240413E-4</c:v>
                </c:pt>
                <c:pt idx="139">
                  <c:v>1.57799964E-4</c:v>
                </c:pt>
                <c:pt idx="140">
                  <c:v>1.5047668799999999E-4</c:v>
                </c:pt>
                <c:pt idx="141">
                  <c:v>1.52307507E-4</c:v>
                </c:pt>
                <c:pt idx="142">
                  <c:v>1.19352765E-4</c:v>
                </c:pt>
                <c:pt idx="143">
                  <c:v>2.2065808300000001E-4</c:v>
                </c:pt>
                <c:pt idx="144">
                  <c:v>1.71836243E-4</c:v>
                </c:pt>
                <c:pt idx="145">
                  <c:v>1.8953416E-4</c:v>
                </c:pt>
                <c:pt idx="146">
                  <c:v>2.30422451E-4</c:v>
                </c:pt>
                <c:pt idx="147">
                  <c:v>1.9563689E-4</c:v>
                </c:pt>
                <c:pt idx="148">
                  <c:v>1.7915951900000001E-4</c:v>
                </c:pt>
                <c:pt idx="149">
                  <c:v>2.3408408899999999E-4</c:v>
                </c:pt>
                <c:pt idx="150">
                  <c:v>1.6024105600000001E-4</c:v>
                </c:pt>
                <c:pt idx="151">
                  <c:v>2.6398746600000001E-4</c:v>
                </c:pt>
                <c:pt idx="152">
                  <c:v>4.2082762700000002E-4</c:v>
                </c:pt>
                <c:pt idx="153">
                  <c:v>2.84736748E-4</c:v>
                </c:pt>
                <c:pt idx="154">
                  <c:v>3.3783049900000002E-4</c:v>
                </c:pt>
                <c:pt idx="155">
                  <c:v>2.7009019599999999E-4</c:v>
                </c:pt>
                <c:pt idx="156">
                  <c:v>1.21793857E-4</c:v>
                </c:pt>
                <c:pt idx="157">
                  <c:v>2.8961893200000002E-4</c:v>
                </c:pt>
                <c:pt idx="158">
                  <c:v>1.5657941799999999E-4</c:v>
                </c:pt>
                <c:pt idx="159">
                  <c:v>1.8770334099999999E-4</c:v>
                </c:pt>
                <c:pt idx="160">
                  <c:v>1.5291778E-4</c:v>
                </c:pt>
                <c:pt idx="161">
                  <c:v>2.00519074E-4</c:v>
                </c:pt>
                <c:pt idx="162">
                  <c:v>2.3530463499999999E-4</c:v>
                </c:pt>
                <c:pt idx="163">
                  <c:v>2.3225327000000001E-4</c:v>
                </c:pt>
                <c:pt idx="164">
                  <c:v>2.37745727E-4</c:v>
                </c:pt>
                <c:pt idx="165">
                  <c:v>2.2859163199999999E-4</c:v>
                </c:pt>
                <c:pt idx="166">
                  <c:v>2.19437537E-4</c:v>
                </c:pt>
                <c:pt idx="167">
                  <c:v>1.77938973E-4</c:v>
                </c:pt>
                <c:pt idx="168">
                  <c:v>1.6085132900000001E-4</c:v>
                </c:pt>
                <c:pt idx="169">
                  <c:v>2.2126835600000001E-4</c:v>
                </c:pt>
                <c:pt idx="170">
                  <c:v>2.5422309800000002E-4</c:v>
                </c:pt>
                <c:pt idx="171">
                  <c:v>1.57799964E-4</c:v>
                </c:pt>
                <c:pt idx="172">
                  <c:v>1.5291778E-4</c:v>
                </c:pt>
                <c:pt idx="173">
                  <c:v>1.9319579799999999E-4</c:v>
                </c:pt>
                <c:pt idx="174">
                  <c:v>1.9075470600000001E-4</c:v>
                </c:pt>
                <c:pt idx="175">
                  <c:v>1.9136497900000001E-4</c:v>
                </c:pt>
                <c:pt idx="176">
                  <c:v>1.6878487799999999E-4</c:v>
                </c:pt>
                <c:pt idx="177">
                  <c:v>1.8160061099999999E-4</c:v>
                </c:pt>
                <c:pt idx="178">
                  <c:v>2.5056146000000001E-4</c:v>
                </c:pt>
                <c:pt idx="179">
                  <c:v>2.2248890199999999E-4</c:v>
                </c:pt>
                <c:pt idx="180">
                  <c:v>3.2623531200000002E-4</c:v>
                </c:pt>
                <c:pt idx="181">
                  <c:v>4.1960708100000001E-4</c:v>
                </c:pt>
                <c:pt idx="182">
                  <c:v>4.2143790000000002E-4</c:v>
                </c:pt>
                <c:pt idx="183">
                  <c:v>5.3067676699999997E-4</c:v>
                </c:pt>
                <c:pt idx="184">
                  <c:v>4.4828991199999998E-4</c:v>
                </c:pt>
                <c:pt idx="185">
                  <c:v>4.0129889099999998E-4</c:v>
                </c:pt>
                <c:pt idx="186">
                  <c:v>1.99908801E-4</c:v>
                </c:pt>
                <c:pt idx="187">
                  <c:v>1.7244651600000001E-4</c:v>
                </c:pt>
                <c:pt idx="188">
                  <c:v>1.0897812400000001E-4</c:v>
                </c:pt>
                <c:pt idx="189">
                  <c:v>1.07241710000003E-5</c:v>
                </c:pt>
                <c:pt idx="190">
                  <c:v>1.4376368500000001E-4</c:v>
                </c:pt>
                <c:pt idx="191">
                  <c:v>2.18827264E-4</c:v>
                </c:pt>
                <c:pt idx="192">
                  <c:v>2.5056146000000001E-4</c:v>
                </c:pt>
                <c:pt idx="193">
                  <c:v>2.4079709199999999E-4</c:v>
                </c:pt>
                <c:pt idx="194">
                  <c:v>2.4140736499999999E-4</c:v>
                </c:pt>
                <c:pt idx="195">
                  <c:v>2.30422451E-4</c:v>
                </c:pt>
                <c:pt idx="196">
                  <c:v>1.9624716300000001E-4</c:v>
                </c:pt>
                <c:pt idx="197">
                  <c:v>2.31642997E-4</c:v>
                </c:pt>
                <c:pt idx="198">
                  <c:v>2.8961893200000002E-4</c:v>
                </c:pt>
                <c:pt idx="199">
                  <c:v>3.4210240999999999E-4</c:v>
                </c:pt>
                <c:pt idx="200">
                  <c:v>3.6407223799999998E-4</c:v>
                </c:pt>
                <c:pt idx="201">
                  <c:v>4.5988509899999998E-4</c:v>
                </c:pt>
                <c:pt idx="202">
                  <c:v>3.5980032700000001E-4</c:v>
                </c:pt>
                <c:pt idx="203">
                  <c:v>3.2806613099999998E-4</c:v>
                </c:pt>
                <c:pt idx="204">
                  <c:v>3.57969508E-4</c:v>
                </c:pt>
                <c:pt idx="205">
                  <c:v>2.5849500899999999E-4</c:v>
                </c:pt>
                <c:pt idx="206">
                  <c:v>2.0173962E-4</c:v>
                </c:pt>
                <c:pt idx="207">
                  <c:v>1.10808943E-4</c:v>
                </c:pt>
                <c:pt idx="208">
                  <c:v>2.2187862900000001E-4</c:v>
                </c:pt>
                <c:pt idx="209">
                  <c:v>1.7976979200000001E-4</c:v>
                </c:pt>
                <c:pt idx="210">
                  <c:v>2.5605391699999998E-4</c:v>
                </c:pt>
                <c:pt idx="211">
                  <c:v>2.6215664700000001E-4</c:v>
                </c:pt>
                <c:pt idx="212">
                  <c:v>2.5056146000000001E-4</c:v>
                </c:pt>
                <c:pt idx="213">
                  <c:v>2.8656756700000001E-4</c:v>
                </c:pt>
                <c:pt idx="214">
                  <c:v>3.2440449300000002E-4</c:v>
                </c:pt>
                <c:pt idx="215">
                  <c:v>2.7924429099999997E-4</c:v>
                </c:pt>
                <c:pt idx="216">
                  <c:v>3.4759486700000001E-4</c:v>
                </c:pt>
                <c:pt idx="217">
                  <c:v>3.4088186399999998E-4</c:v>
                </c:pt>
                <c:pt idx="218">
                  <c:v>4.0984271300000002E-4</c:v>
                </c:pt>
                <c:pt idx="219">
                  <c:v>4.3303308700000002E-4</c:v>
                </c:pt>
                <c:pt idx="220">
                  <c:v>3.5552841599999999E-4</c:v>
                </c:pt>
                <c:pt idx="221">
                  <c:v>3.57359235E-4</c:v>
                </c:pt>
                <c:pt idx="222">
                  <c:v>2.97552481E-4</c:v>
                </c:pt>
                <c:pt idx="223">
                  <c:v>2.85347021E-4</c:v>
                </c:pt>
                <c:pt idx="224">
                  <c:v>2.3286354300000001E-4</c:v>
                </c:pt>
                <c:pt idx="225">
                  <c:v>1.64512967E-4</c:v>
                </c:pt>
                <c:pt idx="226">
                  <c:v>2.1638617199999999E-4</c:v>
                </c:pt>
                <c:pt idx="227">
                  <c:v>3.0670657599999999E-4</c:v>
                </c:pt>
                <c:pt idx="228">
                  <c:v>1.8343143E-4</c:v>
                </c:pt>
                <c:pt idx="229">
                  <c:v>2.3286354300000001E-4</c:v>
                </c:pt>
                <c:pt idx="230">
                  <c:v>1.0958839699999999E-4</c:v>
                </c:pt>
                <c:pt idx="231">
                  <c:v>2.5483337100000003E-4</c:v>
                </c:pt>
                <c:pt idx="232">
                  <c:v>-5.0913401999999802E-5</c:v>
                </c:pt>
                <c:pt idx="233">
                  <c:v>1.765869319E-3</c:v>
                </c:pt>
                <c:pt idx="234">
                  <c:v>3.24089916E-3</c:v>
                </c:pt>
                <c:pt idx="235">
                  <c:v>3.7224045569999998E-3</c:v>
                </c:pt>
                <c:pt idx="236">
                  <c:v>3.4300837899999999E-3</c:v>
                </c:pt>
                <c:pt idx="237">
                  <c:v>2.525048931E-3</c:v>
                </c:pt>
                <c:pt idx="238">
                  <c:v>9.1392821099999997E-4</c:v>
                </c:pt>
                <c:pt idx="239">
                  <c:v>-1.884173494E-3</c:v>
                </c:pt>
                <c:pt idx="240">
                  <c:v>-1.6431156590000001E-3</c:v>
                </c:pt>
                <c:pt idx="241">
                  <c:v>-1.3550668030000001E-3</c:v>
                </c:pt>
                <c:pt idx="242">
                  <c:v>-1.379477723E-3</c:v>
                </c:pt>
                <c:pt idx="243">
                  <c:v>-4.5613467399999998E-4</c:v>
                </c:pt>
                <c:pt idx="244">
                  <c:v>-2.8281714200000001E-4</c:v>
                </c:pt>
                <c:pt idx="245">
                  <c:v>-1.037724843E-3</c:v>
                </c:pt>
                <c:pt idx="246">
                  <c:v>8.8933520000001599E-6</c:v>
                </c:pt>
                <c:pt idx="247">
                  <c:v>-3.27367071E-4</c:v>
                </c:pt>
                <c:pt idx="248">
                  <c:v>-6.88648687E-4</c:v>
                </c:pt>
                <c:pt idx="249">
                  <c:v>1.9197525199999999E-4</c:v>
                </c:pt>
                <c:pt idx="250">
                  <c:v>-4.5552440099999998E-4</c:v>
                </c:pt>
                <c:pt idx="251">
                  <c:v>2.1577589900000001E-4</c:v>
                </c:pt>
                <c:pt idx="252">
                  <c:v>6.1376830000000305E-5</c:v>
                </c:pt>
                <c:pt idx="253">
                  <c:v>-2.1324602E-4</c:v>
                </c:pt>
                <c:pt idx="254">
                  <c:v>2.6825937699999998E-4</c:v>
                </c:pt>
                <c:pt idx="255">
                  <c:v>-3.4140335000000001E-4</c:v>
                </c:pt>
                <c:pt idx="256">
                  <c:v>1.7366706200000001E-4</c:v>
                </c:pt>
                <c:pt idx="257">
                  <c:v>-8.02065059999999E-5</c:v>
                </c:pt>
                <c:pt idx="258">
                  <c:v>-8.02065059999999E-5</c:v>
                </c:pt>
                <c:pt idx="259">
                  <c:v>1.4925614200000001E-4</c:v>
                </c:pt>
                <c:pt idx="260">
                  <c:v>3.3914545000000303E-5</c:v>
                </c:pt>
                <c:pt idx="261">
                  <c:v>1.5535887200000001E-4</c:v>
                </c:pt>
                <c:pt idx="262">
                  <c:v>8.3346658000000201E-5</c:v>
                </c:pt>
                <c:pt idx="263">
                  <c:v>1.23624676E-4</c:v>
                </c:pt>
                <c:pt idx="264">
                  <c:v>1.5047668799999999E-4</c:v>
                </c:pt>
                <c:pt idx="265">
                  <c:v>7.1751471000000406E-5</c:v>
                </c:pt>
                <c:pt idx="266">
                  <c:v>1.19352765E-4</c:v>
                </c:pt>
                <c:pt idx="267">
                  <c:v>1.8587252200000001E-4</c:v>
                </c:pt>
                <c:pt idx="268">
                  <c:v>2.7619292600000001E-4</c:v>
                </c:pt>
                <c:pt idx="269">
                  <c:v>1.4986641500000001E-4</c:v>
                </c:pt>
                <c:pt idx="270">
                  <c:v>4.0190916399999999E-4</c:v>
                </c:pt>
                <c:pt idx="271">
                  <c:v>3.5430786999999999E-4</c:v>
                </c:pt>
                <c:pt idx="272">
                  <c:v>3.32338042E-4</c:v>
                </c:pt>
                <c:pt idx="273">
                  <c:v>5.7888833400000003E-4</c:v>
                </c:pt>
                <c:pt idx="274">
                  <c:v>3.2116060559999999E-3</c:v>
                </c:pt>
                <c:pt idx="275">
                  <c:v>4.723252277E-3</c:v>
                </c:pt>
                <c:pt idx="276">
                  <c:v>5.1199297269999998E-3</c:v>
                </c:pt>
                <c:pt idx="277">
                  <c:v>3.8999939999999999E-3</c:v>
                </c:pt>
                <c:pt idx="278">
                  <c:v>2.005096335E-3</c:v>
                </c:pt>
                <c:pt idx="279">
                  <c:v>-2.7122195500000002E-4</c:v>
                </c:pt>
                <c:pt idx="280">
                  <c:v>-1.8060585499999999E-3</c:v>
                </c:pt>
                <c:pt idx="281">
                  <c:v>-2.0062280940000001E-3</c:v>
                </c:pt>
                <c:pt idx="282">
                  <c:v>-2.037352017E-3</c:v>
                </c:pt>
                <c:pt idx="283">
                  <c:v>-1.6455567510000001E-3</c:v>
                </c:pt>
                <c:pt idx="284">
                  <c:v>-1.1487945289999999E-3</c:v>
                </c:pt>
                <c:pt idx="285">
                  <c:v>-1.1298760660000001E-3</c:v>
                </c:pt>
                <c:pt idx="286">
                  <c:v>-7.1733151799999997E-4</c:v>
                </c:pt>
                <c:pt idx="287">
                  <c:v>-5.7208654399999997E-4</c:v>
                </c:pt>
                <c:pt idx="288">
                  <c:v>-4.95802419E-4</c:v>
                </c:pt>
                <c:pt idx="289">
                  <c:v>-4.8725859700000002E-4</c:v>
                </c:pt>
                <c:pt idx="290">
                  <c:v>-1.66254999E-4</c:v>
                </c:pt>
                <c:pt idx="291">
                  <c:v>2.2859163199999999E-4</c:v>
                </c:pt>
                <c:pt idx="292">
                  <c:v>2.24929994E-4</c:v>
                </c:pt>
                <c:pt idx="293">
                  <c:v>4.9467065999999997E-4</c:v>
                </c:pt>
                <c:pt idx="294">
                  <c:v>4.2204817300000002E-4</c:v>
                </c:pt>
                <c:pt idx="295">
                  <c:v>2.19437537E-4</c:v>
                </c:pt>
                <c:pt idx="296">
                  <c:v>7.4802836000000203E-5</c:v>
                </c:pt>
                <c:pt idx="297">
                  <c:v>-1.28418073E-4</c:v>
                </c:pt>
                <c:pt idx="298">
                  <c:v>-8.3257870999999805E-5</c:v>
                </c:pt>
                <c:pt idx="299">
                  <c:v>1.1569112699999999E-4</c:v>
                </c:pt>
                <c:pt idx="300">
                  <c:v>1.01654848E-4</c:v>
                </c:pt>
                <c:pt idx="301">
                  <c:v>-8.9360600999999901E-5</c:v>
                </c:pt>
                <c:pt idx="302">
                  <c:v>6.6249573500000002E-4</c:v>
                </c:pt>
                <c:pt idx="303">
                  <c:v>8.8402483399999999E-4</c:v>
                </c:pt>
                <c:pt idx="304">
                  <c:v>9.4016995000000003E-4</c:v>
                </c:pt>
                <c:pt idx="305">
                  <c:v>5.0565557400000002E-4</c:v>
                </c:pt>
                <c:pt idx="306">
                  <c:v>1.6024105600000001E-4</c:v>
                </c:pt>
                <c:pt idx="307">
                  <c:v>-3.1149997299999998E-4</c:v>
                </c:pt>
                <c:pt idx="308">
                  <c:v>-1.46726263E-4</c:v>
                </c:pt>
                <c:pt idx="309">
                  <c:v>-1.0095578799999999E-4</c:v>
                </c:pt>
                <c:pt idx="310">
                  <c:v>-9.5463330999999603E-5</c:v>
                </c:pt>
                <c:pt idx="311">
                  <c:v>-8.3257870999999805E-5</c:v>
                </c:pt>
                <c:pt idx="312">
                  <c:v>8.7008296000000096E-5</c:v>
                </c:pt>
                <c:pt idx="313">
                  <c:v>8.8228842000000196E-5</c:v>
                </c:pt>
                <c:pt idx="314">
                  <c:v>-1.36867489999998E-5</c:v>
                </c:pt>
                <c:pt idx="315">
                  <c:v>8.3956931000000204E-5</c:v>
                </c:pt>
                <c:pt idx="316">
                  <c:v>5.1002189000000197E-5</c:v>
                </c:pt>
                <c:pt idx="317">
                  <c:v>7.29720170000001E-5</c:v>
                </c:pt>
                <c:pt idx="318">
                  <c:v>1.6085132900000001E-4</c:v>
                </c:pt>
                <c:pt idx="319">
                  <c:v>2.6591269000000101E-5</c:v>
                </c:pt>
                <c:pt idx="320">
                  <c:v>1.6878487799999999E-4</c:v>
                </c:pt>
                <c:pt idx="321">
                  <c:v>1.35219863E-4</c:v>
                </c:pt>
                <c:pt idx="322">
                  <c:v>1.2240413E-4</c:v>
                </c:pt>
                <c:pt idx="323">
                  <c:v>8.8228842000000196E-5</c:v>
                </c:pt>
                <c:pt idx="324">
                  <c:v>2.2309917499999999E-4</c:v>
                </c:pt>
                <c:pt idx="325">
                  <c:v>1.27896587E-4</c:v>
                </c:pt>
                <c:pt idx="326">
                  <c:v>4.1350435099999998E-4</c:v>
                </c:pt>
                <c:pt idx="327">
                  <c:v>7.1314839399999998E-4</c:v>
                </c:pt>
                <c:pt idx="328">
                  <c:v>7.4976477400000004E-4</c:v>
                </c:pt>
                <c:pt idx="329">
                  <c:v>7.5830859599999997E-4</c:v>
                </c:pt>
                <c:pt idx="330">
                  <c:v>3.92755069E-4</c:v>
                </c:pt>
                <c:pt idx="331">
                  <c:v>1.63902694E-4</c:v>
                </c:pt>
                <c:pt idx="332">
                  <c:v>-6.7390772999999598E-5</c:v>
                </c:pt>
                <c:pt idx="333">
                  <c:v>5.6494646000000297E-5</c:v>
                </c:pt>
                <c:pt idx="334">
                  <c:v>4.1237821000000099E-5</c:v>
                </c:pt>
                <c:pt idx="335">
                  <c:v>1.1569112699999999E-4</c:v>
                </c:pt>
                <c:pt idx="336">
                  <c:v>-2.7018349999996201E-6</c:v>
                </c:pt>
                <c:pt idx="337">
                  <c:v>2.01129347E-4</c:v>
                </c:pt>
                <c:pt idx="338">
                  <c:v>1.3827122799999999E-4</c:v>
                </c:pt>
                <c:pt idx="339">
                  <c:v>2.4628954899999999E-4</c:v>
                </c:pt>
                <c:pt idx="340">
                  <c:v>1.0897812400000001E-4</c:v>
                </c:pt>
                <c:pt idx="341">
                  <c:v>9.8603483000000297E-5</c:v>
                </c:pt>
                <c:pt idx="342">
                  <c:v>3.2318394700000001E-4</c:v>
                </c:pt>
                <c:pt idx="343">
                  <c:v>4.04960529E-4</c:v>
                </c:pt>
                <c:pt idx="344">
                  <c:v>1.7549788099999999E-4</c:v>
                </c:pt>
                <c:pt idx="345">
                  <c:v>1.70615697E-4</c:v>
                </c:pt>
                <c:pt idx="346">
                  <c:v>8.1262289300000005E-4</c:v>
                </c:pt>
                <c:pt idx="347">
                  <c:v>4.40356363E-4</c:v>
                </c:pt>
                <c:pt idx="348">
                  <c:v>8.4374681600000003E-4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B954-6240-896A-5AC4B836C13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18348944"/>
        <c:axId val="1518347984"/>
      </c:scatterChart>
      <c:valAx>
        <c:axId val="1518348944"/>
        <c:scaling>
          <c:orientation val="minMax"/>
          <c:max val="5.000000000000001E-3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rgbClr val="BFBFBF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18347984"/>
        <c:crosses val="autoZero"/>
        <c:crossBetween val="midCat"/>
      </c:valAx>
      <c:valAx>
        <c:axId val="1518347984"/>
        <c:scaling>
          <c:orientation val="minMax"/>
          <c:min val="-1.0000000000000002E-2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rgbClr val="BFBFBF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18348944"/>
        <c:crosses val="autoZero"/>
        <c:crossBetween val="midCat"/>
      </c:valAx>
    </c:plotArea>
    <c:plotVisOnly val="1"/>
    <c:dispBlanksAs val="gap"/>
    <c:showDLblsOverMax val="0"/>
    <c:extLst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>
          <a:solidFill>
            <a:schemeClr val="tx1"/>
          </a:solidFill>
          <a:latin typeface="Times New Roman" panose="02020603050405020304" pitchFamily="18" charset="0"/>
          <a:cs typeface="Times New Roman" panose="02020603050405020304" pitchFamily="18" charset="0"/>
        </a:defRPr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MX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3242175925925925"/>
          <c:y val="0.12935185185185186"/>
          <c:w val="0.81968865740740737"/>
          <c:h val="0.74129629629629634"/>
        </c:manualLayout>
      </c:layout>
      <c:scatterChart>
        <c:scatterStyle val="smoothMarker"/>
        <c:varyColors val="0"/>
        <c:ser>
          <c:idx val="0"/>
          <c:order val="0"/>
          <c:spPr>
            <a:ln w="12700" cap="rnd">
              <a:solidFill>
                <a:schemeClr val="accent6">
                  <a:lumMod val="75000"/>
                </a:schemeClr>
              </a:solidFill>
              <a:round/>
            </a:ln>
            <a:effectLst/>
          </c:spPr>
          <c:marker>
            <c:symbol val="none"/>
          </c:marker>
          <c:xVal>
            <c:numRef>
              <c:f>'[2]0.4'!$O$2:$O$350</c:f>
              <c:numCache>
                <c:formatCode>General</c:formatCode>
                <c:ptCount val="349"/>
                <c:pt idx="0">
                  <c:v>0</c:v>
                </c:pt>
                <c:pt idx="1">
                  <c:v>1.9531631402003313E-5</c:v>
                </c:pt>
                <c:pt idx="2">
                  <c:v>3.9063262899929896E-5</c:v>
                </c:pt>
                <c:pt idx="3">
                  <c:v>5.8594894401409192E-5</c:v>
                </c:pt>
                <c:pt idx="4">
                  <c:v>7.8126525899335775E-5</c:v>
                </c:pt>
                <c:pt idx="5">
                  <c:v>9.7658157301339088E-5</c:v>
                </c:pt>
                <c:pt idx="6">
                  <c:v>1.1718978879926567E-4</c:v>
                </c:pt>
                <c:pt idx="7">
                  <c:v>1.3672142030074497E-4</c:v>
                </c:pt>
                <c:pt idx="8">
                  <c:v>1.5625305180222426E-4</c:v>
                </c:pt>
                <c:pt idx="9">
                  <c:v>1.7578468320067486E-4</c:v>
                </c:pt>
                <c:pt idx="10">
                  <c:v>1.9531631470215416E-4</c:v>
                </c:pt>
                <c:pt idx="11">
                  <c:v>2.1484794620008074E-4</c:v>
                </c:pt>
                <c:pt idx="12">
                  <c:v>2.3437957770156004E-4</c:v>
                </c:pt>
                <c:pt idx="13">
                  <c:v>2.5391120919948662E-4</c:v>
                </c:pt>
                <c:pt idx="14">
                  <c:v>2.7344284060148993E-4</c:v>
                </c:pt>
                <c:pt idx="15">
                  <c:v>2.9297447209941652E-4</c:v>
                </c:pt>
                <c:pt idx="16">
                  <c:v>3.1250610360089581E-4</c:v>
                </c:pt>
                <c:pt idx="17">
                  <c:v>3.3203773510237511E-4</c:v>
                </c:pt>
                <c:pt idx="18">
                  <c:v>3.5156936650082571E-4</c:v>
                </c:pt>
                <c:pt idx="19">
                  <c:v>3.71100998002305E-4</c:v>
                </c:pt>
                <c:pt idx="20">
                  <c:v>3.9063262950023159E-4</c:v>
                </c:pt>
                <c:pt idx="21">
                  <c:v>4.1016426100171088E-4</c:v>
                </c:pt>
                <c:pt idx="22">
                  <c:v>4.2969589249963747E-4</c:v>
                </c:pt>
                <c:pt idx="23">
                  <c:v>4.4922752390164078E-4</c:v>
                </c:pt>
                <c:pt idx="24">
                  <c:v>4.6875915539956736E-4</c:v>
                </c:pt>
                <c:pt idx="25">
                  <c:v>4.8829078690104666E-4</c:v>
                </c:pt>
                <c:pt idx="26">
                  <c:v>5.0782241839897324E-4</c:v>
                </c:pt>
                <c:pt idx="27">
                  <c:v>5.2735404980097655E-4</c:v>
                </c:pt>
                <c:pt idx="28">
                  <c:v>5.4688568129890314E-4</c:v>
                </c:pt>
                <c:pt idx="29">
                  <c:v>5.6641731280038243E-4</c:v>
                </c:pt>
                <c:pt idx="30">
                  <c:v>5.8594894430186173E-4</c:v>
                </c:pt>
                <c:pt idx="31">
                  <c:v>6.0548057570031233E-4</c:v>
                </c:pt>
                <c:pt idx="32">
                  <c:v>6.2501220720179163E-4</c:v>
                </c:pt>
                <c:pt idx="33">
                  <c:v>6.4454383869971821E-4</c:v>
                </c:pt>
                <c:pt idx="34">
                  <c:v>6.640754702011975E-4</c:v>
                </c:pt>
                <c:pt idx="35">
                  <c:v>6.8360710169912409E-4</c:v>
                </c:pt>
                <c:pt idx="36">
                  <c:v>7.031387331011274E-4</c:v>
                </c:pt>
                <c:pt idx="37">
                  <c:v>7.2267036459905398E-4</c:v>
                </c:pt>
                <c:pt idx="38">
                  <c:v>7.4220199610053328E-4</c:v>
                </c:pt>
                <c:pt idx="39">
                  <c:v>7.6173362760201258E-4</c:v>
                </c:pt>
                <c:pt idx="40">
                  <c:v>7.8126525900046317E-4</c:v>
                </c:pt>
                <c:pt idx="41">
                  <c:v>8.0079689050194247E-4</c:v>
                </c:pt>
                <c:pt idx="42">
                  <c:v>8.2032852199986905E-4</c:v>
                </c:pt>
                <c:pt idx="43">
                  <c:v>8.3986015350134835E-4</c:v>
                </c:pt>
                <c:pt idx="44">
                  <c:v>8.5939178499927493E-4</c:v>
                </c:pt>
                <c:pt idx="45">
                  <c:v>8.7892341640127825E-4</c:v>
                </c:pt>
                <c:pt idx="46">
                  <c:v>8.9845504789920483E-4</c:v>
                </c:pt>
                <c:pt idx="47">
                  <c:v>9.1798667940068412E-4</c:v>
                </c:pt>
                <c:pt idx="48">
                  <c:v>9.3751831090216342E-4</c:v>
                </c:pt>
                <c:pt idx="49">
                  <c:v>9.5704994230061402E-4</c:v>
                </c:pt>
                <c:pt idx="50">
                  <c:v>9.7658157380209332E-4</c:v>
                </c:pt>
                <c:pt idx="51">
                  <c:v>9.961132053000199E-4</c:v>
                </c:pt>
                <c:pt idx="52">
                  <c:v>1.0156448368014992E-3</c:v>
                </c:pt>
                <c:pt idx="53">
                  <c:v>1.0351764681999498E-3</c:v>
                </c:pt>
                <c:pt idx="54">
                  <c:v>1.0547080997014291E-3</c:v>
                </c:pt>
                <c:pt idx="55">
                  <c:v>1.0742397311993557E-3</c:v>
                </c:pt>
                <c:pt idx="56">
                  <c:v>1.093771362700835E-3</c:v>
                </c:pt>
                <c:pt idx="57">
                  <c:v>1.1133029942023143E-3</c:v>
                </c:pt>
                <c:pt idx="58">
                  <c:v>1.1328346256007649E-3</c:v>
                </c:pt>
                <c:pt idx="59">
                  <c:v>1.1523662571022442E-3</c:v>
                </c:pt>
                <c:pt idx="60">
                  <c:v>1.1718978886001707E-3</c:v>
                </c:pt>
                <c:pt idx="61">
                  <c:v>1.19142952010165E-3</c:v>
                </c:pt>
                <c:pt idx="62">
                  <c:v>1.2109611515001006E-3</c:v>
                </c:pt>
                <c:pt idx="63">
                  <c:v>1.2304927830015799E-3</c:v>
                </c:pt>
                <c:pt idx="64">
                  <c:v>1.2500244144995065E-3</c:v>
                </c:pt>
                <c:pt idx="65">
                  <c:v>1.2695560460009858E-3</c:v>
                </c:pt>
                <c:pt idx="66">
                  <c:v>1.2890876773994364E-3</c:v>
                </c:pt>
                <c:pt idx="67">
                  <c:v>1.3086193089009157E-3</c:v>
                </c:pt>
                <c:pt idx="68">
                  <c:v>1.328150940402395E-3</c:v>
                </c:pt>
                <c:pt idx="69">
                  <c:v>1.3476825719003216E-3</c:v>
                </c:pt>
                <c:pt idx="70">
                  <c:v>1.3672142034018009E-3</c:v>
                </c:pt>
                <c:pt idx="71">
                  <c:v>1.3867458348002515E-3</c:v>
                </c:pt>
                <c:pt idx="72">
                  <c:v>1.4062774663017308E-3</c:v>
                </c:pt>
                <c:pt idx="73">
                  <c:v>1.4258090977996574E-3</c:v>
                </c:pt>
                <c:pt idx="74">
                  <c:v>1.4453407293011367E-3</c:v>
                </c:pt>
                <c:pt idx="75">
                  <c:v>1.4648723606995873E-3</c:v>
                </c:pt>
                <c:pt idx="76">
                  <c:v>1.4844039922010666E-3</c:v>
                </c:pt>
                <c:pt idx="77">
                  <c:v>1.5039356236989931E-3</c:v>
                </c:pt>
                <c:pt idx="78">
                  <c:v>1.5234672552004724E-3</c:v>
                </c:pt>
                <c:pt idx="79">
                  <c:v>1.542998886598923E-3</c:v>
                </c:pt>
                <c:pt idx="80">
                  <c:v>1.5625305181004023E-3</c:v>
                </c:pt>
                <c:pt idx="81">
                  <c:v>1.5820621496018816E-3</c:v>
                </c:pt>
                <c:pt idx="82">
                  <c:v>1.6015937810998082E-3</c:v>
                </c:pt>
                <c:pt idx="83">
                  <c:v>1.6211254126012875E-3</c:v>
                </c:pt>
                <c:pt idx="84">
                  <c:v>1.6406570439997381E-3</c:v>
                </c:pt>
                <c:pt idx="85">
                  <c:v>1.6601886755012174E-3</c:v>
                </c:pt>
                <c:pt idx="86">
                  <c:v>1.679720306999144E-3</c:v>
                </c:pt>
                <c:pt idx="87">
                  <c:v>1.6992519385006233E-3</c:v>
                </c:pt>
                <c:pt idx="88">
                  <c:v>1.7187835698990739E-3</c:v>
                </c:pt>
                <c:pt idx="89">
                  <c:v>1.7383152014005532E-3</c:v>
                </c:pt>
                <c:pt idx="90">
                  <c:v>1.7578468329020325E-3</c:v>
                </c:pt>
                <c:pt idx="91">
                  <c:v>1.7773784643999591E-3</c:v>
                </c:pt>
                <c:pt idx="92">
                  <c:v>1.7969100959014384E-3</c:v>
                </c:pt>
                <c:pt idx="93">
                  <c:v>1.816441727299889E-3</c:v>
                </c:pt>
                <c:pt idx="94">
                  <c:v>1.8359733588013682E-3</c:v>
                </c:pt>
                <c:pt idx="95">
                  <c:v>1.8555049902992948E-3</c:v>
                </c:pt>
                <c:pt idx="96">
                  <c:v>1.8750366218007741E-3</c:v>
                </c:pt>
                <c:pt idx="97">
                  <c:v>1.8945682531992247E-3</c:v>
                </c:pt>
                <c:pt idx="98">
                  <c:v>1.914099884700704E-3</c:v>
                </c:pt>
                <c:pt idx="99">
                  <c:v>1.9336315162021833E-3</c:v>
                </c:pt>
                <c:pt idx="100">
                  <c:v>1.9531631477001099E-3</c:v>
                </c:pt>
                <c:pt idx="101">
                  <c:v>1.9726947791021132E-3</c:v>
                </c:pt>
                <c:pt idx="102">
                  <c:v>1.9922264106000398E-3</c:v>
                </c:pt>
                <c:pt idx="103">
                  <c:v>2.0117580421015191E-3</c:v>
                </c:pt>
                <c:pt idx="104">
                  <c:v>2.0312896735994457E-3</c:v>
                </c:pt>
                <c:pt idx="105">
                  <c:v>2.050821305100925E-3</c:v>
                </c:pt>
                <c:pt idx="106">
                  <c:v>2.0703529364993756E-3</c:v>
                </c:pt>
                <c:pt idx="107">
                  <c:v>2.0898845680008549E-3</c:v>
                </c:pt>
                <c:pt idx="108">
                  <c:v>2.1094161995023342E-3</c:v>
                </c:pt>
                <c:pt idx="109">
                  <c:v>2.1289478310002607E-3</c:v>
                </c:pt>
                <c:pt idx="110">
                  <c:v>2.1484794624022641E-3</c:v>
                </c:pt>
                <c:pt idx="111">
                  <c:v>2.1680110939001906E-3</c:v>
                </c:pt>
                <c:pt idx="112">
                  <c:v>2.1875427254016699E-3</c:v>
                </c:pt>
                <c:pt idx="113">
                  <c:v>2.2070743568995965E-3</c:v>
                </c:pt>
                <c:pt idx="114">
                  <c:v>2.2266059884010758E-3</c:v>
                </c:pt>
                <c:pt idx="115">
                  <c:v>2.2461376197995264E-3</c:v>
                </c:pt>
                <c:pt idx="116">
                  <c:v>2.2656692513010057E-3</c:v>
                </c:pt>
                <c:pt idx="117">
                  <c:v>2.2852008827989323E-3</c:v>
                </c:pt>
                <c:pt idx="118">
                  <c:v>2.3047325143004116E-3</c:v>
                </c:pt>
                <c:pt idx="119">
                  <c:v>2.3242641456988622E-3</c:v>
                </c:pt>
                <c:pt idx="120">
                  <c:v>2.3437957772003415E-3</c:v>
                </c:pt>
                <c:pt idx="121">
                  <c:v>2.3633274087018208E-3</c:v>
                </c:pt>
                <c:pt idx="122">
                  <c:v>2.3828590401997474E-3</c:v>
                </c:pt>
                <c:pt idx="123">
                  <c:v>2.4023906716017507E-3</c:v>
                </c:pt>
                <c:pt idx="124">
                  <c:v>2.4219223030996773E-3</c:v>
                </c:pt>
                <c:pt idx="125">
                  <c:v>2.4414539346011566E-3</c:v>
                </c:pt>
                <c:pt idx="126">
                  <c:v>2.4609855660990831E-3</c:v>
                </c:pt>
                <c:pt idx="127">
                  <c:v>2.4805171976005624E-3</c:v>
                </c:pt>
                <c:pt idx="128">
                  <c:v>2.500048828999013E-3</c:v>
                </c:pt>
                <c:pt idx="129">
                  <c:v>2.5195804605004923E-3</c:v>
                </c:pt>
                <c:pt idx="130">
                  <c:v>2.5391120920019716E-3</c:v>
                </c:pt>
                <c:pt idx="131">
                  <c:v>2.5586437234998982E-3</c:v>
                </c:pt>
                <c:pt idx="132">
                  <c:v>2.5781753549019015E-3</c:v>
                </c:pt>
                <c:pt idx="133">
                  <c:v>2.5977069863998281E-3</c:v>
                </c:pt>
                <c:pt idx="134">
                  <c:v>2.6172386179013074E-3</c:v>
                </c:pt>
                <c:pt idx="135">
                  <c:v>2.636770249399234E-3</c:v>
                </c:pt>
                <c:pt idx="136">
                  <c:v>2.6563018808012373E-3</c:v>
                </c:pt>
                <c:pt idx="137">
                  <c:v>2.6758335122991639E-3</c:v>
                </c:pt>
                <c:pt idx="138">
                  <c:v>2.6953651438006432E-3</c:v>
                </c:pt>
                <c:pt idx="139">
                  <c:v>2.7148967753021225E-3</c:v>
                </c:pt>
                <c:pt idx="140">
                  <c:v>2.7344284068000491E-3</c:v>
                </c:pt>
                <c:pt idx="141">
                  <c:v>2.7539600382020524E-3</c:v>
                </c:pt>
                <c:pt idx="142">
                  <c:v>2.773491669699979E-3</c:v>
                </c:pt>
                <c:pt idx="143">
                  <c:v>2.7930233012014583E-3</c:v>
                </c:pt>
                <c:pt idx="144">
                  <c:v>2.8125549326993848E-3</c:v>
                </c:pt>
                <c:pt idx="145">
                  <c:v>2.8320865641013881E-3</c:v>
                </c:pt>
                <c:pt idx="146">
                  <c:v>2.8516181955993147E-3</c:v>
                </c:pt>
                <c:pt idx="147">
                  <c:v>2.871149827100794E-3</c:v>
                </c:pt>
                <c:pt idx="148">
                  <c:v>2.8906814586022733E-3</c:v>
                </c:pt>
                <c:pt idx="149">
                  <c:v>2.9102130901001999E-3</c:v>
                </c:pt>
                <c:pt idx="150">
                  <c:v>2.9297447215022032E-3</c:v>
                </c:pt>
                <c:pt idx="151">
                  <c:v>2.9492763530001298E-3</c:v>
                </c:pt>
                <c:pt idx="152">
                  <c:v>2.9688079845016091E-3</c:v>
                </c:pt>
                <c:pt idx="153">
                  <c:v>2.9883396159995357E-3</c:v>
                </c:pt>
                <c:pt idx="154">
                  <c:v>3.007871247401539E-3</c:v>
                </c:pt>
                <c:pt idx="155">
                  <c:v>3.0274028788994656E-3</c:v>
                </c:pt>
                <c:pt idx="156">
                  <c:v>3.0469345104009449E-3</c:v>
                </c:pt>
                <c:pt idx="157">
                  <c:v>3.0664661418988715E-3</c:v>
                </c:pt>
                <c:pt idx="158">
                  <c:v>3.0859977733008748E-3</c:v>
                </c:pt>
                <c:pt idx="159">
                  <c:v>3.1055294048023541E-3</c:v>
                </c:pt>
                <c:pt idx="160">
                  <c:v>3.1250610363002806E-3</c:v>
                </c:pt>
                <c:pt idx="161">
                  <c:v>3.1445926678017599E-3</c:v>
                </c:pt>
                <c:pt idx="162">
                  <c:v>3.1641242992996865E-3</c:v>
                </c:pt>
                <c:pt idx="163">
                  <c:v>3.1836559307016898E-3</c:v>
                </c:pt>
                <c:pt idx="164">
                  <c:v>3.2031875621996164E-3</c:v>
                </c:pt>
                <c:pt idx="165">
                  <c:v>3.2227191937010957E-3</c:v>
                </c:pt>
                <c:pt idx="166">
                  <c:v>3.2422508251990223E-3</c:v>
                </c:pt>
                <c:pt idx="167">
                  <c:v>3.2617824566010256E-3</c:v>
                </c:pt>
                <c:pt idx="168">
                  <c:v>3.2813140880989522E-3</c:v>
                </c:pt>
                <c:pt idx="169">
                  <c:v>3.3008457196004315E-3</c:v>
                </c:pt>
                <c:pt idx="170">
                  <c:v>3.3203773511019108E-3</c:v>
                </c:pt>
                <c:pt idx="171">
                  <c:v>3.3399089825998374E-3</c:v>
                </c:pt>
                <c:pt idx="172">
                  <c:v>3.3594406140018407E-3</c:v>
                </c:pt>
                <c:pt idx="173">
                  <c:v>3.3789722454997673E-3</c:v>
                </c:pt>
                <c:pt idx="174">
                  <c:v>3.3985038770012466E-3</c:v>
                </c:pt>
                <c:pt idx="175">
                  <c:v>3.4180355084991731E-3</c:v>
                </c:pt>
                <c:pt idx="176">
                  <c:v>3.4375671399011765E-3</c:v>
                </c:pt>
                <c:pt idx="177">
                  <c:v>3.457098771399103E-3</c:v>
                </c:pt>
                <c:pt idx="178">
                  <c:v>3.4766304029005823E-3</c:v>
                </c:pt>
                <c:pt idx="179">
                  <c:v>3.4961620344020616E-3</c:v>
                </c:pt>
                <c:pt idx="180">
                  <c:v>3.5156936658005122E-3</c:v>
                </c:pt>
                <c:pt idx="181">
                  <c:v>3.5352252973019915E-3</c:v>
                </c:pt>
                <c:pt idx="182">
                  <c:v>3.5547569287999181E-3</c:v>
                </c:pt>
                <c:pt idx="183">
                  <c:v>3.5742885603013974E-3</c:v>
                </c:pt>
                <c:pt idx="184">
                  <c:v>3.593820191799324E-3</c:v>
                </c:pt>
                <c:pt idx="185">
                  <c:v>3.6133518232013273E-3</c:v>
                </c:pt>
                <c:pt idx="186">
                  <c:v>3.6328834546992539E-3</c:v>
                </c:pt>
                <c:pt idx="187">
                  <c:v>3.6524150862007332E-3</c:v>
                </c:pt>
                <c:pt idx="188">
                  <c:v>3.6719467177022125E-3</c:v>
                </c:pt>
                <c:pt idx="189">
                  <c:v>3.6914783491006631E-3</c:v>
                </c:pt>
                <c:pt idx="190">
                  <c:v>3.7110099806021424E-3</c:v>
                </c:pt>
                <c:pt idx="191">
                  <c:v>3.730541612100069E-3</c:v>
                </c:pt>
                <c:pt idx="192">
                  <c:v>3.7500732436015483E-3</c:v>
                </c:pt>
                <c:pt idx="193">
                  <c:v>3.7696048749999989E-3</c:v>
                </c:pt>
                <c:pt idx="194">
                  <c:v>3.7891365065014782E-3</c:v>
                </c:pt>
                <c:pt idx="195">
                  <c:v>3.8086681379994047E-3</c:v>
                </c:pt>
                <c:pt idx="196">
                  <c:v>3.828199769500884E-3</c:v>
                </c:pt>
                <c:pt idx="197">
                  <c:v>3.8477314010023633E-3</c:v>
                </c:pt>
                <c:pt idx="198">
                  <c:v>3.8672630324008139E-3</c:v>
                </c:pt>
                <c:pt idx="199">
                  <c:v>3.8867946639022932E-3</c:v>
                </c:pt>
                <c:pt idx="200">
                  <c:v>3.9063262954002198E-3</c:v>
                </c:pt>
                <c:pt idx="201">
                  <c:v>3.9258579269016991E-3</c:v>
                </c:pt>
                <c:pt idx="202">
                  <c:v>3.9453895583001497E-3</c:v>
                </c:pt>
                <c:pt idx="203">
                  <c:v>3.964921189801629E-3</c:v>
                </c:pt>
                <c:pt idx="204">
                  <c:v>3.9844528212995556E-3</c:v>
                </c:pt>
                <c:pt idx="205">
                  <c:v>4.0039844528010349E-3</c:v>
                </c:pt>
                <c:pt idx="206">
                  <c:v>4.0235160842989615E-3</c:v>
                </c:pt>
                <c:pt idx="207">
                  <c:v>4.0430477157009648E-3</c:v>
                </c:pt>
                <c:pt idx="208">
                  <c:v>4.0625793471988914E-3</c:v>
                </c:pt>
                <c:pt idx="209">
                  <c:v>4.0821109787003707E-3</c:v>
                </c:pt>
                <c:pt idx="210">
                  <c:v>4.1016426102018499E-3</c:v>
                </c:pt>
                <c:pt idx="211">
                  <c:v>4.1211742416003005E-3</c:v>
                </c:pt>
                <c:pt idx="212">
                  <c:v>4.1407058731017798E-3</c:v>
                </c:pt>
                <c:pt idx="213">
                  <c:v>4.1602375045997064E-3</c:v>
                </c:pt>
                <c:pt idx="214">
                  <c:v>4.1797691361011857E-3</c:v>
                </c:pt>
                <c:pt idx="215">
                  <c:v>4.1993007674996363E-3</c:v>
                </c:pt>
                <c:pt idx="216">
                  <c:v>4.2188323990011156E-3</c:v>
                </c:pt>
                <c:pt idx="217">
                  <c:v>4.2383640304990422E-3</c:v>
                </c:pt>
                <c:pt idx="218">
                  <c:v>4.2578956620005215E-3</c:v>
                </c:pt>
                <c:pt idx="219">
                  <c:v>4.2774272935020008E-3</c:v>
                </c:pt>
                <c:pt idx="220">
                  <c:v>4.2969589249004514E-3</c:v>
                </c:pt>
                <c:pt idx="221">
                  <c:v>4.3164905564019307E-3</c:v>
                </c:pt>
                <c:pt idx="222">
                  <c:v>4.3360221878998573E-3</c:v>
                </c:pt>
                <c:pt idx="223">
                  <c:v>4.3555538194013366E-3</c:v>
                </c:pt>
                <c:pt idx="224">
                  <c:v>4.3750854507997872E-3</c:v>
                </c:pt>
                <c:pt idx="225">
                  <c:v>4.3946170823012665E-3</c:v>
                </c:pt>
                <c:pt idx="226">
                  <c:v>4.414148713799193E-3</c:v>
                </c:pt>
                <c:pt idx="227">
                  <c:v>4.4336803453006723E-3</c:v>
                </c:pt>
                <c:pt idx="228">
                  <c:v>4.4532119768021516E-3</c:v>
                </c:pt>
                <c:pt idx="229">
                  <c:v>4.4727436082006022E-3</c:v>
                </c:pt>
                <c:pt idx="230">
                  <c:v>4.4922752397020815E-3</c:v>
                </c:pt>
                <c:pt idx="231">
                  <c:v>4.5118068712000081E-3</c:v>
                </c:pt>
                <c:pt idx="232">
                  <c:v>4.5313385027014874E-3</c:v>
                </c:pt>
                <c:pt idx="233">
                  <c:v>4.550870134099938E-3</c:v>
                </c:pt>
                <c:pt idx="234">
                  <c:v>4.5704017656014173E-3</c:v>
                </c:pt>
                <c:pt idx="235">
                  <c:v>4.5899333970993439E-3</c:v>
                </c:pt>
                <c:pt idx="236">
                  <c:v>4.6094650286008232E-3</c:v>
                </c:pt>
                <c:pt idx="237">
                  <c:v>4.6289966599992738E-3</c:v>
                </c:pt>
                <c:pt idx="238">
                  <c:v>4.6485282915007531E-3</c:v>
                </c:pt>
                <c:pt idx="239">
                  <c:v>4.6680599230022324E-3</c:v>
                </c:pt>
                <c:pt idx="240">
                  <c:v>4.687591554500159E-3</c:v>
                </c:pt>
                <c:pt idx="241">
                  <c:v>4.7071231860016383E-3</c:v>
                </c:pt>
                <c:pt idx="242">
                  <c:v>4.7266548174000889E-3</c:v>
                </c:pt>
                <c:pt idx="243">
                  <c:v>4.7461864489015682E-3</c:v>
                </c:pt>
                <c:pt idx="244">
                  <c:v>4.7657180803994947E-3</c:v>
                </c:pt>
                <c:pt idx="245">
                  <c:v>4.785249711900974E-3</c:v>
                </c:pt>
                <c:pt idx="246">
                  <c:v>4.8047813432994246E-3</c:v>
                </c:pt>
                <c:pt idx="247">
                  <c:v>4.8243129748009039E-3</c:v>
                </c:pt>
                <c:pt idx="248">
                  <c:v>4.8438446063023832E-3</c:v>
                </c:pt>
                <c:pt idx="249">
                  <c:v>4.8633762378003098E-3</c:v>
                </c:pt>
                <c:pt idx="250">
                  <c:v>4.8829078692023131E-3</c:v>
                </c:pt>
                <c:pt idx="251">
                  <c:v>4.9024395007002397E-3</c:v>
                </c:pt>
                <c:pt idx="252">
                  <c:v>4.921971132201719E-3</c:v>
                </c:pt>
                <c:pt idx="253">
                  <c:v>4.9415027636996456E-3</c:v>
                </c:pt>
                <c:pt idx="254">
                  <c:v>4.9610343952011249E-3</c:v>
                </c:pt>
                <c:pt idx="255">
                  <c:v>4.9805660265995755E-3</c:v>
                </c:pt>
                <c:pt idx="256">
                  <c:v>5.0000976581010548E-3</c:v>
                </c:pt>
                <c:pt idx="257">
                  <c:v>5.0196292895989814E-3</c:v>
                </c:pt>
                <c:pt idx="258">
                  <c:v>5.0391609211004607E-3</c:v>
                </c:pt>
                <c:pt idx="259">
                  <c:v>5.0586925524989113E-3</c:v>
                </c:pt>
                <c:pt idx="260">
                  <c:v>5.0782241840003906E-3</c:v>
                </c:pt>
                <c:pt idx="261">
                  <c:v>5.0977558155018698E-3</c:v>
                </c:pt>
                <c:pt idx="262">
                  <c:v>5.1172874469997964E-3</c:v>
                </c:pt>
                <c:pt idx="263">
                  <c:v>5.1368190785012757E-3</c:v>
                </c:pt>
                <c:pt idx="264">
                  <c:v>5.1563507098997263E-3</c:v>
                </c:pt>
                <c:pt idx="265">
                  <c:v>5.1758823414012056E-3</c:v>
                </c:pt>
                <c:pt idx="266">
                  <c:v>5.1954139728991322E-3</c:v>
                </c:pt>
                <c:pt idx="267">
                  <c:v>5.2149456044006115E-3</c:v>
                </c:pt>
                <c:pt idx="268">
                  <c:v>5.2344772357990621E-3</c:v>
                </c:pt>
                <c:pt idx="269">
                  <c:v>5.2540088673005414E-3</c:v>
                </c:pt>
                <c:pt idx="270">
                  <c:v>5.2735404988020207E-3</c:v>
                </c:pt>
                <c:pt idx="271">
                  <c:v>5.2930721302999473E-3</c:v>
                </c:pt>
                <c:pt idx="272">
                  <c:v>5.3126037617019506E-3</c:v>
                </c:pt>
                <c:pt idx="273">
                  <c:v>5.3321353931998772E-3</c:v>
                </c:pt>
                <c:pt idx="274">
                  <c:v>5.3516670247013565E-3</c:v>
                </c:pt>
                <c:pt idx="275">
                  <c:v>5.3711986561992831E-3</c:v>
                </c:pt>
                <c:pt idx="276">
                  <c:v>5.3907302877007623E-3</c:v>
                </c:pt>
                <c:pt idx="277">
                  <c:v>5.4102619190992129E-3</c:v>
                </c:pt>
                <c:pt idx="278">
                  <c:v>5.4297935506006922E-3</c:v>
                </c:pt>
                <c:pt idx="279">
                  <c:v>5.4493251821021715E-3</c:v>
                </c:pt>
                <c:pt idx="280">
                  <c:v>5.4688568136000981E-3</c:v>
                </c:pt>
                <c:pt idx="281">
                  <c:v>5.4883884450021014E-3</c:v>
                </c:pt>
                <c:pt idx="282">
                  <c:v>5.507920076500028E-3</c:v>
                </c:pt>
                <c:pt idx="283">
                  <c:v>5.5274517080015073E-3</c:v>
                </c:pt>
                <c:pt idx="284">
                  <c:v>5.5469833394994339E-3</c:v>
                </c:pt>
                <c:pt idx="285">
                  <c:v>5.5665149709014372E-3</c:v>
                </c:pt>
                <c:pt idx="286">
                  <c:v>5.5860466023993638E-3</c:v>
                </c:pt>
                <c:pt idx="287">
                  <c:v>5.6055782339008431E-3</c:v>
                </c:pt>
                <c:pt idx="288">
                  <c:v>5.6251098654023224E-3</c:v>
                </c:pt>
                <c:pt idx="289">
                  <c:v>5.644641496900249E-3</c:v>
                </c:pt>
                <c:pt idx="290">
                  <c:v>5.6641731283022523E-3</c:v>
                </c:pt>
                <c:pt idx="291">
                  <c:v>5.6837047598001789E-3</c:v>
                </c:pt>
                <c:pt idx="292">
                  <c:v>5.7032363913016582E-3</c:v>
                </c:pt>
                <c:pt idx="293">
                  <c:v>5.7227680227995847E-3</c:v>
                </c:pt>
                <c:pt idx="294">
                  <c:v>5.7422996542015881E-3</c:v>
                </c:pt>
                <c:pt idx="295">
                  <c:v>5.7618312856995146E-3</c:v>
                </c:pt>
                <c:pt idx="296">
                  <c:v>5.7813629172009939E-3</c:v>
                </c:pt>
                <c:pt idx="297">
                  <c:v>5.8008945486989205E-3</c:v>
                </c:pt>
                <c:pt idx="298">
                  <c:v>5.8204261802003998E-3</c:v>
                </c:pt>
                <c:pt idx="299">
                  <c:v>5.8399578116024031E-3</c:v>
                </c:pt>
                <c:pt idx="300">
                  <c:v>5.8594894431003297E-3</c:v>
                </c:pt>
                <c:pt idx="301">
                  <c:v>5.879021074601809E-3</c:v>
                </c:pt>
                <c:pt idx="302">
                  <c:v>5.8985527060997356E-3</c:v>
                </c:pt>
                <c:pt idx="303">
                  <c:v>5.9180843375017389E-3</c:v>
                </c:pt>
                <c:pt idx="304">
                  <c:v>5.9376159689996655E-3</c:v>
                </c:pt>
                <c:pt idx="305">
                  <c:v>5.9571476005011448E-3</c:v>
                </c:pt>
                <c:pt idx="306">
                  <c:v>5.9766792319990714E-3</c:v>
                </c:pt>
                <c:pt idx="307">
                  <c:v>5.9962108634010747E-3</c:v>
                </c:pt>
                <c:pt idx="308">
                  <c:v>6.0157424948990013E-3</c:v>
                </c:pt>
                <c:pt idx="309">
                  <c:v>6.0352741264004806E-3</c:v>
                </c:pt>
                <c:pt idx="310">
                  <c:v>6.0548057579019599E-3</c:v>
                </c:pt>
                <c:pt idx="311">
                  <c:v>6.0743373893998864E-3</c:v>
                </c:pt>
                <c:pt idx="312">
                  <c:v>6.0938690208018897E-3</c:v>
                </c:pt>
                <c:pt idx="313">
                  <c:v>6.1134006522998163E-3</c:v>
                </c:pt>
                <c:pt idx="314">
                  <c:v>6.1329322838012956E-3</c:v>
                </c:pt>
                <c:pt idx="315">
                  <c:v>6.1524639152992222E-3</c:v>
                </c:pt>
                <c:pt idx="316">
                  <c:v>6.1719955467012255E-3</c:v>
                </c:pt>
                <c:pt idx="317">
                  <c:v>6.1915271781991521E-3</c:v>
                </c:pt>
                <c:pt idx="318">
                  <c:v>6.2110588097006314E-3</c:v>
                </c:pt>
                <c:pt idx="319">
                  <c:v>6.2305904412021107E-3</c:v>
                </c:pt>
                <c:pt idx="320">
                  <c:v>6.2501220727000373E-3</c:v>
                </c:pt>
                <c:pt idx="321">
                  <c:v>6.2696537041020406E-3</c:v>
                </c:pt>
                <c:pt idx="322">
                  <c:v>6.2891853355999672E-3</c:v>
                </c:pt>
                <c:pt idx="323">
                  <c:v>6.3087169671014465E-3</c:v>
                </c:pt>
                <c:pt idx="324">
                  <c:v>6.3282485985993731E-3</c:v>
                </c:pt>
                <c:pt idx="325">
                  <c:v>6.3477802300013764E-3</c:v>
                </c:pt>
                <c:pt idx="326">
                  <c:v>6.3673118614993029E-3</c:v>
                </c:pt>
                <c:pt idx="327">
                  <c:v>6.3868434930007822E-3</c:v>
                </c:pt>
                <c:pt idx="328">
                  <c:v>6.4063751245022615E-3</c:v>
                </c:pt>
                <c:pt idx="329">
                  <c:v>6.4259067559007121E-3</c:v>
                </c:pt>
                <c:pt idx="330">
                  <c:v>6.4454383874021914E-3</c:v>
                </c:pt>
                <c:pt idx="331">
                  <c:v>6.464970018900118E-3</c:v>
                </c:pt>
                <c:pt idx="332">
                  <c:v>6.4845016504015973E-3</c:v>
                </c:pt>
                <c:pt idx="333">
                  <c:v>6.5040332818995239E-3</c:v>
                </c:pt>
                <c:pt idx="334">
                  <c:v>6.5235649133015272E-3</c:v>
                </c:pt>
                <c:pt idx="335">
                  <c:v>6.5430965447994538E-3</c:v>
                </c:pt>
                <c:pt idx="336">
                  <c:v>6.5626281763009331E-3</c:v>
                </c:pt>
                <c:pt idx="337">
                  <c:v>6.5821598077988597E-3</c:v>
                </c:pt>
                <c:pt idx="338">
                  <c:v>6.601691439200863E-3</c:v>
                </c:pt>
                <c:pt idx="339">
                  <c:v>6.6212230707023423E-3</c:v>
                </c:pt>
                <c:pt idx="340">
                  <c:v>6.6407547022002689E-3</c:v>
                </c:pt>
                <c:pt idx="341">
                  <c:v>6.6602863337017482E-3</c:v>
                </c:pt>
                <c:pt idx="342">
                  <c:v>6.6798179651001988E-3</c:v>
                </c:pt>
                <c:pt idx="343">
                  <c:v>6.6993495966016781E-3</c:v>
                </c:pt>
                <c:pt idx="344">
                  <c:v>6.7188812280996046E-3</c:v>
                </c:pt>
                <c:pt idx="345">
                  <c:v>6.7384128596010839E-3</c:v>
                </c:pt>
                <c:pt idx="346">
                  <c:v>6.7579444910990105E-3</c:v>
                </c:pt>
                <c:pt idx="347">
                  <c:v>6.7774761225010138E-3</c:v>
                </c:pt>
                <c:pt idx="348">
                  <c:v>6.7970077539989404E-3</c:v>
                </c:pt>
              </c:numCache>
            </c:numRef>
          </c:xVal>
          <c:yVal>
            <c:numRef>
              <c:f>'[2]0.4'!$N$2:$N$350</c:f>
              <c:numCache>
                <c:formatCode>General</c:formatCode>
                <c:ptCount val="349"/>
                <c:pt idx="0">
                  <c:v>2.5361282500000002E-4</c:v>
                </c:pt>
                <c:pt idx="1">
                  <c:v>1.35830136E-4</c:v>
                </c:pt>
                <c:pt idx="2">
                  <c:v>2.3835600000000001E-4</c:v>
                </c:pt>
                <c:pt idx="3">
                  <c:v>2.1577589900000001E-4</c:v>
                </c:pt>
                <c:pt idx="4">
                  <c:v>1.88313614E-4</c:v>
                </c:pt>
                <c:pt idx="5">
                  <c:v>2.18827264E-4</c:v>
                </c:pt>
                <c:pt idx="6">
                  <c:v>1.7122597E-4</c:v>
                </c:pt>
                <c:pt idx="7">
                  <c:v>2.2370944799999999E-4</c:v>
                </c:pt>
                <c:pt idx="8">
                  <c:v>2.49951187E-4</c:v>
                </c:pt>
                <c:pt idx="9">
                  <c:v>2.9022920500000002E-4</c:v>
                </c:pt>
                <c:pt idx="10">
                  <c:v>1.8953416E-4</c:v>
                </c:pt>
                <c:pt idx="11">
                  <c:v>2.61546374E-4</c:v>
                </c:pt>
                <c:pt idx="12">
                  <c:v>2.4628954899999999E-4</c:v>
                </c:pt>
                <c:pt idx="13">
                  <c:v>1.9197525199999999E-4</c:v>
                </c:pt>
                <c:pt idx="14">
                  <c:v>2.2981217799999999E-4</c:v>
                </c:pt>
                <c:pt idx="15">
                  <c:v>2.5727446299999998E-4</c:v>
                </c:pt>
                <c:pt idx="16">
                  <c:v>2.12724534E-4</c:v>
                </c:pt>
                <c:pt idx="17">
                  <c:v>2.1028344199999999E-4</c:v>
                </c:pt>
                <c:pt idx="18">
                  <c:v>1.5169723399999999E-4</c:v>
                </c:pt>
                <c:pt idx="19">
                  <c:v>1.3094795200000001E-4</c:v>
                </c:pt>
                <c:pt idx="20">
                  <c:v>1.8038006499999999E-4</c:v>
                </c:pt>
                <c:pt idx="21">
                  <c:v>2.5239227900000002E-4</c:v>
                </c:pt>
                <c:pt idx="22">
                  <c:v>1.7915951900000001E-4</c:v>
                </c:pt>
                <c:pt idx="23">
                  <c:v>2.4751009499999999E-4</c:v>
                </c:pt>
                <c:pt idx="24">
                  <c:v>2.0479098499999999E-4</c:v>
                </c:pt>
                <c:pt idx="25">
                  <c:v>2.0173962E-4</c:v>
                </c:pt>
                <c:pt idx="26">
                  <c:v>1.88313614E-4</c:v>
                </c:pt>
                <c:pt idx="27">
                  <c:v>3.3111749599999999E-4</c:v>
                </c:pt>
                <c:pt idx="28">
                  <c:v>8.4679818099999999E-4</c:v>
                </c:pt>
                <c:pt idx="29">
                  <c:v>4.0147253239999998E-3</c:v>
                </c:pt>
                <c:pt idx="30">
                  <c:v>1.1590044072999999E-2</c:v>
                </c:pt>
                <c:pt idx="31">
                  <c:v>1.6610149771000001E-2</c:v>
                </c:pt>
                <c:pt idx="32">
                  <c:v>1.2570752784E-2</c:v>
                </c:pt>
                <c:pt idx="33">
                  <c:v>3.7822113109999998E-3</c:v>
                </c:pt>
                <c:pt idx="34">
                  <c:v>-3.7601526959999999E-3</c:v>
                </c:pt>
                <c:pt idx="35">
                  <c:v>-6.111534565E-3</c:v>
                </c:pt>
                <c:pt idx="36">
                  <c:v>-5.7728330499999996E-3</c:v>
                </c:pt>
                <c:pt idx="37">
                  <c:v>-4.8549824579999998E-3</c:v>
                </c:pt>
                <c:pt idx="38">
                  <c:v>-4.4235194470000003E-3</c:v>
                </c:pt>
                <c:pt idx="39">
                  <c:v>-2.9448279680000002E-3</c:v>
                </c:pt>
                <c:pt idx="40">
                  <c:v>-2.798972721E-3</c:v>
                </c:pt>
                <c:pt idx="41">
                  <c:v>-2.2338599230000001E-3</c:v>
                </c:pt>
                <c:pt idx="42">
                  <c:v>-2.0861738569999998E-3</c:v>
                </c:pt>
                <c:pt idx="43">
                  <c:v>-1.196395823E-3</c:v>
                </c:pt>
                <c:pt idx="44">
                  <c:v>-1.4783419490000001E-3</c:v>
                </c:pt>
                <c:pt idx="45">
                  <c:v>-1.3385894320000001E-3</c:v>
                </c:pt>
                <c:pt idx="46">
                  <c:v>-6.7705350000000001E-4</c:v>
                </c:pt>
                <c:pt idx="47">
                  <c:v>-8.1253410599999997E-4</c:v>
                </c:pt>
                <c:pt idx="48">
                  <c:v>-3.6947590800000003E-4</c:v>
                </c:pt>
                <c:pt idx="49">
                  <c:v>-7.3075752400000003E-4</c:v>
                </c:pt>
                <c:pt idx="50">
                  <c:v>3.09147668E-4</c:v>
                </c:pt>
                <c:pt idx="51">
                  <c:v>9.5115486399999997E-4</c:v>
                </c:pt>
                <c:pt idx="52">
                  <c:v>1.359427501E-3</c:v>
                </c:pt>
                <c:pt idx="53">
                  <c:v>8.7242964699999999E-4</c:v>
                </c:pt>
                <c:pt idx="54">
                  <c:v>-8.6309235999999602E-5</c:v>
                </c:pt>
                <c:pt idx="55">
                  <c:v>-4.5430385499999998E-4</c:v>
                </c:pt>
                <c:pt idx="56">
                  <c:v>-4.4514975999999999E-4</c:v>
                </c:pt>
                <c:pt idx="57">
                  <c:v>-2.90750691E-4</c:v>
                </c:pt>
                <c:pt idx="58">
                  <c:v>-1.5771117699999999E-4</c:v>
                </c:pt>
                <c:pt idx="59">
                  <c:v>6.3817922000000099E-5</c:v>
                </c:pt>
                <c:pt idx="60">
                  <c:v>3.8665233900000002E-4</c:v>
                </c:pt>
                <c:pt idx="61">
                  <c:v>3.1158876000000001E-4</c:v>
                </c:pt>
                <c:pt idx="62">
                  <c:v>1.2850686E-4</c:v>
                </c:pt>
                <c:pt idx="63">
                  <c:v>-9.8514695999999901E-5</c:v>
                </c:pt>
                <c:pt idx="64">
                  <c:v>-1.02176334E-4</c:v>
                </c:pt>
                <c:pt idx="65">
                  <c:v>-1.2475643500000001E-4</c:v>
                </c:pt>
                <c:pt idx="66">
                  <c:v>5.95460110000001E-5</c:v>
                </c:pt>
                <c:pt idx="67">
                  <c:v>3.4393322899999999E-4</c:v>
                </c:pt>
                <c:pt idx="68">
                  <c:v>5.2091239900000003E-4</c:v>
                </c:pt>
                <c:pt idx="69">
                  <c:v>6.3381290399999995E-4</c:v>
                </c:pt>
                <c:pt idx="70">
                  <c:v>3.69564695E-4</c:v>
                </c:pt>
                <c:pt idx="71">
                  <c:v>1.6878487799999999E-4</c:v>
                </c:pt>
                <c:pt idx="72">
                  <c:v>-1.4297021999999801E-5</c:v>
                </c:pt>
                <c:pt idx="73">
                  <c:v>-3.5656576999999699E-5</c:v>
                </c:pt>
                <c:pt idx="74">
                  <c:v>-1.23535889E-4</c:v>
                </c:pt>
                <c:pt idx="75">
                  <c:v>-2.42539124E-4</c:v>
                </c:pt>
                <c:pt idx="76">
                  <c:v>-1.8090155099999999E-4</c:v>
                </c:pt>
                <c:pt idx="77">
                  <c:v>-2.5892208999999601E-5</c:v>
                </c:pt>
                <c:pt idx="78">
                  <c:v>-2.7112754999999701E-5</c:v>
                </c:pt>
                <c:pt idx="79">
                  <c:v>2.9572166199999999E-4</c:v>
                </c:pt>
                <c:pt idx="80">
                  <c:v>5.3494867800000004E-4</c:v>
                </c:pt>
                <c:pt idx="81">
                  <c:v>6.8629638199999997E-4</c:v>
                </c:pt>
                <c:pt idx="82">
                  <c:v>9.9204315499999999E-4</c:v>
                </c:pt>
                <c:pt idx="83">
                  <c:v>4.6171591799999998E-4</c:v>
                </c:pt>
                <c:pt idx="84">
                  <c:v>2.0173962E-4</c:v>
                </c:pt>
                <c:pt idx="85">
                  <c:v>-2.4620076200000001E-4</c:v>
                </c:pt>
                <c:pt idx="86">
                  <c:v>-1.40623533E-4</c:v>
                </c:pt>
                <c:pt idx="87">
                  <c:v>-2.2117956900000001E-4</c:v>
                </c:pt>
                <c:pt idx="88">
                  <c:v>4.3068640000000297E-5</c:v>
                </c:pt>
                <c:pt idx="89">
                  <c:v>-1.79586599999997E-5</c:v>
                </c:pt>
                <c:pt idx="90">
                  <c:v>2.4140736499999999E-4</c:v>
                </c:pt>
                <c:pt idx="91">
                  <c:v>2.12724534E-4</c:v>
                </c:pt>
                <c:pt idx="92">
                  <c:v>2.7680319900000002E-4</c:v>
                </c:pt>
                <c:pt idx="93">
                  <c:v>4.1960708100000001E-4</c:v>
                </c:pt>
                <c:pt idx="94">
                  <c:v>4.3364336000000002E-4</c:v>
                </c:pt>
                <c:pt idx="95">
                  <c:v>1.5535887200000001E-4</c:v>
                </c:pt>
                <c:pt idx="96">
                  <c:v>1.1508085400000001E-4</c:v>
                </c:pt>
                <c:pt idx="97">
                  <c:v>-6.7390772999999598E-5</c:v>
                </c:pt>
                <c:pt idx="98">
                  <c:v>8.5177477000000304E-5</c:v>
                </c:pt>
                <c:pt idx="99">
                  <c:v>1.63902694E-4</c:v>
                </c:pt>
                <c:pt idx="100">
                  <c:v>2.6459773900000002E-4</c:v>
                </c:pt>
                <c:pt idx="101">
                  <c:v>5.2701512899999995E-4</c:v>
                </c:pt>
                <c:pt idx="102">
                  <c:v>4.7331110499999998E-4</c:v>
                </c:pt>
                <c:pt idx="103">
                  <c:v>4.4401800100000001E-4</c:v>
                </c:pt>
                <c:pt idx="104">
                  <c:v>2.3530463499999999E-4</c:v>
                </c:pt>
                <c:pt idx="105">
                  <c:v>1.9746770900000001E-4</c:v>
                </c:pt>
                <c:pt idx="106">
                  <c:v>-4.5326539999997898E-6</c:v>
                </c:pt>
                <c:pt idx="107">
                  <c:v>8.3346658000000201E-5</c:v>
                </c:pt>
                <c:pt idx="108">
                  <c:v>2.6591269000000101E-5</c:v>
                </c:pt>
                <c:pt idx="109">
                  <c:v>1.6207187499999999E-4</c:v>
                </c:pt>
                <c:pt idx="110">
                  <c:v>3.1769148999999998E-4</c:v>
                </c:pt>
                <c:pt idx="111">
                  <c:v>4.7392137799999999E-4</c:v>
                </c:pt>
                <c:pt idx="112">
                  <c:v>5.9902734299999995E-4</c:v>
                </c:pt>
                <c:pt idx="113">
                  <c:v>4.3547417899999997E-4</c:v>
                </c:pt>
                <c:pt idx="114">
                  <c:v>1.9197525199999999E-4</c:v>
                </c:pt>
                <c:pt idx="115">
                  <c:v>1.01654848E-4</c:v>
                </c:pt>
                <c:pt idx="116">
                  <c:v>-6.9221591999999796E-5</c:v>
                </c:pt>
                <c:pt idx="117">
                  <c:v>-5.5185312999999699E-5</c:v>
                </c:pt>
                <c:pt idx="118">
                  <c:v>-1.2466202999999699E-5</c:v>
                </c:pt>
                <c:pt idx="119">
                  <c:v>7.7854201000000095E-5</c:v>
                </c:pt>
                <c:pt idx="120">
                  <c:v>1.07241710000003E-5</c:v>
                </c:pt>
                <c:pt idx="121">
                  <c:v>5.4053554000000001E-5</c:v>
                </c:pt>
                <c:pt idx="122">
                  <c:v>4.4289186000000398E-5</c:v>
                </c:pt>
                <c:pt idx="123">
                  <c:v>1.7366706200000001E-4</c:v>
                </c:pt>
                <c:pt idx="124">
                  <c:v>1.3460959E-4</c:v>
                </c:pt>
                <c:pt idx="125">
                  <c:v>4.1899680800000001E-4</c:v>
                </c:pt>
                <c:pt idx="126">
                  <c:v>7.3572849500000003E-4</c:v>
                </c:pt>
                <c:pt idx="127">
                  <c:v>7.3694904100000003E-4</c:v>
                </c:pt>
                <c:pt idx="128">
                  <c:v>5.5203632200000001E-4</c:v>
                </c:pt>
                <c:pt idx="129">
                  <c:v>2.25540267E-4</c:v>
                </c:pt>
                <c:pt idx="130">
                  <c:v>-1.9179205999999899E-5</c:v>
                </c:pt>
                <c:pt idx="131">
                  <c:v>-1.19874251E-4</c:v>
                </c:pt>
                <c:pt idx="132">
                  <c:v>-1.01566061E-4</c:v>
                </c:pt>
                <c:pt idx="133">
                  <c:v>-3.9928487999999603E-5</c:v>
                </c:pt>
                <c:pt idx="134">
                  <c:v>4.1848094000000197E-5</c:v>
                </c:pt>
                <c:pt idx="135">
                  <c:v>6.1376830000000305E-5</c:v>
                </c:pt>
                <c:pt idx="136">
                  <c:v>8.7008296000000096E-5</c:v>
                </c:pt>
                <c:pt idx="137">
                  <c:v>7.9685020000000307E-5</c:v>
                </c:pt>
                <c:pt idx="138">
                  <c:v>8.7008296000000096E-5</c:v>
                </c:pt>
                <c:pt idx="139">
                  <c:v>2.9877302700000001E-4</c:v>
                </c:pt>
                <c:pt idx="140">
                  <c:v>3.20742855E-4</c:v>
                </c:pt>
                <c:pt idx="141">
                  <c:v>1.7427733499999999E-4</c:v>
                </c:pt>
                <c:pt idx="142">
                  <c:v>3.2257367400000001E-4</c:v>
                </c:pt>
                <c:pt idx="143">
                  <c:v>2.84736748E-4</c:v>
                </c:pt>
                <c:pt idx="144">
                  <c:v>4.3730499799999998E-4</c:v>
                </c:pt>
                <c:pt idx="145">
                  <c:v>2.9022920500000002E-4</c:v>
                </c:pt>
                <c:pt idx="146">
                  <c:v>2.2309917499999999E-4</c:v>
                </c:pt>
                <c:pt idx="147">
                  <c:v>2.30422451E-4</c:v>
                </c:pt>
                <c:pt idx="148">
                  <c:v>1.53528053E-4</c:v>
                </c:pt>
                <c:pt idx="149">
                  <c:v>1.07147305E-4</c:v>
                </c:pt>
                <c:pt idx="150">
                  <c:v>2.8290592899999999E-4</c:v>
                </c:pt>
                <c:pt idx="151">
                  <c:v>3.09147668E-4</c:v>
                </c:pt>
                <c:pt idx="152">
                  <c:v>3.7444687900000002E-4</c:v>
                </c:pt>
                <c:pt idx="153">
                  <c:v>3.2257367400000001E-4</c:v>
                </c:pt>
                <c:pt idx="154">
                  <c:v>2.3530463499999999E-4</c:v>
                </c:pt>
                <c:pt idx="155">
                  <c:v>2.6886964999999998E-4</c:v>
                </c:pt>
                <c:pt idx="156">
                  <c:v>1.8465197600000001E-4</c:v>
                </c:pt>
                <c:pt idx="157">
                  <c:v>1.7976979200000001E-4</c:v>
                </c:pt>
                <c:pt idx="158">
                  <c:v>9.4331572000000305E-5</c:v>
                </c:pt>
                <c:pt idx="159">
                  <c:v>1.99908801E-4</c:v>
                </c:pt>
                <c:pt idx="160">
                  <c:v>1.02265121E-4</c:v>
                </c:pt>
                <c:pt idx="161">
                  <c:v>1.7427733499999999E-4</c:v>
                </c:pt>
                <c:pt idx="162">
                  <c:v>2.6886964999999998E-4</c:v>
                </c:pt>
                <c:pt idx="163">
                  <c:v>3.6285169200000003E-4</c:v>
                </c:pt>
                <c:pt idx="164">
                  <c:v>3.21963401E-4</c:v>
                </c:pt>
                <c:pt idx="165">
                  <c:v>3.9885779900000003E-4</c:v>
                </c:pt>
                <c:pt idx="166">
                  <c:v>4.1106325900000003E-4</c:v>
                </c:pt>
                <c:pt idx="167">
                  <c:v>2.9206002399999998E-4</c:v>
                </c:pt>
                <c:pt idx="168">
                  <c:v>2.8046483699999998E-4</c:v>
                </c:pt>
                <c:pt idx="169">
                  <c:v>1.10808943E-4</c:v>
                </c:pt>
                <c:pt idx="170">
                  <c:v>1.5902051E-4</c:v>
                </c:pt>
                <c:pt idx="171">
                  <c:v>2.1699644499999999E-4</c:v>
                </c:pt>
                <c:pt idx="172">
                  <c:v>1.16911673E-4</c:v>
                </c:pt>
                <c:pt idx="173">
                  <c:v>2.5483337100000003E-4</c:v>
                </c:pt>
                <c:pt idx="174">
                  <c:v>1.19963038E-4</c:v>
                </c:pt>
                <c:pt idx="175">
                  <c:v>1.13860308E-4</c:v>
                </c:pt>
                <c:pt idx="176">
                  <c:v>2.1455535300000001E-4</c:v>
                </c:pt>
                <c:pt idx="177">
                  <c:v>1.33999317E-4</c:v>
                </c:pt>
                <c:pt idx="178">
                  <c:v>6.9920652000000195E-5</c:v>
                </c:pt>
                <c:pt idx="179">
                  <c:v>1.5413832600000001E-4</c:v>
                </c:pt>
                <c:pt idx="180">
                  <c:v>1.0409594E-4</c:v>
                </c:pt>
                <c:pt idx="181">
                  <c:v>1.17521946E-4</c:v>
                </c:pt>
                <c:pt idx="182">
                  <c:v>8.4567204000000302E-5</c:v>
                </c:pt>
                <c:pt idx="183">
                  <c:v>1.19352765E-4</c:v>
                </c:pt>
                <c:pt idx="184">
                  <c:v>1.4315341200000001E-4</c:v>
                </c:pt>
                <c:pt idx="185">
                  <c:v>1.7427733499999999E-4</c:v>
                </c:pt>
                <c:pt idx="186">
                  <c:v>1.9685743600000001E-4</c:v>
                </c:pt>
                <c:pt idx="187">
                  <c:v>1.9319579799999999E-4</c:v>
                </c:pt>
                <c:pt idx="188">
                  <c:v>2.48730641E-4</c:v>
                </c:pt>
                <c:pt idx="189">
                  <c:v>3.3722022600000002E-4</c:v>
                </c:pt>
                <c:pt idx="190">
                  <c:v>3.5247705099999998E-4</c:v>
                </c:pt>
                <c:pt idx="191">
                  <c:v>4.04960529E-4</c:v>
                </c:pt>
                <c:pt idx="192">
                  <c:v>3.09757941E-4</c:v>
                </c:pt>
                <c:pt idx="193">
                  <c:v>3.1891203599999999E-4</c:v>
                </c:pt>
                <c:pt idx="194">
                  <c:v>2.9083947800000003E-4</c:v>
                </c:pt>
                <c:pt idx="195">
                  <c:v>2.6215664700000001E-4</c:v>
                </c:pt>
                <c:pt idx="196">
                  <c:v>3.0060384600000002E-4</c:v>
                </c:pt>
                <c:pt idx="197">
                  <c:v>2.37135454E-4</c:v>
                </c:pt>
                <c:pt idx="198">
                  <c:v>2.7619292600000001E-4</c:v>
                </c:pt>
                <c:pt idx="199">
                  <c:v>3.3111749599999999E-4</c:v>
                </c:pt>
                <c:pt idx="200">
                  <c:v>2.6886964999999998E-4</c:v>
                </c:pt>
                <c:pt idx="201">
                  <c:v>3.6285169200000003E-4</c:v>
                </c:pt>
                <c:pt idx="202">
                  <c:v>1.63902694E-4</c:v>
                </c:pt>
                <c:pt idx="203">
                  <c:v>2.0173962E-4</c:v>
                </c:pt>
                <c:pt idx="204">
                  <c:v>7.0530925000000306E-5</c:v>
                </c:pt>
                <c:pt idx="205">
                  <c:v>5.7715192000000397E-5</c:v>
                </c:pt>
                <c:pt idx="206">
                  <c:v>1.1263976199999999E-4</c:v>
                </c:pt>
                <c:pt idx="207">
                  <c:v>2.13334807E-4</c:v>
                </c:pt>
                <c:pt idx="208">
                  <c:v>1.3460959E-4</c:v>
                </c:pt>
                <c:pt idx="209">
                  <c:v>2.72531288E-4</c:v>
                </c:pt>
                <c:pt idx="210">
                  <c:v>5.1969185300000003E-4</c:v>
                </c:pt>
                <c:pt idx="211">
                  <c:v>5.7827806099999997E-4</c:v>
                </c:pt>
                <c:pt idx="212">
                  <c:v>6.9117856599999999E-4</c:v>
                </c:pt>
                <c:pt idx="213">
                  <c:v>4.6110564499999998E-4</c:v>
                </c:pt>
                <c:pt idx="214">
                  <c:v>1.82210884E-4</c:v>
                </c:pt>
                <c:pt idx="215">
                  <c:v>7.7243927999999997E-5</c:v>
                </c:pt>
                <c:pt idx="216">
                  <c:v>7.0530925000000306E-5</c:v>
                </c:pt>
                <c:pt idx="217">
                  <c:v>-2.8943573999999899E-5</c:v>
                </c:pt>
                <c:pt idx="218">
                  <c:v>-1.4297021999999801E-5</c:v>
                </c:pt>
                <c:pt idx="219">
                  <c:v>2.1516562600000001E-4</c:v>
                </c:pt>
                <c:pt idx="220">
                  <c:v>4.4289186000000398E-5</c:v>
                </c:pt>
                <c:pt idx="221">
                  <c:v>1.5291778E-4</c:v>
                </c:pt>
                <c:pt idx="222">
                  <c:v>1.02875394E-4</c:v>
                </c:pt>
                <c:pt idx="223">
                  <c:v>1.0043430199999999E-4</c:v>
                </c:pt>
                <c:pt idx="224">
                  <c:v>1.3888150099999999E-4</c:v>
                </c:pt>
                <c:pt idx="225">
                  <c:v>2.19437537E-4</c:v>
                </c:pt>
                <c:pt idx="226">
                  <c:v>2.5239227900000002E-4</c:v>
                </c:pt>
                <c:pt idx="227">
                  <c:v>1.4235061659999999E-3</c:v>
                </c:pt>
                <c:pt idx="228">
                  <c:v>2.1381358489999999E-3</c:v>
                </c:pt>
                <c:pt idx="229">
                  <c:v>2.1088427450000002E-3</c:v>
                </c:pt>
                <c:pt idx="230">
                  <c:v>2.7239979289999999E-3</c:v>
                </c:pt>
                <c:pt idx="231">
                  <c:v>1.558986772E-3</c:v>
                </c:pt>
                <c:pt idx="232">
                  <c:v>2.047205172E-3</c:v>
                </c:pt>
                <c:pt idx="233">
                  <c:v>-3.1943352200000002E-4</c:v>
                </c:pt>
                <c:pt idx="234">
                  <c:v>-9.40691436E-4</c:v>
                </c:pt>
                <c:pt idx="235">
                  <c:v>-9.5960989900000003E-4</c:v>
                </c:pt>
                <c:pt idx="236">
                  <c:v>-5.3424961800000001E-4</c:v>
                </c:pt>
                <c:pt idx="237">
                  <c:v>-3.1149997299999998E-4</c:v>
                </c:pt>
                <c:pt idx="238">
                  <c:v>-1.024298837E-3</c:v>
                </c:pt>
                <c:pt idx="239">
                  <c:v>-3.27977344E-4</c:v>
                </c:pt>
                <c:pt idx="240">
                  <c:v>-4.1280529100000001E-4</c:v>
                </c:pt>
                <c:pt idx="241">
                  <c:v>-3.4140335000000001E-4</c:v>
                </c:pt>
                <c:pt idx="242">
                  <c:v>2.0488539000000399E-5</c:v>
                </c:pt>
                <c:pt idx="243">
                  <c:v>-1.2780779999999999E-4</c:v>
                </c:pt>
                <c:pt idx="244">
                  <c:v>-5.7016131999999897E-5</c:v>
                </c:pt>
                <c:pt idx="245">
                  <c:v>9.5036250000002202E-6</c:v>
                </c:pt>
                <c:pt idx="246">
                  <c:v>2.29296310000002E-5</c:v>
                </c:pt>
                <c:pt idx="247">
                  <c:v>6.0766557000000201E-5</c:v>
                </c:pt>
                <c:pt idx="248">
                  <c:v>6.4428195000000102E-5</c:v>
                </c:pt>
                <c:pt idx="249">
                  <c:v>3.87967290000004E-5</c:v>
                </c:pt>
                <c:pt idx="250">
                  <c:v>1.82210884E-4</c:v>
                </c:pt>
                <c:pt idx="251">
                  <c:v>5.1612462000000302E-5</c:v>
                </c:pt>
                <c:pt idx="252">
                  <c:v>1.2423494900000001E-4</c:v>
                </c:pt>
                <c:pt idx="253">
                  <c:v>7.6023382000000398E-5</c:v>
                </c:pt>
                <c:pt idx="254">
                  <c:v>1.1263976199999999E-4</c:v>
                </c:pt>
                <c:pt idx="255">
                  <c:v>4.0017274999999999E-5</c:v>
                </c:pt>
                <c:pt idx="256">
                  <c:v>2.3539904000000199E-5</c:v>
                </c:pt>
                <c:pt idx="257">
                  <c:v>1.5413832600000001E-4</c:v>
                </c:pt>
                <c:pt idx="258">
                  <c:v>1.2118358400000001E-4</c:v>
                </c:pt>
                <c:pt idx="259">
                  <c:v>4.42187182E-4</c:v>
                </c:pt>
                <c:pt idx="260">
                  <c:v>4.77583016E-4</c:v>
                </c:pt>
                <c:pt idx="261">
                  <c:v>6.2404853600000001E-4</c:v>
                </c:pt>
                <c:pt idx="262">
                  <c:v>5.5691850600000003E-4</c:v>
                </c:pt>
                <c:pt idx="263">
                  <c:v>4.1228380499999998E-4</c:v>
                </c:pt>
                <c:pt idx="264">
                  <c:v>2.3469436199999999E-4</c:v>
                </c:pt>
                <c:pt idx="265">
                  <c:v>6.2597376000000406E-5</c:v>
                </c:pt>
                <c:pt idx="266">
                  <c:v>3.8186456000000302E-5</c:v>
                </c:pt>
                <c:pt idx="267">
                  <c:v>-6.1898315999999899E-5</c:v>
                </c:pt>
                <c:pt idx="268">
                  <c:v>1.20573311E-4</c:v>
                </c:pt>
                <c:pt idx="269">
                  <c:v>1.3338904399999999E-4</c:v>
                </c:pt>
                <c:pt idx="270">
                  <c:v>1.5902051E-4</c:v>
                </c:pt>
                <c:pt idx="271">
                  <c:v>1.5657941799999999E-4</c:v>
                </c:pt>
                <c:pt idx="272">
                  <c:v>1.57799964E-4</c:v>
                </c:pt>
                <c:pt idx="273">
                  <c:v>1.47425323E-4</c:v>
                </c:pt>
                <c:pt idx="274">
                  <c:v>3.0548602999999998E-4</c:v>
                </c:pt>
                <c:pt idx="275">
                  <c:v>5.2823567499999996E-4</c:v>
                </c:pt>
                <c:pt idx="276">
                  <c:v>1.4790410089999999E-3</c:v>
                </c:pt>
                <c:pt idx="277">
                  <c:v>2.8442217099999998E-3</c:v>
                </c:pt>
                <c:pt idx="278">
                  <c:v>3.0895514560000002E-3</c:v>
                </c:pt>
                <c:pt idx="279">
                  <c:v>2.8997565529999998E-3</c:v>
                </c:pt>
                <c:pt idx="280">
                  <c:v>8.6388582499999996E-4</c:v>
                </c:pt>
                <c:pt idx="281">
                  <c:v>1.25549900000001E-5</c:v>
                </c:pt>
                <c:pt idx="282">
                  <c:v>-8.5647376199999995E-4</c:v>
                </c:pt>
                <c:pt idx="283">
                  <c:v>-1.4411152960000001E-3</c:v>
                </c:pt>
                <c:pt idx="284">
                  <c:v>-8.9553123400000002E-4</c:v>
                </c:pt>
                <c:pt idx="285">
                  <c:v>-1.9798919500000001E-4</c:v>
                </c:pt>
                <c:pt idx="286">
                  <c:v>2.6337719300000001E-4</c:v>
                </c:pt>
                <c:pt idx="287">
                  <c:v>6.1550471399999997E-4</c:v>
                </c:pt>
                <c:pt idx="288">
                  <c:v>2.35914908E-4</c:v>
                </c:pt>
                <c:pt idx="289">
                  <c:v>-4.6528876900000003E-4</c:v>
                </c:pt>
                <c:pt idx="290">
                  <c:v>-5.7696872799999999E-4</c:v>
                </c:pt>
                <c:pt idx="291">
                  <c:v>-6.1053374299999998E-4</c:v>
                </c:pt>
                <c:pt idx="292">
                  <c:v>-4.0853337999999999E-4</c:v>
                </c:pt>
                <c:pt idx="293">
                  <c:v>-2.8281714200000001E-4</c:v>
                </c:pt>
                <c:pt idx="294">
                  <c:v>-3.02956151E-4</c:v>
                </c:pt>
                <c:pt idx="295">
                  <c:v>-2.0592274399999999E-4</c:v>
                </c:pt>
                <c:pt idx="296">
                  <c:v>-1.9249673799999999E-4</c:v>
                </c:pt>
                <c:pt idx="297">
                  <c:v>-1.4977762800000001E-4</c:v>
                </c:pt>
                <c:pt idx="298">
                  <c:v>3.20837260000002E-5</c:v>
                </c:pt>
                <c:pt idx="299">
                  <c:v>1.1813221900000001E-4</c:v>
                </c:pt>
                <c:pt idx="300">
                  <c:v>2.12724534E-4</c:v>
                </c:pt>
                <c:pt idx="301">
                  <c:v>1.56063550000004E-5</c:v>
                </c:pt>
                <c:pt idx="302">
                  <c:v>8.2736385000000104E-5</c:v>
                </c:pt>
                <c:pt idx="303">
                  <c:v>1.58410237E-4</c:v>
                </c:pt>
                <c:pt idx="304">
                  <c:v>5.71049190000003E-5</c:v>
                </c:pt>
                <c:pt idx="305">
                  <c:v>1.8526224900000001E-4</c:v>
                </c:pt>
                <c:pt idx="306">
                  <c:v>1.41932866E-4</c:v>
                </c:pt>
                <c:pt idx="307">
                  <c:v>2.0845262300000001E-4</c:v>
                </c:pt>
                <c:pt idx="308">
                  <c:v>5.1541994199999996E-4</c:v>
                </c:pt>
                <c:pt idx="309">
                  <c:v>3.7810851699999999E-4</c:v>
                </c:pt>
                <c:pt idx="310">
                  <c:v>6.3625399599999996E-4</c:v>
                </c:pt>
                <c:pt idx="311">
                  <c:v>2.49340914E-4</c:v>
                </c:pt>
                <c:pt idx="312">
                  <c:v>1.9014443300000001E-4</c:v>
                </c:pt>
                <c:pt idx="313">
                  <c:v>1.0043430199999999E-4</c:v>
                </c:pt>
                <c:pt idx="314">
                  <c:v>1.4996082000000299E-5</c:v>
                </c:pt>
                <c:pt idx="315">
                  <c:v>9.7382937000000197E-5</c:v>
                </c:pt>
                <c:pt idx="316">
                  <c:v>1.8404170300000001E-4</c:v>
                </c:pt>
                <c:pt idx="317">
                  <c:v>2.7009019599999999E-4</c:v>
                </c:pt>
                <c:pt idx="318">
                  <c:v>6.8089833000000105E-5</c:v>
                </c:pt>
                <c:pt idx="319">
                  <c:v>2.5422309800000002E-4</c:v>
                </c:pt>
                <c:pt idx="320">
                  <c:v>2.4079709199999999E-4</c:v>
                </c:pt>
                <c:pt idx="321">
                  <c:v>3.2806613099999998E-4</c:v>
                </c:pt>
                <c:pt idx="322">
                  <c:v>1.0409594E-4</c:v>
                </c:pt>
                <c:pt idx="323">
                  <c:v>4.28150903E-4</c:v>
                </c:pt>
                <c:pt idx="324">
                  <c:v>6.7653201400000003E-4</c:v>
                </c:pt>
                <c:pt idx="325">
                  <c:v>5.2457403700000005E-4</c:v>
                </c:pt>
                <c:pt idx="326">
                  <c:v>7.4549286299999996E-4</c:v>
                </c:pt>
                <c:pt idx="327">
                  <c:v>2.7802374500000002E-4</c:v>
                </c:pt>
                <c:pt idx="328">
                  <c:v>4.28150903E-4</c:v>
                </c:pt>
                <c:pt idx="329">
                  <c:v>-3.93182149999996E-5</c:v>
                </c:pt>
                <c:pt idx="330">
                  <c:v>1.6268214799999999E-4</c:v>
                </c:pt>
                <c:pt idx="331">
                  <c:v>6.7479560000000401E-5</c:v>
                </c:pt>
                <c:pt idx="332">
                  <c:v>1.8648279499999999E-4</c:v>
                </c:pt>
                <c:pt idx="333">
                  <c:v>8.7008296000000096E-5</c:v>
                </c:pt>
                <c:pt idx="334">
                  <c:v>1.65733513E-4</c:v>
                </c:pt>
                <c:pt idx="335">
                  <c:v>5.6494646000000297E-5</c:v>
                </c:pt>
                <c:pt idx="336">
                  <c:v>1.0348566699999999E-4</c:v>
                </c:pt>
                <c:pt idx="337">
                  <c:v>1.3460959E-4</c:v>
                </c:pt>
                <c:pt idx="338">
                  <c:v>1.70615697E-4</c:v>
                </c:pt>
                <c:pt idx="339">
                  <c:v>1.7427733499999999E-4</c:v>
                </c:pt>
                <c:pt idx="340">
                  <c:v>2.6825937699999998E-4</c:v>
                </c:pt>
                <c:pt idx="341">
                  <c:v>8.2736385000000104E-5</c:v>
                </c:pt>
                <c:pt idx="342">
                  <c:v>5.5508768699999997E-4</c:v>
                </c:pt>
                <c:pt idx="343">
                  <c:v>5.3067676699999997E-4</c:v>
                </c:pt>
                <c:pt idx="344">
                  <c:v>7.7478596699999999E-4</c:v>
                </c:pt>
                <c:pt idx="345">
                  <c:v>4.7270083199999998E-4</c:v>
                </c:pt>
                <c:pt idx="346">
                  <c:v>3.3172776899999999E-4</c:v>
                </c:pt>
                <c:pt idx="347">
                  <c:v>1.8404170300000001E-4</c:v>
                </c:pt>
                <c:pt idx="348">
                  <c:v>-2.34511169999998E-5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7C3-A84D-B66F-3E2676C255B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18348944"/>
        <c:axId val="1518347984"/>
      </c:scatterChart>
      <c:valAx>
        <c:axId val="1518348944"/>
        <c:scaling>
          <c:orientation val="minMax"/>
          <c:max val="5.000000000000001E-3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rgbClr val="BFBFBF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18347984"/>
        <c:crosses val="autoZero"/>
        <c:crossBetween val="midCat"/>
      </c:valAx>
      <c:valAx>
        <c:axId val="1518347984"/>
        <c:scaling>
          <c:orientation val="minMax"/>
          <c:min val="-1.0000000000000002E-2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rgbClr val="BFBFBF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18348944"/>
        <c:crosses val="autoZero"/>
        <c:crossBetween val="midCat"/>
      </c:valAx>
    </c:plotArea>
    <c:plotVisOnly val="1"/>
    <c:dispBlanksAs val="gap"/>
    <c:showDLblsOverMax val="0"/>
    <c:extLst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>
          <a:solidFill>
            <a:schemeClr val="tx1"/>
          </a:solidFill>
          <a:latin typeface="Times New Roman" panose="02020603050405020304" pitchFamily="18" charset="0"/>
          <a:cs typeface="Times New Roman" panose="02020603050405020304" pitchFamily="18" charset="0"/>
        </a:defRPr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MX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3242175925925925"/>
          <c:y val="0.12935185185185186"/>
          <c:w val="0.81968865740740737"/>
          <c:h val="0.74129629629629634"/>
        </c:manualLayout>
      </c:layout>
      <c:scatterChart>
        <c:scatterStyle val="smoothMarker"/>
        <c:varyColors val="0"/>
        <c:ser>
          <c:idx val="0"/>
          <c:order val="0"/>
          <c:spPr>
            <a:ln w="12700" cap="rnd">
              <a:solidFill>
                <a:schemeClr val="accent6">
                  <a:lumMod val="75000"/>
                </a:schemeClr>
              </a:solidFill>
              <a:round/>
            </a:ln>
            <a:effectLst/>
          </c:spPr>
          <c:marker>
            <c:symbol val="none"/>
          </c:marker>
          <c:xVal>
            <c:numRef>
              <c:f>'[2]0.4'!$X$2:$X$350</c:f>
              <c:numCache>
                <c:formatCode>General</c:formatCode>
                <c:ptCount val="349"/>
                <c:pt idx="0">
                  <c:v>0</c:v>
                </c:pt>
                <c:pt idx="1">
                  <c:v>1.9531631501479296E-5</c:v>
                </c:pt>
                <c:pt idx="2">
                  <c:v>3.906326290348261E-5</c:v>
                </c:pt>
                <c:pt idx="3">
                  <c:v>5.8594894397856478E-5</c:v>
                </c:pt>
                <c:pt idx="4">
                  <c:v>7.8126525899335775E-5</c:v>
                </c:pt>
                <c:pt idx="5">
                  <c:v>9.7658157400815071E-5</c:v>
                </c:pt>
                <c:pt idx="6">
                  <c:v>1.1718978880281838E-4</c:v>
                </c:pt>
                <c:pt idx="7">
                  <c:v>1.3672142030429768E-4</c:v>
                </c:pt>
                <c:pt idx="8">
                  <c:v>1.5625305179867155E-4</c:v>
                </c:pt>
                <c:pt idx="9">
                  <c:v>1.7578468330015085E-4</c:v>
                </c:pt>
                <c:pt idx="10">
                  <c:v>1.9531631480163014E-4</c:v>
                </c:pt>
                <c:pt idx="11">
                  <c:v>2.1484794620363346E-4</c:v>
                </c:pt>
                <c:pt idx="12">
                  <c:v>2.3437957769800732E-4</c:v>
                </c:pt>
                <c:pt idx="13">
                  <c:v>2.5391120919948662E-4</c:v>
                </c:pt>
                <c:pt idx="14">
                  <c:v>2.7344284070096592E-4</c:v>
                </c:pt>
                <c:pt idx="15">
                  <c:v>2.9297447210296923E-4</c:v>
                </c:pt>
                <c:pt idx="16">
                  <c:v>3.1250610360444853E-4</c:v>
                </c:pt>
                <c:pt idx="17">
                  <c:v>3.320377350988224E-4</c:v>
                </c:pt>
                <c:pt idx="18">
                  <c:v>3.5156936660030169E-4</c:v>
                </c:pt>
                <c:pt idx="19">
                  <c:v>3.7110099810178099E-4</c:v>
                </c:pt>
                <c:pt idx="20">
                  <c:v>3.906326295037843E-4</c:v>
                </c:pt>
                <c:pt idx="21">
                  <c:v>4.1016426099815817E-4</c:v>
                </c:pt>
                <c:pt idx="22">
                  <c:v>4.2969589249963747E-4</c:v>
                </c:pt>
                <c:pt idx="23">
                  <c:v>4.4922752400111676E-4</c:v>
                </c:pt>
                <c:pt idx="24">
                  <c:v>4.6875915540312008E-4</c:v>
                </c:pt>
                <c:pt idx="25">
                  <c:v>4.8829078690459937E-4</c:v>
                </c:pt>
                <c:pt idx="26">
                  <c:v>5.0782241839897324E-4</c:v>
                </c:pt>
                <c:pt idx="27">
                  <c:v>5.2735404990045254E-4</c:v>
                </c:pt>
                <c:pt idx="28">
                  <c:v>5.4688568130245585E-4</c:v>
                </c:pt>
                <c:pt idx="29">
                  <c:v>5.6641731280393515E-4</c:v>
                </c:pt>
                <c:pt idx="30">
                  <c:v>5.8594894429830902E-4</c:v>
                </c:pt>
                <c:pt idx="31">
                  <c:v>6.0548057579978831E-4</c:v>
                </c:pt>
                <c:pt idx="32">
                  <c:v>6.2501220730126761E-4</c:v>
                </c:pt>
                <c:pt idx="33">
                  <c:v>6.4454383870327092E-4</c:v>
                </c:pt>
                <c:pt idx="34">
                  <c:v>6.6407547020475022E-4</c:v>
                </c:pt>
                <c:pt idx="35">
                  <c:v>6.8360710169912409E-4</c:v>
                </c:pt>
                <c:pt idx="36">
                  <c:v>7.0313873320060338E-4</c:v>
                </c:pt>
                <c:pt idx="37">
                  <c:v>7.226703646026067E-4</c:v>
                </c:pt>
                <c:pt idx="38">
                  <c:v>7.4220199610408599E-4</c:v>
                </c:pt>
                <c:pt idx="39">
                  <c:v>7.6173362759845986E-4</c:v>
                </c:pt>
                <c:pt idx="40">
                  <c:v>7.8126525909993916E-4</c:v>
                </c:pt>
                <c:pt idx="41">
                  <c:v>8.0079689050194247E-4</c:v>
                </c:pt>
                <c:pt idx="42">
                  <c:v>8.2032852200342177E-4</c:v>
                </c:pt>
                <c:pt idx="43">
                  <c:v>8.3986015350490106E-4</c:v>
                </c:pt>
                <c:pt idx="44">
                  <c:v>8.5939178499927493E-4</c:v>
                </c:pt>
                <c:pt idx="45">
                  <c:v>8.7892341650075423E-4</c:v>
                </c:pt>
                <c:pt idx="46">
                  <c:v>8.9845504790275754E-4</c:v>
                </c:pt>
                <c:pt idx="47">
                  <c:v>9.1798667940423684E-4</c:v>
                </c:pt>
                <c:pt idx="48">
                  <c:v>9.3751831089861071E-4</c:v>
                </c:pt>
                <c:pt idx="49">
                  <c:v>9.5704994240009E-4</c:v>
                </c:pt>
                <c:pt idx="50">
                  <c:v>9.7658157380209332E-4</c:v>
                </c:pt>
                <c:pt idx="51">
                  <c:v>9.9611320530357261E-4</c:v>
                </c:pt>
                <c:pt idx="52">
                  <c:v>1.0156448367979465E-3</c:v>
                </c:pt>
                <c:pt idx="53">
                  <c:v>1.0351764682994258E-3</c:v>
                </c:pt>
                <c:pt idx="54">
                  <c:v>1.0547080998009051E-3</c:v>
                </c:pt>
                <c:pt idx="55">
                  <c:v>1.0742397312029084E-3</c:v>
                </c:pt>
                <c:pt idx="56">
                  <c:v>1.0937713627043877E-3</c:v>
                </c:pt>
                <c:pt idx="57">
                  <c:v>1.1133029941987616E-3</c:v>
                </c:pt>
                <c:pt idx="58">
                  <c:v>1.1328346257002408E-3</c:v>
                </c:pt>
                <c:pt idx="59">
                  <c:v>1.1523662571022442E-3</c:v>
                </c:pt>
                <c:pt idx="60">
                  <c:v>1.1718978886037235E-3</c:v>
                </c:pt>
                <c:pt idx="61">
                  <c:v>1.1914295200980973E-3</c:v>
                </c:pt>
                <c:pt idx="62">
                  <c:v>1.2109611515995766E-3</c:v>
                </c:pt>
                <c:pt idx="63">
                  <c:v>1.2304927830015799E-3</c:v>
                </c:pt>
                <c:pt idx="64">
                  <c:v>1.2500244145030592E-3</c:v>
                </c:pt>
                <c:pt idx="65">
                  <c:v>1.2695560460045385E-3</c:v>
                </c:pt>
                <c:pt idx="66">
                  <c:v>1.2890876774989124E-3</c:v>
                </c:pt>
                <c:pt idx="67">
                  <c:v>1.3086193090003917E-3</c:v>
                </c:pt>
                <c:pt idx="68">
                  <c:v>1.328150940402395E-3</c:v>
                </c:pt>
                <c:pt idx="69">
                  <c:v>1.3476825719038743E-3</c:v>
                </c:pt>
                <c:pt idx="70">
                  <c:v>1.3672142033982482E-3</c:v>
                </c:pt>
                <c:pt idx="71">
                  <c:v>1.3867458348997275E-3</c:v>
                </c:pt>
                <c:pt idx="72">
                  <c:v>1.4062774663017308E-3</c:v>
                </c:pt>
                <c:pt idx="73">
                  <c:v>1.4258090978032101E-3</c:v>
                </c:pt>
                <c:pt idx="74">
                  <c:v>1.4453407293046894E-3</c:v>
                </c:pt>
                <c:pt idx="75">
                  <c:v>1.4648723607990632E-3</c:v>
                </c:pt>
                <c:pt idx="76">
                  <c:v>1.4844039923005425E-3</c:v>
                </c:pt>
                <c:pt idx="77">
                  <c:v>1.5039356237025459E-3</c:v>
                </c:pt>
                <c:pt idx="78">
                  <c:v>1.5234672552040252E-3</c:v>
                </c:pt>
                <c:pt idx="79">
                  <c:v>1.542998886698399E-3</c:v>
                </c:pt>
                <c:pt idx="80">
                  <c:v>1.5625305181998783E-3</c:v>
                </c:pt>
                <c:pt idx="81">
                  <c:v>1.5820621496018816E-3</c:v>
                </c:pt>
                <c:pt idx="82">
                  <c:v>1.6015937811033609E-3</c:v>
                </c:pt>
                <c:pt idx="83">
                  <c:v>1.6211254126048402E-3</c:v>
                </c:pt>
                <c:pt idx="84">
                  <c:v>1.6406570440992141E-3</c:v>
                </c:pt>
                <c:pt idx="85">
                  <c:v>1.6601886755012174E-3</c:v>
                </c:pt>
                <c:pt idx="86">
                  <c:v>1.6797203070026967E-3</c:v>
                </c:pt>
                <c:pt idx="87">
                  <c:v>1.699251938504176E-3</c:v>
                </c:pt>
                <c:pt idx="88">
                  <c:v>1.7187835699985499E-3</c:v>
                </c:pt>
                <c:pt idx="89">
                  <c:v>1.7383152015000292E-3</c:v>
                </c:pt>
                <c:pt idx="90">
                  <c:v>1.7578468329020325E-3</c:v>
                </c:pt>
                <c:pt idx="91">
                  <c:v>1.7773784644035118E-3</c:v>
                </c:pt>
                <c:pt idx="92">
                  <c:v>1.7969100958978856E-3</c:v>
                </c:pt>
                <c:pt idx="93">
                  <c:v>1.8164417273993649E-3</c:v>
                </c:pt>
                <c:pt idx="94">
                  <c:v>1.8359733588013682E-3</c:v>
                </c:pt>
                <c:pt idx="95">
                  <c:v>1.8555049903028475E-3</c:v>
                </c:pt>
                <c:pt idx="96">
                  <c:v>1.8750366218043268E-3</c:v>
                </c:pt>
                <c:pt idx="97">
                  <c:v>1.8945682532987007E-3</c:v>
                </c:pt>
                <c:pt idx="98">
                  <c:v>1.914099884700704E-3</c:v>
                </c:pt>
                <c:pt idx="99">
                  <c:v>1.9336315162021833E-3</c:v>
                </c:pt>
                <c:pt idx="100">
                  <c:v>1.9531631477036626E-3</c:v>
                </c:pt>
                <c:pt idx="101">
                  <c:v>1.9726947791980365E-3</c:v>
                </c:pt>
                <c:pt idx="102">
                  <c:v>1.9922264106995158E-3</c:v>
                </c:pt>
                <c:pt idx="103">
                  <c:v>2.0117580421015191E-3</c:v>
                </c:pt>
                <c:pt idx="104">
                  <c:v>2.0312896736029984E-3</c:v>
                </c:pt>
                <c:pt idx="105">
                  <c:v>2.0508213051044777E-3</c:v>
                </c:pt>
                <c:pt idx="106">
                  <c:v>2.0703529365988516E-3</c:v>
                </c:pt>
                <c:pt idx="107">
                  <c:v>2.0898845680008549E-3</c:v>
                </c:pt>
                <c:pt idx="108">
                  <c:v>2.1094161995023342E-3</c:v>
                </c:pt>
                <c:pt idx="109">
                  <c:v>2.1289478310038135E-3</c:v>
                </c:pt>
                <c:pt idx="110">
                  <c:v>2.1484794624981873E-3</c:v>
                </c:pt>
                <c:pt idx="111">
                  <c:v>2.1680110939996666E-3</c:v>
                </c:pt>
                <c:pt idx="112">
                  <c:v>2.1875427254016699E-3</c:v>
                </c:pt>
                <c:pt idx="113">
                  <c:v>2.2070743569031492E-3</c:v>
                </c:pt>
                <c:pt idx="114">
                  <c:v>2.2266059884046285E-3</c:v>
                </c:pt>
                <c:pt idx="115">
                  <c:v>2.2461376198990024E-3</c:v>
                </c:pt>
                <c:pt idx="116">
                  <c:v>2.2656692513010057E-3</c:v>
                </c:pt>
                <c:pt idx="117">
                  <c:v>2.285200882802485E-3</c:v>
                </c:pt>
                <c:pt idx="118">
                  <c:v>2.3047325143039643E-3</c:v>
                </c:pt>
                <c:pt idx="119">
                  <c:v>2.3242641457983382E-3</c:v>
                </c:pt>
                <c:pt idx="120">
                  <c:v>2.3437957772003415E-3</c:v>
                </c:pt>
                <c:pt idx="121">
                  <c:v>2.3633274087018208E-3</c:v>
                </c:pt>
                <c:pt idx="122">
                  <c:v>2.3828590402033001E-3</c:v>
                </c:pt>
                <c:pt idx="123">
                  <c:v>2.4023906717047794E-3</c:v>
                </c:pt>
                <c:pt idx="124">
                  <c:v>2.4219223031991532E-3</c:v>
                </c:pt>
                <c:pt idx="125">
                  <c:v>2.4414539346011566E-3</c:v>
                </c:pt>
                <c:pt idx="126">
                  <c:v>2.4609855661026359E-3</c:v>
                </c:pt>
                <c:pt idx="127">
                  <c:v>2.4805171976041152E-3</c:v>
                </c:pt>
                <c:pt idx="128">
                  <c:v>2.500048829098489E-3</c:v>
                </c:pt>
                <c:pt idx="129">
                  <c:v>2.5195804605004923E-3</c:v>
                </c:pt>
                <c:pt idx="130">
                  <c:v>2.5391120920019716E-3</c:v>
                </c:pt>
                <c:pt idx="131">
                  <c:v>2.5586437235034509E-3</c:v>
                </c:pt>
                <c:pt idx="132">
                  <c:v>2.5781753550049302E-3</c:v>
                </c:pt>
                <c:pt idx="133">
                  <c:v>2.5977069864993041E-3</c:v>
                </c:pt>
                <c:pt idx="134">
                  <c:v>2.6172386179013074E-3</c:v>
                </c:pt>
                <c:pt idx="135">
                  <c:v>2.6367702494027867E-3</c:v>
                </c:pt>
                <c:pt idx="136">
                  <c:v>2.656301880904266E-3</c:v>
                </c:pt>
                <c:pt idx="137">
                  <c:v>2.6758335123986399E-3</c:v>
                </c:pt>
                <c:pt idx="138">
                  <c:v>2.6953651438006432E-3</c:v>
                </c:pt>
                <c:pt idx="139">
                  <c:v>2.7148967753021225E-3</c:v>
                </c:pt>
                <c:pt idx="140">
                  <c:v>2.7344284068036018E-3</c:v>
                </c:pt>
                <c:pt idx="141">
                  <c:v>2.7539600382979756E-3</c:v>
                </c:pt>
                <c:pt idx="142">
                  <c:v>2.773491669699979E-3</c:v>
                </c:pt>
                <c:pt idx="143">
                  <c:v>2.7930233012014583E-3</c:v>
                </c:pt>
                <c:pt idx="144">
                  <c:v>2.8125549327029375E-3</c:v>
                </c:pt>
                <c:pt idx="145">
                  <c:v>2.8320865642044168E-3</c:v>
                </c:pt>
                <c:pt idx="146">
                  <c:v>2.8516181956987907E-3</c:v>
                </c:pt>
                <c:pt idx="147">
                  <c:v>2.871149827100794E-3</c:v>
                </c:pt>
                <c:pt idx="148">
                  <c:v>2.8906814586022733E-3</c:v>
                </c:pt>
                <c:pt idx="149">
                  <c:v>2.9102130901037526E-3</c:v>
                </c:pt>
                <c:pt idx="150">
                  <c:v>2.9297447215981265E-3</c:v>
                </c:pt>
                <c:pt idx="151">
                  <c:v>2.9492763530001298E-3</c:v>
                </c:pt>
                <c:pt idx="152">
                  <c:v>2.9688079845016091E-3</c:v>
                </c:pt>
                <c:pt idx="153">
                  <c:v>2.9883396160030884E-3</c:v>
                </c:pt>
                <c:pt idx="154">
                  <c:v>3.0078712475045677E-3</c:v>
                </c:pt>
                <c:pt idx="155">
                  <c:v>3.0274028788994656E-3</c:v>
                </c:pt>
                <c:pt idx="156">
                  <c:v>3.0469345104009449E-3</c:v>
                </c:pt>
                <c:pt idx="157">
                  <c:v>3.0664661419024242E-3</c:v>
                </c:pt>
                <c:pt idx="158">
                  <c:v>3.0859977734039035E-3</c:v>
                </c:pt>
                <c:pt idx="159">
                  <c:v>3.1055294048982773E-3</c:v>
                </c:pt>
                <c:pt idx="160">
                  <c:v>3.1250610363002806E-3</c:v>
                </c:pt>
                <c:pt idx="161">
                  <c:v>3.1445926678017599E-3</c:v>
                </c:pt>
                <c:pt idx="162">
                  <c:v>3.1641242993032392E-3</c:v>
                </c:pt>
                <c:pt idx="163">
                  <c:v>3.1836559308047185E-3</c:v>
                </c:pt>
                <c:pt idx="164">
                  <c:v>3.2031875621996164E-3</c:v>
                </c:pt>
                <c:pt idx="165">
                  <c:v>3.2227191937010957E-3</c:v>
                </c:pt>
                <c:pt idx="166">
                  <c:v>3.242250825202575E-3</c:v>
                </c:pt>
                <c:pt idx="167">
                  <c:v>3.2617824567040543E-3</c:v>
                </c:pt>
                <c:pt idx="168">
                  <c:v>3.2813140881984282E-3</c:v>
                </c:pt>
                <c:pt idx="169">
                  <c:v>3.3008457196004315E-3</c:v>
                </c:pt>
                <c:pt idx="170">
                  <c:v>3.3203773511019108E-3</c:v>
                </c:pt>
                <c:pt idx="171">
                  <c:v>3.3399089826033901E-3</c:v>
                </c:pt>
                <c:pt idx="172">
                  <c:v>3.3594406141048694E-3</c:v>
                </c:pt>
                <c:pt idx="173">
                  <c:v>3.3789722454997673E-3</c:v>
                </c:pt>
                <c:pt idx="174">
                  <c:v>3.3985038770012466E-3</c:v>
                </c:pt>
                <c:pt idx="175">
                  <c:v>3.4180355085027259E-3</c:v>
                </c:pt>
                <c:pt idx="176">
                  <c:v>3.4375671400042052E-3</c:v>
                </c:pt>
                <c:pt idx="177">
                  <c:v>3.457098771399103E-3</c:v>
                </c:pt>
                <c:pt idx="178">
                  <c:v>3.4766304029005823E-3</c:v>
                </c:pt>
                <c:pt idx="179">
                  <c:v>3.4961620344020616E-3</c:v>
                </c:pt>
                <c:pt idx="180">
                  <c:v>3.5156936659035409E-3</c:v>
                </c:pt>
                <c:pt idx="181">
                  <c:v>3.5352252973979148E-3</c:v>
                </c:pt>
                <c:pt idx="182">
                  <c:v>3.5547569287999181E-3</c:v>
                </c:pt>
                <c:pt idx="183">
                  <c:v>3.5742885603013974E-3</c:v>
                </c:pt>
                <c:pt idx="184">
                  <c:v>3.5938201918028767E-3</c:v>
                </c:pt>
                <c:pt idx="185">
                  <c:v>3.613351823304356E-3</c:v>
                </c:pt>
                <c:pt idx="186">
                  <c:v>3.6328834546992539E-3</c:v>
                </c:pt>
                <c:pt idx="187">
                  <c:v>3.6524150862007332E-3</c:v>
                </c:pt>
                <c:pt idx="188">
                  <c:v>3.6719467177022125E-3</c:v>
                </c:pt>
                <c:pt idx="189">
                  <c:v>3.6914783492036918E-3</c:v>
                </c:pt>
                <c:pt idx="190">
                  <c:v>3.7110099806980656E-3</c:v>
                </c:pt>
                <c:pt idx="191">
                  <c:v>3.730541612100069E-3</c:v>
                </c:pt>
                <c:pt idx="192">
                  <c:v>3.7500732436015483E-3</c:v>
                </c:pt>
                <c:pt idx="193">
                  <c:v>3.7696048751030276E-3</c:v>
                </c:pt>
                <c:pt idx="194">
                  <c:v>3.7891365066045068E-3</c:v>
                </c:pt>
                <c:pt idx="195">
                  <c:v>3.8086681379994047E-3</c:v>
                </c:pt>
                <c:pt idx="196">
                  <c:v>3.828199769500884E-3</c:v>
                </c:pt>
                <c:pt idx="197">
                  <c:v>3.8477314010023633E-3</c:v>
                </c:pt>
                <c:pt idx="198">
                  <c:v>3.8672630325038426E-3</c:v>
                </c:pt>
                <c:pt idx="199">
                  <c:v>3.8867946638987405E-3</c:v>
                </c:pt>
                <c:pt idx="200">
                  <c:v>3.9063262954002198E-3</c:v>
                </c:pt>
                <c:pt idx="201">
                  <c:v>3.9258579269016991E-3</c:v>
                </c:pt>
                <c:pt idx="202">
                  <c:v>3.9453895584031784E-3</c:v>
                </c:pt>
                <c:pt idx="203">
                  <c:v>3.9649211897980763E-3</c:v>
                </c:pt>
                <c:pt idx="204">
                  <c:v>3.9844528212995556E-3</c:v>
                </c:pt>
                <c:pt idx="205">
                  <c:v>4.0039844528010349E-3</c:v>
                </c:pt>
                <c:pt idx="206">
                  <c:v>4.0235160843025142E-3</c:v>
                </c:pt>
                <c:pt idx="207">
                  <c:v>4.0430477158039935E-3</c:v>
                </c:pt>
                <c:pt idx="208">
                  <c:v>4.0625793471988914E-3</c:v>
                </c:pt>
                <c:pt idx="209">
                  <c:v>4.0821109787003707E-3</c:v>
                </c:pt>
                <c:pt idx="210">
                  <c:v>4.1016426102018499E-3</c:v>
                </c:pt>
                <c:pt idx="211">
                  <c:v>4.1211742417033292E-3</c:v>
                </c:pt>
                <c:pt idx="212">
                  <c:v>4.1407058730982271E-3</c:v>
                </c:pt>
                <c:pt idx="213">
                  <c:v>4.1602375045997064E-3</c:v>
                </c:pt>
                <c:pt idx="214">
                  <c:v>4.1797691361011857E-3</c:v>
                </c:pt>
                <c:pt idx="215">
                  <c:v>4.199300767602665E-3</c:v>
                </c:pt>
                <c:pt idx="216">
                  <c:v>4.2188323991041443E-3</c:v>
                </c:pt>
                <c:pt idx="217">
                  <c:v>4.2383640304990422E-3</c:v>
                </c:pt>
                <c:pt idx="218">
                  <c:v>4.2578956620005215E-3</c:v>
                </c:pt>
                <c:pt idx="219">
                  <c:v>4.2774272935020008E-3</c:v>
                </c:pt>
                <c:pt idx="220">
                  <c:v>4.2969589250034801E-3</c:v>
                </c:pt>
                <c:pt idx="221">
                  <c:v>4.316490556398378E-3</c:v>
                </c:pt>
                <c:pt idx="222">
                  <c:v>4.3360221878998573E-3</c:v>
                </c:pt>
                <c:pt idx="223">
                  <c:v>4.3555538194013366E-3</c:v>
                </c:pt>
                <c:pt idx="224">
                  <c:v>4.3750854509028159E-3</c:v>
                </c:pt>
                <c:pt idx="225">
                  <c:v>4.3946170823048192E-3</c:v>
                </c:pt>
                <c:pt idx="226">
                  <c:v>4.414148713799193E-3</c:v>
                </c:pt>
                <c:pt idx="227">
                  <c:v>4.4336803453006723E-3</c:v>
                </c:pt>
                <c:pt idx="228">
                  <c:v>4.4532119768021516E-3</c:v>
                </c:pt>
                <c:pt idx="229">
                  <c:v>4.4727436083036309E-3</c:v>
                </c:pt>
                <c:pt idx="230">
                  <c:v>4.4922752396985288E-3</c:v>
                </c:pt>
                <c:pt idx="231">
                  <c:v>4.5118068712000081E-3</c:v>
                </c:pt>
                <c:pt idx="232">
                  <c:v>4.5313385027014874E-3</c:v>
                </c:pt>
                <c:pt idx="233">
                  <c:v>4.5508701342029667E-3</c:v>
                </c:pt>
                <c:pt idx="234">
                  <c:v>4.5704017655978646E-3</c:v>
                </c:pt>
                <c:pt idx="235">
                  <c:v>4.5899333970993439E-3</c:v>
                </c:pt>
                <c:pt idx="236">
                  <c:v>4.6094650286008232E-3</c:v>
                </c:pt>
                <c:pt idx="237">
                  <c:v>4.6289966601023025E-3</c:v>
                </c:pt>
                <c:pt idx="238">
                  <c:v>4.6485282916037818E-3</c:v>
                </c:pt>
                <c:pt idx="239">
                  <c:v>4.6680599229986797E-3</c:v>
                </c:pt>
                <c:pt idx="240">
                  <c:v>4.687591554500159E-3</c:v>
                </c:pt>
                <c:pt idx="241">
                  <c:v>4.7071231860016383E-3</c:v>
                </c:pt>
                <c:pt idx="242">
                  <c:v>4.7266548175031176E-3</c:v>
                </c:pt>
                <c:pt idx="243">
                  <c:v>4.7461864488980154E-3</c:v>
                </c:pt>
                <c:pt idx="244">
                  <c:v>4.7657180803994947E-3</c:v>
                </c:pt>
                <c:pt idx="245">
                  <c:v>4.785249711900974E-3</c:v>
                </c:pt>
                <c:pt idx="246">
                  <c:v>4.8047813434024533E-3</c:v>
                </c:pt>
                <c:pt idx="247">
                  <c:v>4.8243129748044566E-3</c:v>
                </c:pt>
                <c:pt idx="248">
                  <c:v>4.8438446062988305E-3</c:v>
                </c:pt>
                <c:pt idx="249">
                  <c:v>4.8633762378003098E-3</c:v>
                </c:pt>
                <c:pt idx="250">
                  <c:v>4.8829078693017891E-3</c:v>
                </c:pt>
                <c:pt idx="251">
                  <c:v>4.9024395008032684E-3</c:v>
                </c:pt>
                <c:pt idx="252">
                  <c:v>4.9219711321981663E-3</c:v>
                </c:pt>
                <c:pt idx="253">
                  <c:v>4.9415027636996456E-3</c:v>
                </c:pt>
                <c:pt idx="254">
                  <c:v>4.9610343952011249E-3</c:v>
                </c:pt>
                <c:pt idx="255">
                  <c:v>4.9805660267026042E-3</c:v>
                </c:pt>
                <c:pt idx="256">
                  <c:v>5.0000976581046075E-3</c:v>
                </c:pt>
                <c:pt idx="257">
                  <c:v>5.0196292895989814E-3</c:v>
                </c:pt>
                <c:pt idx="258">
                  <c:v>5.0391609211004607E-3</c:v>
                </c:pt>
                <c:pt idx="259">
                  <c:v>5.05869255260194E-3</c:v>
                </c:pt>
                <c:pt idx="260">
                  <c:v>5.0782241840039433E-3</c:v>
                </c:pt>
                <c:pt idx="261">
                  <c:v>5.0977558154983171E-3</c:v>
                </c:pt>
                <c:pt idx="262">
                  <c:v>5.1172874469997964E-3</c:v>
                </c:pt>
                <c:pt idx="263">
                  <c:v>5.1368190785012757E-3</c:v>
                </c:pt>
                <c:pt idx="264">
                  <c:v>5.156350710002755E-3</c:v>
                </c:pt>
                <c:pt idx="265">
                  <c:v>5.1758823414047583E-3</c:v>
                </c:pt>
                <c:pt idx="266">
                  <c:v>5.1954139728991322E-3</c:v>
                </c:pt>
                <c:pt idx="267">
                  <c:v>5.2149456044006115E-3</c:v>
                </c:pt>
                <c:pt idx="268">
                  <c:v>5.2344772359020908E-3</c:v>
                </c:pt>
                <c:pt idx="269">
                  <c:v>5.2540088673040941E-3</c:v>
                </c:pt>
                <c:pt idx="270">
                  <c:v>5.273540498798468E-3</c:v>
                </c:pt>
                <c:pt idx="271">
                  <c:v>5.2930721302999473E-3</c:v>
                </c:pt>
                <c:pt idx="272">
                  <c:v>5.3126037618014266E-3</c:v>
                </c:pt>
                <c:pt idx="273">
                  <c:v>5.3321353933029059E-3</c:v>
                </c:pt>
                <c:pt idx="274">
                  <c:v>5.3516670247049092E-3</c:v>
                </c:pt>
                <c:pt idx="275">
                  <c:v>5.3711986561992831E-3</c:v>
                </c:pt>
                <c:pt idx="276">
                  <c:v>5.3907302877007623E-3</c:v>
                </c:pt>
                <c:pt idx="277">
                  <c:v>5.4102619192022416E-3</c:v>
                </c:pt>
                <c:pt idx="278">
                  <c:v>5.429793550604245E-3</c:v>
                </c:pt>
                <c:pt idx="279">
                  <c:v>5.4493251820986188E-3</c:v>
                </c:pt>
                <c:pt idx="280">
                  <c:v>5.4688568136000981E-3</c:v>
                </c:pt>
                <c:pt idx="281">
                  <c:v>5.4883884451015774E-3</c:v>
                </c:pt>
                <c:pt idx="282">
                  <c:v>5.5079200765035807E-3</c:v>
                </c:pt>
                <c:pt idx="283">
                  <c:v>5.5274517079979546E-3</c:v>
                </c:pt>
                <c:pt idx="284">
                  <c:v>5.5469833394994339E-3</c:v>
                </c:pt>
                <c:pt idx="285">
                  <c:v>5.5665149710009132E-3</c:v>
                </c:pt>
                <c:pt idx="286">
                  <c:v>5.5860466025023925E-3</c:v>
                </c:pt>
                <c:pt idx="287">
                  <c:v>5.6055782339043958E-3</c:v>
                </c:pt>
                <c:pt idx="288">
                  <c:v>5.6251098653987697E-3</c:v>
                </c:pt>
                <c:pt idx="289">
                  <c:v>5.644641496900249E-3</c:v>
                </c:pt>
                <c:pt idx="290">
                  <c:v>5.6641731284017283E-3</c:v>
                </c:pt>
                <c:pt idx="291">
                  <c:v>5.6837047598037316E-3</c:v>
                </c:pt>
                <c:pt idx="292">
                  <c:v>5.7032363912981054E-3</c:v>
                </c:pt>
                <c:pt idx="293">
                  <c:v>5.7227680227995847E-3</c:v>
                </c:pt>
                <c:pt idx="294">
                  <c:v>5.742299654301064E-3</c:v>
                </c:pt>
                <c:pt idx="295">
                  <c:v>5.7618312858025433E-3</c:v>
                </c:pt>
                <c:pt idx="296">
                  <c:v>5.7813629172045466E-3</c:v>
                </c:pt>
                <c:pt idx="297">
                  <c:v>5.8008945486989205E-3</c:v>
                </c:pt>
                <c:pt idx="298">
                  <c:v>5.8204261802003998E-3</c:v>
                </c:pt>
                <c:pt idx="299">
                  <c:v>5.8399578117018791E-3</c:v>
                </c:pt>
                <c:pt idx="300">
                  <c:v>5.8594894431038824E-3</c:v>
                </c:pt>
                <c:pt idx="301">
                  <c:v>5.8790210745982563E-3</c:v>
                </c:pt>
                <c:pt idx="302">
                  <c:v>5.8985527060997356E-3</c:v>
                </c:pt>
                <c:pt idx="303">
                  <c:v>5.9180843376012149E-3</c:v>
                </c:pt>
                <c:pt idx="304">
                  <c:v>5.9376159690032182E-3</c:v>
                </c:pt>
                <c:pt idx="305">
                  <c:v>5.9571476005046975E-3</c:v>
                </c:pt>
                <c:pt idx="306">
                  <c:v>5.9766792319990714E-3</c:v>
                </c:pt>
                <c:pt idx="307">
                  <c:v>5.9962108635005507E-3</c:v>
                </c:pt>
                <c:pt idx="308">
                  <c:v>6.01574249500203E-3</c:v>
                </c:pt>
                <c:pt idx="309">
                  <c:v>6.0352741264040333E-3</c:v>
                </c:pt>
                <c:pt idx="310">
                  <c:v>6.0548057578984071E-3</c:v>
                </c:pt>
                <c:pt idx="311">
                  <c:v>6.0743373893998864E-3</c:v>
                </c:pt>
                <c:pt idx="312">
                  <c:v>6.0938690209013657E-3</c:v>
                </c:pt>
                <c:pt idx="313">
                  <c:v>6.113400652303369E-3</c:v>
                </c:pt>
                <c:pt idx="314">
                  <c:v>6.1329322838048483E-3</c:v>
                </c:pt>
                <c:pt idx="315">
                  <c:v>6.1524639152992222E-3</c:v>
                </c:pt>
                <c:pt idx="316">
                  <c:v>6.1719955468007015E-3</c:v>
                </c:pt>
                <c:pt idx="317">
                  <c:v>6.1915271782027048E-3</c:v>
                </c:pt>
                <c:pt idx="318">
                  <c:v>6.2110588097041841E-3</c:v>
                </c:pt>
                <c:pt idx="319">
                  <c:v>6.230590441198558E-3</c:v>
                </c:pt>
                <c:pt idx="320">
                  <c:v>6.2501220727000373E-3</c:v>
                </c:pt>
                <c:pt idx="321">
                  <c:v>6.2696537042015166E-3</c:v>
                </c:pt>
                <c:pt idx="322">
                  <c:v>6.2891853356035199E-3</c:v>
                </c:pt>
                <c:pt idx="323">
                  <c:v>6.3087169670978938E-3</c:v>
                </c:pt>
                <c:pt idx="324">
                  <c:v>6.3282485985993731E-3</c:v>
                </c:pt>
                <c:pt idx="325">
                  <c:v>6.3477802301008524E-3</c:v>
                </c:pt>
                <c:pt idx="326">
                  <c:v>6.3673118615028557E-3</c:v>
                </c:pt>
                <c:pt idx="327">
                  <c:v>6.386843493004335E-3</c:v>
                </c:pt>
                <c:pt idx="328">
                  <c:v>6.4063751244987088E-3</c:v>
                </c:pt>
                <c:pt idx="329">
                  <c:v>6.4259067560001881E-3</c:v>
                </c:pt>
                <c:pt idx="330">
                  <c:v>6.4454383875016674E-3</c:v>
                </c:pt>
                <c:pt idx="331">
                  <c:v>6.4649700189036707E-3</c:v>
                </c:pt>
                <c:pt idx="332">
                  <c:v>6.4845016503980446E-3</c:v>
                </c:pt>
                <c:pt idx="333">
                  <c:v>6.5040332818995239E-3</c:v>
                </c:pt>
                <c:pt idx="334">
                  <c:v>6.5235649134010032E-3</c:v>
                </c:pt>
                <c:pt idx="335">
                  <c:v>6.5430965448030065E-3</c:v>
                </c:pt>
                <c:pt idx="336">
                  <c:v>6.5626281763044858E-3</c:v>
                </c:pt>
                <c:pt idx="337">
                  <c:v>6.5821598077988597E-3</c:v>
                </c:pt>
                <c:pt idx="338">
                  <c:v>6.601691439300339E-3</c:v>
                </c:pt>
                <c:pt idx="339">
                  <c:v>6.6212230707023423E-3</c:v>
                </c:pt>
                <c:pt idx="340">
                  <c:v>6.6407547022038216E-3</c:v>
                </c:pt>
                <c:pt idx="341">
                  <c:v>6.6602863336981954E-3</c:v>
                </c:pt>
                <c:pt idx="342">
                  <c:v>6.6798179651996747E-3</c:v>
                </c:pt>
                <c:pt idx="343">
                  <c:v>6.699349596701154E-3</c:v>
                </c:pt>
                <c:pt idx="344">
                  <c:v>6.7188812281031574E-3</c:v>
                </c:pt>
                <c:pt idx="345">
                  <c:v>6.7384128596046367E-3</c:v>
                </c:pt>
                <c:pt idx="346">
                  <c:v>6.7579444910990105E-3</c:v>
                </c:pt>
                <c:pt idx="347">
                  <c:v>6.7774761226004898E-3</c:v>
                </c:pt>
                <c:pt idx="348">
                  <c:v>6.7970077540024931E-3</c:v>
                </c:pt>
              </c:numCache>
            </c:numRef>
          </c:xVal>
          <c:yVal>
            <c:numRef>
              <c:f>'[2]0.4'!$W$2:$W$350</c:f>
              <c:numCache>
                <c:formatCode>General</c:formatCode>
                <c:ptCount val="349"/>
                <c:pt idx="0">
                  <c:v>1.5596914499999999E-4</c:v>
                </c:pt>
                <c:pt idx="1">
                  <c:v>2.8961893200000002E-4</c:v>
                </c:pt>
                <c:pt idx="2">
                  <c:v>2.0906289600000001E-4</c:v>
                </c:pt>
                <c:pt idx="3">
                  <c:v>3.2806613099999998E-4</c:v>
                </c:pt>
                <c:pt idx="4">
                  <c:v>2.2981217799999999E-4</c:v>
                </c:pt>
                <c:pt idx="5">
                  <c:v>2.1577589900000001E-4</c:v>
                </c:pt>
                <c:pt idx="6">
                  <c:v>2.1699644499999999E-4</c:v>
                </c:pt>
                <c:pt idx="7">
                  <c:v>2.5117173300000001E-4</c:v>
                </c:pt>
                <c:pt idx="8">
                  <c:v>2.3957654600000001E-4</c:v>
                </c:pt>
                <c:pt idx="9">
                  <c:v>2.48730641E-4</c:v>
                </c:pt>
                <c:pt idx="10">
                  <c:v>2.9816275400000001E-4</c:v>
                </c:pt>
                <c:pt idx="11">
                  <c:v>1.8465197600000001E-4</c:v>
                </c:pt>
                <c:pt idx="12">
                  <c:v>2.6520801200000002E-4</c:v>
                </c:pt>
                <c:pt idx="13">
                  <c:v>2.6642855800000002E-4</c:v>
                </c:pt>
                <c:pt idx="14">
                  <c:v>2.6459773900000002E-4</c:v>
                </c:pt>
                <c:pt idx="15">
                  <c:v>2.2187862900000001E-4</c:v>
                </c:pt>
                <c:pt idx="16">
                  <c:v>2.06621804E-4</c:v>
                </c:pt>
                <c:pt idx="17">
                  <c:v>2.1699644499999999E-4</c:v>
                </c:pt>
                <c:pt idx="18">
                  <c:v>2.12114261E-4</c:v>
                </c:pt>
                <c:pt idx="19">
                  <c:v>2.6215664700000001E-4</c:v>
                </c:pt>
                <c:pt idx="20">
                  <c:v>2.2615054000000001E-4</c:v>
                </c:pt>
                <c:pt idx="21">
                  <c:v>2.73751834E-4</c:v>
                </c:pt>
                <c:pt idx="22">
                  <c:v>1.9014443300000001E-4</c:v>
                </c:pt>
                <c:pt idx="23">
                  <c:v>2.6947992299999998E-4</c:v>
                </c:pt>
                <c:pt idx="24">
                  <c:v>1.33999317E-4</c:v>
                </c:pt>
                <c:pt idx="25">
                  <c:v>2.3469436199999999E-4</c:v>
                </c:pt>
                <c:pt idx="26">
                  <c:v>6.0766557000000201E-5</c:v>
                </c:pt>
                <c:pt idx="27">
                  <c:v>4.0679134800000001E-4</c:v>
                </c:pt>
                <c:pt idx="28">
                  <c:v>6.4296699900000004E-4</c:v>
                </c:pt>
                <c:pt idx="29">
                  <c:v>4.4956204479999996E-3</c:v>
                </c:pt>
                <c:pt idx="30">
                  <c:v>1.1444188826E-2</c:v>
                </c:pt>
                <c:pt idx="31">
                  <c:v>1.6319659823000002E-2</c:v>
                </c:pt>
                <c:pt idx="32">
                  <c:v>1.1521083224000001E-2</c:v>
                </c:pt>
                <c:pt idx="33">
                  <c:v>4.6402551490000001E-3</c:v>
                </c:pt>
                <c:pt idx="34">
                  <c:v>-3.3494389670000002E-3</c:v>
                </c:pt>
                <c:pt idx="35">
                  <c:v>-5.8881746469999999E-3</c:v>
                </c:pt>
                <c:pt idx="36">
                  <c:v>-5.7130262960000001E-3</c:v>
                </c:pt>
                <c:pt idx="37">
                  <c:v>-4.8970912950000002E-3</c:v>
                </c:pt>
                <c:pt idx="38">
                  <c:v>-3.8730532010000001E-3</c:v>
                </c:pt>
                <c:pt idx="39">
                  <c:v>-3.4751552049999998E-3</c:v>
                </c:pt>
                <c:pt idx="40">
                  <c:v>-2.7696796169999999E-3</c:v>
                </c:pt>
                <c:pt idx="41">
                  <c:v>-2.5139752299999998E-3</c:v>
                </c:pt>
                <c:pt idx="42">
                  <c:v>-1.4643056700000001E-3</c:v>
                </c:pt>
                <c:pt idx="43">
                  <c:v>-1.83046947E-3</c:v>
                </c:pt>
                <c:pt idx="44">
                  <c:v>-1.1555075320000001E-3</c:v>
                </c:pt>
                <c:pt idx="45">
                  <c:v>-2.2789257200000001E-4</c:v>
                </c:pt>
                <c:pt idx="46">
                  <c:v>-1.4367489800000001E-4</c:v>
                </c:pt>
                <c:pt idx="47">
                  <c:v>3.87967290000004E-5</c:v>
                </c:pt>
                <c:pt idx="48">
                  <c:v>-1.3818244100000001E-4</c:v>
                </c:pt>
                <c:pt idx="49">
                  <c:v>-3.4750607999999998E-4</c:v>
                </c:pt>
                <c:pt idx="50">
                  <c:v>-8.6867922199999903E-4</c:v>
                </c:pt>
                <c:pt idx="51">
                  <c:v>-2.8342741500000002E-4</c:v>
                </c:pt>
                <c:pt idx="52">
                  <c:v>-7.0512605800000002E-4</c:v>
                </c:pt>
                <c:pt idx="53">
                  <c:v>-5.5927081099999996E-4</c:v>
                </c:pt>
                <c:pt idx="54">
                  <c:v>2.6337719300000001E-4</c:v>
                </c:pt>
                <c:pt idx="55">
                  <c:v>-6.4898094199999999E-4</c:v>
                </c:pt>
                <c:pt idx="56">
                  <c:v>2.0234989300000001E-4</c:v>
                </c:pt>
                <c:pt idx="57">
                  <c:v>2.96942208E-4</c:v>
                </c:pt>
                <c:pt idx="58">
                  <c:v>4.3181254100000001E-4</c:v>
                </c:pt>
                <c:pt idx="59">
                  <c:v>7.4305177099999995E-4</c:v>
                </c:pt>
                <c:pt idx="60">
                  <c:v>4.1106325900000003E-4</c:v>
                </c:pt>
                <c:pt idx="61">
                  <c:v>8.6144473300000005E-4</c:v>
                </c:pt>
                <c:pt idx="62">
                  <c:v>8.2910026399999996E-4</c:v>
                </c:pt>
                <c:pt idx="63">
                  <c:v>1.064665642E-3</c:v>
                </c:pt>
                <c:pt idx="64">
                  <c:v>4.5134127699999999E-4</c:v>
                </c:pt>
                <c:pt idx="65">
                  <c:v>2.8168538299999998E-4</c:v>
                </c:pt>
                <c:pt idx="66">
                  <c:v>-5.8917418800000004E-4</c:v>
                </c:pt>
                <c:pt idx="67">
                  <c:v>-4.6956067999999999E-4</c:v>
                </c:pt>
                <c:pt idx="68">
                  <c:v>-3.9632791999999999E-4</c:v>
                </c:pt>
                <c:pt idx="69">
                  <c:v>-4.3294429999999999E-4</c:v>
                </c:pt>
                <c:pt idx="70">
                  <c:v>-2.5291376499999999E-4</c:v>
                </c:pt>
                <c:pt idx="71">
                  <c:v>-2.37046667E-4</c:v>
                </c:pt>
                <c:pt idx="72">
                  <c:v>-2.08363836E-4</c:v>
                </c:pt>
                <c:pt idx="73">
                  <c:v>-1.9789478999999898E-5</c:v>
                </c:pt>
                <c:pt idx="74">
                  <c:v>-9.6073603999999701E-5</c:v>
                </c:pt>
                <c:pt idx="75">
                  <c:v>-5.0303128999999697E-5</c:v>
                </c:pt>
                <c:pt idx="76">
                  <c:v>-8.9360600999999901E-5</c:v>
                </c:pt>
                <c:pt idx="77">
                  <c:v>9.6519114299999998E-4</c:v>
                </c:pt>
                <c:pt idx="78">
                  <c:v>1.512606024E-3</c:v>
                </c:pt>
                <c:pt idx="79">
                  <c:v>1.5577662260000001E-3</c:v>
                </c:pt>
                <c:pt idx="80">
                  <c:v>7.0887648300000002E-4</c:v>
                </c:pt>
                <c:pt idx="81">
                  <c:v>-5.2133947999999902E-5</c:v>
                </c:pt>
                <c:pt idx="82">
                  <c:v>-5.4279344000000005E-4</c:v>
                </c:pt>
                <c:pt idx="83">
                  <c:v>-2.2362066099999999E-4</c:v>
                </c:pt>
                <c:pt idx="84">
                  <c:v>-3.0051505899999999E-4</c:v>
                </c:pt>
                <c:pt idx="85">
                  <c:v>-1.3085916500000001E-4</c:v>
                </c:pt>
                <c:pt idx="86">
                  <c:v>2.5910528199999999E-4</c:v>
                </c:pt>
                <c:pt idx="87">
                  <c:v>2.60325828E-4</c:v>
                </c:pt>
                <c:pt idx="88">
                  <c:v>5.6058014400000005E-4</c:v>
                </c:pt>
                <c:pt idx="89">
                  <c:v>1.41322593E-4</c:v>
                </c:pt>
                <c:pt idx="90">
                  <c:v>3.4088186399999998E-4</c:v>
                </c:pt>
                <c:pt idx="91">
                  <c:v>-8.3257870999999805E-5</c:v>
                </c:pt>
                <c:pt idx="92">
                  <c:v>1.9878266000000301E-5</c:v>
                </c:pt>
                <c:pt idx="93">
                  <c:v>-2.5901649500000002E-4</c:v>
                </c:pt>
                <c:pt idx="94">
                  <c:v>7.1751471000000406E-5</c:v>
                </c:pt>
                <c:pt idx="95">
                  <c:v>2.5178200600000001E-4</c:v>
                </c:pt>
                <c:pt idx="96">
                  <c:v>5.12368577E-4</c:v>
                </c:pt>
                <c:pt idx="97">
                  <c:v>4.6903919400000002E-4</c:v>
                </c:pt>
                <c:pt idx="98">
                  <c:v>2.5971555499999999E-4</c:v>
                </c:pt>
                <c:pt idx="99">
                  <c:v>2.2981217799999999E-4</c:v>
                </c:pt>
                <c:pt idx="100">
                  <c:v>1.02265121E-4</c:v>
                </c:pt>
                <c:pt idx="101">
                  <c:v>1.88313614E-4</c:v>
                </c:pt>
                <c:pt idx="102">
                  <c:v>6.50384680000002E-5</c:v>
                </c:pt>
                <c:pt idx="103">
                  <c:v>-1.0635383999999899E-5</c:v>
                </c:pt>
                <c:pt idx="104">
                  <c:v>-1.19874251E-4</c:v>
                </c:pt>
                <c:pt idx="105">
                  <c:v>2.6337719300000001E-4</c:v>
                </c:pt>
                <c:pt idx="106">
                  <c:v>1.05316486E-4</c:v>
                </c:pt>
                <c:pt idx="107">
                  <c:v>6.0268898099999997E-4</c:v>
                </c:pt>
                <c:pt idx="108">
                  <c:v>5.5691850600000003E-4</c:v>
                </c:pt>
                <c:pt idx="109">
                  <c:v>5.5203632200000001E-4</c:v>
                </c:pt>
                <c:pt idx="110">
                  <c:v>2.1394508E-4</c:v>
                </c:pt>
                <c:pt idx="111">
                  <c:v>1.6939515099999999E-4</c:v>
                </c:pt>
                <c:pt idx="112">
                  <c:v>-1.1245657E-5</c:v>
                </c:pt>
                <c:pt idx="113">
                  <c:v>1.1569112699999999E-4</c:v>
                </c:pt>
                <c:pt idx="114">
                  <c:v>6.8089833000000105E-5</c:v>
                </c:pt>
                <c:pt idx="115">
                  <c:v>1.27896587E-4</c:v>
                </c:pt>
                <c:pt idx="116">
                  <c:v>2.5727446299999998E-4</c:v>
                </c:pt>
                <c:pt idx="117">
                  <c:v>1.5718969099999999E-4</c:v>
                </c:pt>
                <c:pt idx="118">
                  <c:v>2.2004781E-4</c:v>
                </c:pt>
                <c:pt idx="119">
                  <c:v>1.5474859900000001E-4</c:v>
                </c:pt>
                <c:pt idx="120">
                  <c:v>1.82210884E-4</c:v>
                </c:pt>
                <c:pt idx="121">
                  <c:v>9.1890480000000104E-5</c:v>
                </c:pt>
                <c:pt idx="122">
                  <c:v>1.4437395799999999E-4</c:v>
                </c:pt>
                <c:pt idx="123">
                  <c:v>8.0905566000000393E-5</c:v>
                </c:pt>
                <c:pt idx="124">
                  <c:v>1.1944716999999999E-5</c:v>
                </c:pt>
                <c:pt idx="125">
                  <c:v>1.7976979200000001E-4</c:v>
                </c:pt>
                <c:pt idx="126">
                  <c:v>1.2240413E-4</c:v>
                </c:pt>
                <c:pt idx="127">
                  <c:v>8.7618569000000098E-5</c:v>
                </c:pt>
                <c:pt idx="128">
                  <c:v>1.3949177399999999E-4</c:v>
                </c:pt>
                <c:pt idx="129">
                  <c:v>2.5300255200000002E-4</c:v>
                </c:pt>
                <c:pt idx="130">
                  <c:v>3.5247705099999998E-4</c:v>
                </c:pt>
                <c:pt idx="131">
                  <c:v>5.5691850600000003E-4</c:v>
                </c:pt>
                <c:pt idx="132">
                  <c:v>5.97196524E-4</c:v>
                </c:pt>
                <c:pt idx="133">
                  <c:v>5.6668287399999997E-4</c:v>
                </c:pt>
                <c:pt idx="134">
                  <c:v>3.5980032700000001E-4</c:v>
                </c:pt>
                <c:pt idx="135">
                  <c:v>1.23624676E-4</c:v>
                </c:pt>
                <c:pt idx="136">
                  <c:v>-1.7601936699999999E-4</c:v>
                </c:pt>
                <c:pt idx="137">
                  <c:v>-1.18043432E-4</c:v>
                </c:pt>
                <c:pt idx="138">
                  <c:v>-1.0095578799999999E-4</c:v>
                </c:pt>
                <c:pt idx="139">
                  <c:v>1.25549900000001E-5</c:v>
                </c:pt>
                <c:pt idx="140">
                  <c:v>8.8839115000000294E-5</c:v>
                </c:pt>
                <c:pt idx="141">
                  <c:v>6.0766557000000201E-5</c:v>
                </c:pt>
                <c:pt idx="142">
                  <c:v>1.3338904399999999E-4</c:v>
                </c:pt>
                <c:pt idx="143">
                  <c:v>4.7340551000000303E-5</c:v>
                </c:pt>
                <c:pt idx="144">
                  <c:v>3.2693999000000203E-5</c:v>
                </c:pt>
                <c:pt idx="145">
                  <c:v>8.3956931000000204E-5</c:v>
                </c:pt>
                <c:pt idx="146">
                  <c:v>3.0304493799999997E-4</c:v>
                </c:pt>
                <c:pt idx="147">
                  <c:v>2.5361282500000002E-4</c:v>
                </c:pt>
                <c:pt idx="148">
                  <c:v>1.0958839699999999E-4</c:v>
                </c:pt>
                <c:pt idx="149">
                  <c:v>6.5578273200000005E-4</c:v>
                </c:pt>
                <c:pt idx="150">
                  <c:v>2.18216991E-4</c:v>
                </c:pt>
                <c:pt idx="151">
                  <c:v>5.2091239900000003E-4</c:v>
                </c:pt>
                <c:pt idx="152">
                  <c:v>1.6085132900000001E-4</c:v>
                </c:pt>
                <c:pt idx="153">
                  <c:v>2.2920190499999999E-4</c:v>
                </c:pt>
                <c:pt idx="154">
                  <c:v>1.71836243E-4</c:v>
                </c:pt>
                <c:pt idx="155">
                  <c:v>4.9171369999999999E-5</c:v>
                </c:pt>
                <c:pt idx="156">
                  <c:v>7.1141198000000295E-5</c:v>
                </c:pt>
                <c:pt idx="157">
                  <c:v>1.58410237E-4</c:v>
                </c:pt>
                <c:pt idx="158">
                  <c:v>1.5657941799999999E-4</c:v>
                </c:pt>
                <c:pt idx="159">
                  <c:v>1.6878487799999999E-4</c:v>
                </c:pt>
                <c:pt idx="160">
                  <c:v>1.8953416E-4</c:v>
                </c:pt>
                <c:pt idx="161">
                  <c:v>3.2562503900000002E-4</c:v>
                </c:pt>
                <c:pt idx="162">
                  <c:v>3.9092424999999999E-4</c:v>
                </c:pt>
                <c:pt idx="163">
                  <c:v>3.2867640399999998E-4</c:v>
                </c:pt>
                <c:pt idx="164">
                  <c:v>5.4410277300000003E-4</c:v>
                </c:pt>
                <c:pt idx="165">
                  <c:v>3.4332295599999999E-4</c:v>
                </c:pt>
                <c:pt idx="166">
                  <c:v>4.2021735400000001E-4</c:v>
                </c:pt>
                <c:pt idx="167">
                  <c:v>2.6215664700000001E-4</c:v>
                </c:pt>
                <c:pt idx="168">
                  <c:v>2.2370944799999999E-4</c:v>
                </c:pt>
                <c:pt idx="169">
                  <c:v>2.72531288E-4</c:v>
                </c:pt>
                <c:pt idx="170">
                  <c:v>3.0792712199999999E-4</c:v>
                </c:pt>
                <c:pt idx="171">
                  <c:v>2.9206002399999998E-4</c:v>
                </c:pt>
                <c:pt idx="172">
                  <c:v>1.6024105600000001E-4</c:v>
                </c:pt>
                <c:pt idx="173">
                  <c:v>2.84126475E-4</c:v>
                </c:pt>
                <c:pt idx="174">
                  <c:v>1.1813221900000001E-4</c:v>
                </c:pt>
                <c:pt idx="175">
                  <c:v>1.3277877099999999E-4</c:v>
                </c:pt>
                <c:pt idx="176">
                  <c:v>9.7993210000000199E-5</c:v>
                </c:pt>
                <c:pt idx="177">
                  <c:v>5.8325465E-5</c:v>
                </c:pt>
                <c:pt idx="178">
                  <c:v>1.6268214799999999E-4</c:v>
                </c:pt>
                <c:pt idx="179">
                  <c:v>7.9685020000000307E-5</c:v>
                </c:pt>
                <c:pt idx="180">
                  <c:v>2.2676081300000001E-4</c:v>
                </c:pt>
                <c:pt idx="181">
                  <c:v>2.85347021E-4</c:v>
                </c:pt>
                <c:pt idx="182">
                  <c:v>3.5308732399999998E-4</c:v>
                </c:pt>
                <c:pt idx="183">
                  <c:v>5.4654386500000004E-4</c:v>
                </c:pt>
                <c:pt idx="184">
                  <c:v>4.0679134800000001E-4</c:v>
                </c:pt>
                <c:pt idx="185">
                  <c:v>3.8299070100000001E-4</c:v>
                </c:pt>
                <c:pt idx="186">
                  <c:v>1.6512324E-4</c:v>
                </c:pt>
                <c:pt idx="187">
                  <c:v>1.29117133E-4</c:v>
                </c:pt>
                <c:pt idx="188">
                  <c:v>5.2833008000000402E-5</c:v>
                </c:pt>
                <c:pt idx="189">
                  <c:v>-2.60742999999824E-7</c:v>
                </c:pt>
                <c:pt idx="190">
                  <c:v>4.4899459000000102E-5</c:v>
                </c:pt>
                <c:pt idx="191">
                  <c:v>1.2240413E-4</c:v>
                </c:pt>
                <c:pt idx="192">
                  <c:v>2.0296016600000001E-4</c:v>
                </c:pt>
                <c:pt idx="193">
                  <c:v>1.5902051E-4</c:v>
                </c:pt>
                <c:pt idx="194">
                  <c:v>2.2065808300000001E-4</c:v>
                </c:pt>
                <c:pt idx="195">
                  <c:v>3.6346196499999997E-4</c:v>
                </c:pt>
                <c:pt idx="196">
                  <c:v>3.7749824399999998E-4</c:v>
                </c:pt>
                <c:pt idx="197">
                  <c:v>3.4759486700000001E-4</c:v>
                </c:pt>
                <c:pt idx="198">
                  <c:v>3.2318394700000001E-4</c:v>
                </c:pt>
                <c:pt idx="199">
                  <c:v>2.61546374E-4</c:v>
                </c:pt>
                <c:pt idx="200">
                  <c:v>2.07232077E-4</c:v>
                </c:pt>
                <c:pt idx="201">
                  <c:v>5.2222735000000298E-5</c:v>
                </c:pt>
                <c:pt idx="202">
                  <c:v>6.0766557000000201E-5</c:v>
                </c:pt>
                <c:pt idx="203">
                  <c:v>7.6633655000000401E-5</c:v>
                </c:pt>
                <c:pt idx="204">
                  <c:v>9.7993210000000199E-5</c:v>
                </c:pt>
                <c:pt idx="205">
                  <c:v>6.7479560000000401E-5</c:v>
                </c:pt>
                <c:pt idx="206">
                  <c:v>1.35830136E-4</c:v>
                </c:pt>
                <c:pt idx="207">
                  <c:v>1.1202948900000001E-4</c:v>
                </c:pt>
                <c:pt idx="208">
                  <c:v>2.8107510999999998E-4</c:v>
                </c:pt>
                <c:pt idx="209">
                  <c:v>1.5657941799999999E-4</c:v>
                </c:pt>
                <c:pt idx="210">
                  <c:v>2.3957654600000001E-4</c:v>
                </c:pt>
                <c:pt idx="211">
                  <c:v>2.60936101E-4</c:v>
                </c:pt>
                <c:pt idx="212">
                  <c:v>2.8168538299999998E-4</c:v>
                </c:pt>
                <c:pt idx="213">
                  <c:v>2.12724534E-4</c:v>
                </c:pt>
                <c:pt idx="214">
                  <c:v>1.71836243E-4</c:v>
                </c:pt>
                <c:pt idx="215">
                  <c:v>1.7549788099999999E-4</c:v>
                </c:pt>
                <c:pt idx="216">
                  <c:v>2.5239227900000002E-4</c:v>
                </c:pt>
                <c:pt idx="217">
                  <c:v>5.8325465E-5</c:v>
                </c:pt>
                <c:pt idx="218">
                  <c:v>2.3896627300000001E-4</c:v>
                </c:pt>
                <c:pt idx="219">
                  <c:v>7.5413109000000301E-5</c:v>
                </c:pt>
                <c:pt idx="220">
                  <c:v>2.6703883099999997E-4</c:v>
                </c:pt>
                <c:pt idx="221">
                  <c:v>9.3721299000000302E-5</c:v>
                </c:pt>
                <c:pt idx="222">
                  <c:v>6.7531146800000003E-4</c:v>
                </c:pt>
                <c:pt idx="223">
                  <c:v>3.5247705099999998E-4</c:v>
                </c:pt>
                <c:pt idx="224">
                  <c:v>2.2473747160000001E-3</c:v>
                </c:pt>
                <c:pt idx="225">
                  <c:v>2.1893987809999999E-3</c:v>
                </c:pt>
                <c:pt idx="226">
                  <c:v>3.3788208579999999E-3</c:v>
                </c:pt>
                <c:pt idx="227">
                  <c:v>3.9836014010000004E-3</c:v>
                </c:pt>
                <c:pt idx="228">
                  <c:v>1.972141593E-3</c:v>
                </c:pt>
                <c:pt idx="229">
                  <c:v>1.131795672E-3</c:v>
                </c:pt>
                <c:pt idx="230">
                  <c:v>-6.7400213499999896E-4</c:v>
                </c:pt>
                <c:pt idx="231">
                  <c:v>-2.8098632300000001E-4</c:v>
                </c:pt>
                <c:pt idx="232">
                  <c:v>-9.9500573300000008E-4</c:v>
                </c:pt>
                <c:pt idx="233">
                  <c:v>-7.1672124500000002E-4</c:v>
                </c:pt>
                <c:pt idx="234">
                  <c:v>-9.2726543000000005E-4</c:v>
                </c:pt>
                <c:pt idx="235">
                  <c:v>-9.1444969700000005E-4</c:v>
                </c:pt>
                <c:pt idx="236">
                  <c:v>-1.3391052999999999E-4</c:v>
                </c:pt>
                <c:pt idx="237">
                  <c:v>-9.8402081899999993E-4</c:v>
                </c:pt>
                <c:pt idx="238">
                  <c:v>-1.02786607E-4</c:v>
                </c:pt>
                <c:pt idx="239">
                  <c:v>-9.2360379200000003E-4</c:v>
                </c:pt>
                <c:pt idx="240">
                  <c:v>-3.6154235899999999E-4</c:v>
                </c:pt>
                <c:pt idx="241">
                  <c:v>-3.0234587799999999E-4</c:v>
                </c:pt>
                <c:pt idx="242">
                  <c:v>-5.7757900100000004E-4</c:v>
                </c:pt>
                <c:pt idx="243">
                  <c:v>-9.2411965999999806E-5</c:v>
                </c:pt>
                <c:pt idx="244">
                  <c:v>-1.22315343E-4</c:v>
                </c:pt>
                <c:pt idx="245">
                  <c:v>-1.05227699E-4</c:v>
                </c:pt>
                <c:pt idx="246">
                  <c:v>-1.4611598999999999E-4</c:v>
                </c:pt>
                <c:pt idx="247">
                  <c:v>5.1002189000000197E-5</c:v>
                </c:pt>
                <c:pt idx="248">
                  <c:v>1.7122597E-4</c:v>
                </c:pt>
                <c:pt idx="249">
                  <c:v>-1.22315343E-4</c:v>
                </c:pt>
                <c:pt idx="250">
                  <c:v>2.18827264E-4</c:v>
                </c:pt>
                <c:pt idx="251">
                  <c:v>1.19963038E-4</c:v>
                </c:pt>
                <c:pt idx="252">
                  <c:v>2.9032361000000302E-5</c:v>
                </c:pt>
                <c:pt idx="253">
                  <c:v>1.5902051E-4</c:v>
                </c:pt>
                <c:pt idx="254">
                  <c:v>1.08367851E-4</c:v>
                </c:pt>
                <c:pt idx="255">
                  <c:v>1.0043430199999999E-4</c:v>
                </c:pt>
                <c:pt idx="256">
                  <c:v>2.24929994E-4</c:v>
                </c:pt>
                <c:pt idx="257">
                  <c:v>2.5239227900000002E-4</c:v>
                </c:pt>
                <c:pt idx="258">
                  <c:v>2.2920190499999999E-4</c:v>
                </c:pt>
                <c:pt idx="259">
                  <c:v>2.9450111599999999E-4</c:v>
                </c:pt>
                <c:pt idx="260">
                  <c:v>2.7070046899999999E-4</c:v>
                </c:pt>
                <c:pt idx="261">
                  <c:v>1.8709306799999999E-4</c:v>
                </c:pt>
                <c:pt idx="262">
                  <c:v>2.8290592899999999E-4</c:v>
                </c:pt>
                <c:pt idx="263">
                  <c:v>1.19352765E-4</c:v>
                </c:pt>
                <c:pt idx="264">
                  <c:v>2.1394508E-4</c:v>
                </c:pt>
                <c:pt idx="265">
                  <c:v>2.7924429099999997E-4</c:v>
                </c:pt>
                <c:pt idx="266">
                  <c:v>8.3956931000000204E-5</c:v>
                </c:pt>
                <c:pt idx="267">
                  <c:v>6.9920652000000195E-5</c:v>
                </c:pt>
                <c:pt idx="268">
                  <c:v>1.3644040900000001E-4</c:v>
                </c:pt>
                <c:pt idx="269">
                  <c:v>1.9075470600000001E-4</c:v>
                </c:pt>
                <c:pt idx="270">
                  <c:v>1.1263976199999999E-4</c:v>
                </c:pt>
                <c:pt idx="271">
                  <c:v>1.5902051E-4</c:v>
                </c:pt>
                <c:pt idx="272">
                  <c:v>2.6276692000000001E-4</c:v>
                </c:pt>
                <c:pt idx="273">
                  <c:v>2.8290592899999999E-4</c:v>
                </c:pt>
                <c:pt idx="274">
                  <c:v>3.57359235E-4</c:v>
                </c:pt>
                <c:pt idx="275">
                  <c:v>3.8909343099999998E-4</c:v>
                </c:pt>
                <c:pt idx="276">
                  <c:v>4.7270083199999998E-4</c:v>
                </c:pt>
                <c:pt idx="277">
                  <c:v>5.6363150900000001E-4</c:v>
                </c:pt>
                <c:pt idx="278">
                  <c:v>5.5142604899999996E-4</c:v>
                </c:pt>
                <c:pt idx="279">
                  <c:v>4.8734738399999999E-4</c:v>
                </c:pt>
                <c:pt idx="280">
                  <c:v>4.3059199500000001E-4</c:v>
                </c:pt>
                <c:pt idx="281">
                  <c:v>1.9868825499999999E-4</c:v>
                </c:pt>
                <c:pt idx="282">
                  <c:v>1.0897812400000001E-4</c:v>
                </c:pt>
                <c:pt idx="283">
                  <c:v>-7.89859599999998E-5</c:v>
                </c:pt>
                <c:pt idx="284">
                  <c:v>8.6398022999999998E-5</c:v>
                </c:pt>
                <c:pt idx="285">
                  <c:v>9.6162391000000096E-5</c:v>
                </c:pt>
                <c:pt idx="286">
                  <c:v>4.5509732000000098E-5</c:v>
                </c:pt>
                <c:pt idx="287">
                  <c:v>8.0295293000000296E-5</c:v>
                </c:pt>
                <c:pt idx="288">
                  <c:v>8.3956931000000204E-5</c:v>
                </c:pt>
                <c:pt idx="289">
                  <c:v>1.52307507E-4</c:v>
                </c:pt>
                <c:pt idx="290">
                  <c:v>1.3277877099999999E-4</c:v>
                </c:pt>
                <c:pt idx="291">
                  <c:v>1.6024105600000001E-4</c:v>
                </c:pt>
                <c:pt idx="292">
                  <c:v>1.5169723399999999E-4</c:v>
                </c:pt>
                <c:pt idx="293">
                  <c:v>1.2484522200000001E-4</c:v>
                </c:pt>
                <c:pt idx="294">
                  <c:v>2.1577589900000001E-4</c:v>
                </c:pt>
                <c:pt idx="295">
                  <c:v>7.6633655000000401E-5</c:v>
                </c:pt>
                <c:pt idx="296">
                  <c:v>3.0731684899999999E-4</c:v>
                </c:pt>
                <c:pt idx="297">
                  <c:v>9.6162391000000096E-5</c:v>
                </c:pt>
                <c:pt idx="298">
                  <c:v>2.4751009499999999E-4</c:v>
                </c:pt>
                <c:pt idx="299">
                  <c:v>1.10808943E-4</c:v>
                </c:pt>
                <c:pt idx="300">
                  <c:v>3.2440449300000002E-4</c:v>
                </c:pt>
                <c:pt idx="301">
                  <c:v>1.3155822500000001E-4</c:v>
                </c:pt>
                <c:pt idx="302">
                  <c:v>3.80549609E-4</c:v>
                </c:pt>
                <c:pt idx="303">
                  <c:v>-2.4061389999999901E-5</c:v>
                </c:pt>
                <c:pt idx="304">
                  <c:v>8.9317892899999998E-4</c:v>
                </c:pt>
                <c:pt idx="305">
                  <c:v>7.7173460200000003E-4</c:v>
                </c:pt>
                <c:pt idx="306">
                  <c:v>1.2099106159999999E-3</c:v>
                </c:pt>
                <c:pt idx="307">
                  <c:v>2.2760575470000001E-3</c:v>
                </c:pt>
                <c:pt idx="308">
                  <c:v>1.1874249199999999E-4</c:v>
                </c:pt>
                <c:pt idx="309">
                  <c:v>1.400926065E-3</c:v>
                </c:pt>
                <c:pt idx="310">
                  <c:v>2.0130298839999999E-3</c:v>
                </c:pt>
                <c:pt idx="311">
                  <c:v>1.5949928789999999E-3</c:v>
                </c:pt>
                <c:pt idx="312">
                  <c:v>1.9267993000000302E-5</c:v>
                </c:pt>
                <c:pt idx="313">
                  <c:v>-5.6598381400000005E-4</c:v>
                </c:pt>
                <c:pt idx="314">
                  <c:v>-1.1365890690000001E-3</c:v>
                </c:pt>
                <c:pt idx="315">
                  <c:v>-1.5649063099999999E-4</c:v>
                </c:pt>
                <c:pt idx="316">
                  <c:v>-2.8281714200000001E-4</c:v>
                </c:pt>
                <c:pt idx="317">
                  <c:v>-6.51422034E-4</c:v>
                </c:pt>
                <c:pt idx="318">
                  <c:v>-3.3530061999999998E-4</c:v>
                </c:pt>
                <c:pt idx="319">
                  <c:v>-5.1105924400000001E-4</c:v>
                </c:pt>
                <c:pt idx="320">
                  <c:v>4.7209055899999998E-4</c:v>
                </c:pt>
                <c:pt idx="321">
                  <c:v>3.8186456000000302E-5</c:v>
                </c:pt>
                <c:pt idx="322">
                  <c:v>-4.0914365299999999E-4</c:v>
                </c:pt>
                <c:pt idx="323">
                  <c:v>-1.66254999E-4</c:v>
                </c:pt>
                <c:pt idx="324">
                  <c:v>2.3539904000000199E-5</c:v>
                </c:pt>
                <c:pt idx="325">
                  <c:v>6.5822382399999995E-4</c:v>
                </c:pt>
                <c:pt idx="326">
                  <c:v>-3.2614652499999999E-4</c:v>
                </c:pt>
                <c:pt idx="327">
                  <c:v>8.7008296000000096E-5</c:v>
                </c:pt>
                <c:pt idx="328">
                  <c:v>6.0156284000000198E-5</c:v>
                </c:pt>
                <c:pt idx="329">
                  <c:v>7.8821197300000005E-4</c:v>
                </c:pt>
                <c:pt idx="330">
                  <c:v>-1.8090155099999999E-4</c:v>
                </c:pt>
                <c:pt idx="331">
                  <c:v>2.8046483699999998E-4</c:v>
                </c:pt>
                <c:pt idx="332">
                  <c:v>8.6876800899999998E-4</c:v>
                </c:pt>
                <c:pt idx="333">
                  <c:v>5.2222735000000298E-5</c:v>
                </c:pt>
                <c:pt idx="334">
                  <c:v>1.145831951E-3</c:v>
                </c:pt>
                <c:pt idx="335">
                  <c:v>4.4899459000000102E-5</c:v>
                </c:pt>
                <c:pt idx="336">
                  <c:v>9.7129387300000001E-4</c:v>
                </c:pt>
                <c:pt idx="337">
                  <c:v>-5.5185312999999699E-5</c:v>
                </c:pt>
                <c:pt idx="338">
                  <c:v>5.8132942600000004E-4</c:v>
                </c:pt>
                <c:pt idx="339">
                  <c:v>1.77938973E-4</c:v>
                </c:pt>
                <c:pt idx="340">
                  <c:v>-5.7016131999999897E-5</c:v>
                </c:pt>
                <c:pt idx="341">
                  <c:v>6.0451980000000003E-4</c:v>
                </c:pt>
                <c:pt idx="342">
                  <c:v>-2.8525823400000003E-4</c:v>
                </c:pt>
                <c:pt idx="343">
                  <c:v>4.17165989E-4</c:v>
                </c:pt>
                <c:pt idx="344">
                  <c:v>1.41932866E-4</c:v>
                </c:pt>
                <c:pt idx="345">
                  <c:v>1.8657720000000201E-5</c:v>
                </c:pt>
                <c:pt idx="346">
                  <c:v>3.7566742499999998E-4</c:v>
                </c:pt>
                <c:pt idx="347">
                  <c:v>-2.8953014499999999E-4</c:v>
                </c:pt>
                <c:pt idx="348">
                  <c:v>5.1612462000000302E-5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20CB-FE46-B4AF-AE758B3B1D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18348944"/>
        <c:axId val="1518347984"/>
      </c:scatterChart>
      <c:valAx>
        <c:axId val="1518348944"/>
        <c:scaling>
          <c:orientation val="minMax"/>
          <c:max val="5.000000000000001E-3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rgbClr val="BFBFBF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18347984"/>
        <c:crosses val="autoZero"/>
        <c:crossBetween val="midCat"/>
      </c:valAx>
      <c:valAx>
        <c:axId val="1518347984"/>
        <c:scaling>
          <c:orientation val="minMax"/>
          <c:min val="-1.0000000000000002E-2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rgbClr val="BFBFBF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18348944"/>
        <c:crosses val="autoZero"/>
        <c:crossBetween val="midCat"/>
      </c:valAx>
    </c:plotArea>
    <c:plotVisOnly val="1"/>
    <c:dispBlanksAs val="gap"/>
    <c:showDLblsOverMax val="0"/>
    <c:extLst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>
          <a:solidFill>
            <a:schemeClr val="tx1"/>
          </a:solidFill>
          <a:latin typeface="Times New Roman" panose="02020603050405020304" pitchFamily="18" charset="0"/>
          <a:cs typeface="Times New Roman" panose="02020603050405020304" pitchFamily="18" charset="0"/>
        </a:defRPr>
      </a:pPr>
      <a:endParaRPr lang="en-US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C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4A30FA-A1BC-5B41-BB2C-6E31B5D3EE78}" type="datetimeFigureOut">
              <a:rPr lang="es-EC" smtClean="0"/>
              <a:t>7/10/25</a:t>
            </a:fld>
            <a:endParaRPr lang="es-EC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C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EC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C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E7BD2B-8CF3-4541-9137-FF21DD7F617A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9872588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C" dirty="0"/>
              <a:t>0.3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2E7BD2B-8CF3-4541-9137-FF21DD7F617A}" type="slidenum">
              <a:rPr lang="es-EC" smtClean="0"/>
              <a:t>1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0554266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C" dirty="0"/>
              <a:t>0.35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2E7BD2B-8CF3-4541-9137-FF21DD7F617A}" type="slidenum">
              <a:rPr lang="es-EC" smtClean="0"/>
              <a:t>2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1218818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C" dirty="0"/>
              <a:t>0.4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2E7BD2B-8CF3-4541-9137-FF21DD7F617A}" type="slidenum">
              <a:rPr lang="es-EC" smtClean="0"/>
              <a:t>3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6661101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C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2E7BD2B-8CF3-4541-9137-FF21DD7F617A}" type="slidenum">
              <a:rPr lang="es-EC" smtClean="0"/>
              <a:t>4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9126831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C" dirty="0"/>
              <a:t>0.3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2E7BD2B-8CF3-4541-9137-FF21DD7F617A}" type="slidenum">
              <a:rPr lang="es-EC" smtClean="0"/>
              <a:t>7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6712805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207F4-578F-0B3A-8346-11200D6B1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297F2D7-6C8B-88D9-9357-A505D2AE63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B9B0470-A440-723B-6233-506EE0B207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C" dirty="0"/>
              <a:t>0.35</a:t>
            </a:r>
          </a:p>
          <a:p>
            <a:endParaRPr lang="es-EC" dirty="0"/>
          </a:p>
          <a:p>
            <a:r>
              <a:rPr lang="es-EC" dirty="0"/>
              <a:t>Realmente es 95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443A6E9-298C-422D-C255-5B0B263E0A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2E7BD2B-8CF3-4541-9137-FF21DD7F617A}" type="slidenum">
              <a:rPr lang="es-EC" smtClean="0"/>
              <a:t>8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1943670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6EFFDC-9E9D-2A7B-ED1C-3D635571A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3B8980C-2011-9797-68FD-DD0A121284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016179A-B2CA-7FB8-1513-3A30E42B37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C" dirty="0"/>
              <a:t>0.4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6270C52-D926-AE00-9A7C-3BFB6E47E7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2E7BD2B-8CF3-4541-9137-FF21DD7F617A}" type="slidenum">
              <a:rPr lang="es-EC" smtClean="0"/>
              <a:t>9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5779743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3007" y="706933"/>
            <a:ext cx="2754075" cy="1503857"/>
          </a:xfrm>
        </p:spPr>
        <p:txBody>
          <a:bodyPr anchor="b"/>
          <a:lstStyle>
            <a:lvl1pPr algn="ctr">
              <a:defRPr sz="2126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05011" y="2268784"/>
            <a:ext cx="2430066" cy="1042900"/>
          </a:xfrm>
        </p:spPr>
        <p:txBody>
          <a:bodyPr/>
          <a:lstStyle>
            <a:lvl1pPr marL="0" indent="0" algn="ctr">
              <a:buNone/>
              <a:defRPr sz="850"/>
            </a:lvl1pPr>
            <a:lvl2pPr marL="161986" indent="0" algn="ctr">
              <a:buNone/>
              <a:defRPr sz="709"/>
            </a:lvl2pPr>
            <a:lvl3pPr marL="323972" indent="0" algn="ctr">
              <a:buNone/>
              <a:defRPr sz="638"/>
            </a:lvl3pPr>
            <a:lvl4pPr marL="485958" indent="0" algn="ctr">
              <a:buNone/>
              <a:defRPr sz="567"/>
            </a:lvl4pPr>
            <a:lvl5pPr marL="647944" indent="0" algn="ctr">
              <a:buNone/>
              <a:defRPr sz="567"/>
            </a:lvl5pPr>
            <a:lvl6pPr marL="809930" indent="0" algn="ctr">
              <a:buNone/>
              <a:defRPr sz="567"/>
            </a:lvl6pPr>
            <a:lvl7pPr marL="971916" indent="0" algn="ctr">
              <a:buNone/>
              <a:defRPr sz="567"/>
            </a:lvl7pPr>
            <a:lvl8pPr marL="1133902" indent="0" algn="ctr">
              <a:buNone/>
              <a:defRPr sz="567"/>
            </a:lvl8pPr>
            <a:lvl9pPr marL="1295888" indent="0" algn="ctr">
              <a:buNone/>
              <a:defRPr sz="567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EA5B9F-7743-B047-BD9A-2460F242FF60}" type="datetimeFigureOut">
              <a:rPr lang="es-EC" smtClean="0"/>
              <a:t>7/10/25</a:t>
            </a:fld>
            <a:endParaRPr lang="es-EC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733740-2830-9149-A231-06DF3950D618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163362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EA5B9F-7743-B047-BD9A-2460F242FF60}" type="datetimeFigureOut">
              <a:rPr lang="es-EC" smtClean="0"/>
              <a:t>7/10/25</a:t>
            </a:fld>
            <a:endParaRPr lang="es-EC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733740-2830-9149-A231-06DF3950D618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8477848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1069" y="1076899"/>
            <a:ext cx="2794576" cy="1796828"/>
          </a:xfrm>
        </p:spPr>
        <p:txBody>
          <a:bodyPr anchor="b"/>
          <a:lstStyle>
            <a:lvl1pPr>
              <a:defRPr sz="2126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1069" y="2890725"/>
            <a:ext cx="2794576" cy="944910"/>
          </a:xfrm>
        </p:spPr>
        <p:txBody>
          <a:bodyPr/>
          <a:lstStyle>
            <a:lvl1pPr marL="0" indent="0">
              <a:buNone/>
              <a:defRPr sz="850">
                <a:solidFill>
                  <a:schemeClr val="tx1">
                    <a:tint val="82000"/>
                  </a:schemeClr>
                </a:solidFill>
              </a:defRPr>
            </a:lvl1pPr>
            <a:lvl2pPr marL="161986" indent="0">
              <a:buNone/>
              <a:defRPr sz="709">
                <a:solidFill>
                  <a:schemeClr val="tx1">
                    <a:tint val="82000"/>
                  </a:schemeClr>
                </a:solidFill>
              </a:defRPr>
            </a:lvl2pPr>
            <a:lvl3pPr marL="323972" indent="0">
              <a:buNone/>
              <a:defRPr sz="638">
                <a:solidFill>
                  <a:schemeClr val="tx1">
                    <a:tint val="82000"/>
                  </a:schemeClr>
                </a:solidFill>
              </a:defRPr>
            </a:lvl3pPr>
            <a:lvl4pPr marL="485958" indent="0">
              <a:buNone/>
              <a:defRPr sz="567">
                <a:solidFill>
                  <a:schemeClr val="tx1">
                    <a:tint val="82000"/>
                  </a:schemeClr>
                </a:solidFill>
              </a:defRPr>
            </a:lvl4pPr>
            <a:lvl5pPr marL="647944" indent="0">
              <a:buNone/>
              <a:defRPr sz="567">
                <a:solidFill>
                  <a:schemeClr val="tx1">
                    <a:tint val="82000"/>
                  </a:schemeClr>
                </a:solidFill>
              </a:defRPr>
            </a:lvl5pPr>
            <a:lvl6pPr marL="809930" indent="0">
              <a:buNone/>
              <a:defRPr sz="567">
                <a:solidFill>
                  <a:schemeClr val="tx1">
                    <a:tint val="82000"/>
                  </a:schemeClr>
                </a:solidFill>
              </a:defRPr>
            </a:lvl6pPr>
            <a:lvl7pPr marL="971916" indent="0">
              <a:buNone/>
              <a:defRPr sz="567">
                <a:solidFill>
                  <a:schemeClr val="tx1">
                    <a:tint val="82000"/>
                  </a:schemeClr>
                </a:solidFill>
              </a:defRPr>
            </a:lvl7pPr>
            <a:lvl8pPr marL="1133902" indent="0">
              <a:buNone/>
              <a:defRPr sz="567">
                <a:solidFill>
                  <a:schemeClr val="tx1">
                    <a:tint val="82000"/>
                  </a:schemeClr>
                </a:solidFill>
              </a:defRPr>
            </a:lvl8pPr>
            <a:lvl9pPr marL="1295888" indent="0">
              <a:buNone/>
              <a:defRPr sz="56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EA5B9F-7743-B047-BD9A-2460F242FF60}" type="datetimeFigureOut">
              <a:rPr lang="es-EC" smtClean="0"/>
              <a:t>7/10/25</a:t>
            </a:fld>
            <a:endParaRPr lang="es-EC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733740-2830-9149-A231-06DF3950D618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1798519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2756" y="1149890"/>
            <a:ext cx="1377037" cy="2740739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40295" y="1149890"/>
            <a:ext cx="1377037" cy="2740739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EA5B9F-7743-B047-BD9A-2460F242FF60}" type="datetimeFigureOut">
              <a:rPr lang="es-EC" smtClean="0"/>
              <a:t>7/10/25</a:t>
            </a:fld>
            <a:endParaRPr lang="es-EC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733740-2830-9149-A231-06DF3950D618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9264893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78" y="229979"/>
            <a:ext cx="2794576" cy="834921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78" y="1058899"/>
            <a:ext cx="1370709" cy="518950"/>
          </a:xfrm>
        </p:spPr>
        <p:txBody>
          <a:bodyPr anchor="b"/>
          <a:lstStyle>
            <a:lvl1pPr marL="0" indent="0">
              <a:buNone/>
              <a:defRPr sz="850" b="1"/>
            </a:lvl1pPr>
            <a:lvl2pPr marL="161986" indent="0">
              <a:buNone/>
              <a:defRPr sz="709" b="1"/>
            </a:lvl2pPr>
            <a:lvl3pPr marL="323972" indent="0">
              <a:buNone/>
              <a:defRPr sz="638" b="1"/>
            </a:lvl3pPr>
            <a:lvl4pPr marL="485958" indent="0">
              <a:buNone/>
              <a:defRPr sz="567" b="1"/>
            </a:lvl4pPr>
            <a:lvl5pPr marL="647944" indent="0">
              <a:buNone/>
              <a:defRPr sz="567" b="1"/>
            </a:lvl5pPr>
            <a:lvl6pPr marL="809930" indent="0">
              <a:buNone/>
              <a:defRPr sz="567" b="1"/>
            </a:lvl6pPr>
            <a:lvl7pPr marL="971916" indent="0">
              <a:buNone/>
              <a:defRPr sz="567" b="1"/>
            </a:lvl7pPr>
            <a:lvl8pPr marL="1133902" indent="0">
              <a:buNone/>
              <a:defRPr sz="567" b="1"/>
            </a:lvl8pPr>
            <a:lvl9pPr marL="1295888" indent="0">
              <a:buNone/>
              <a:defRPr sz="567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3178" y="1577849"/>
            <a:ext cx="1370709" cy="2320779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40295" y="1058899"/>
            <a:ext cx="1377459" cy="518950"/>
          </a:xfrm>
        </p:spPr>
        <p:txBody>
          <a:bodyPr anchor="b"/>
          <a:lstStyle>
            <a:lvl1pPr marL="0" indent="0">
              <a:buNone/>
              <a:defRPr sz="850" b="1"/>
            </a:lvl1pPr>
            <a:lvl2pPr marL="161986" indent="0">
              <a:buNone/>
              <a:defRPr sz="709" b="1"/>
            </a:lvl2pPr>
            <a:lvl3pPr marL="323972" indent="0">
              <a:buNone/>
              <a:defRPr sz="638" b="1"/>
            </a:lvl3pPr>
            <a:lvl4pPr marL="485958" indent="0">
              <a:buNone/>
              <a:defRPr sz="567" b="1"/>
            </a:lvl4pPr>
            <a:lvl5pPr marL="647944" indent="0">
              <a:buNone/>
              <a:defRPr sz="567" b="1"/>
            </a:lvl5pPr>
            <a:lvl6pPr marL="809930" indent="0">
              <a:buNone/>
              <a:defRPr sz="567" b="1"/>
            </a:lvl6pPr>
            <a:lvl7pPr marL="971916" indent="0">
              <a:buNone/>
              <a:defRPr sz="567" b="1"/>
            </a:lvl7pPr>
            <a:lvl8pPr marL="1133902" indent="0">
              <a:buNone/>
              <a:defRPr sz="567" b="1"/>
            </a:lvl8pPr>
            <a:lvl9pPr marL="1295888" indent="0">
              <a:buNone/>
              <a:defRPr sz="567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40295" y="1577849"/>
            <a:ext cx="1377459" cy="2320779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EA5B9F-7743-B047-BD9A-2460F242FF60}" type="datetimeFigureOut">
              <a:rPr lang="es-EC" smtClean="0"/>
              <a:t>7/10/25</a:t>
            </a:fld>
            <a:endParaRPr lang="es-EC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733740-2830-9149-A231-06DF3950D618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9464594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EA5B9F-7743-B047-BD9A-2460F242FF60}" type="datetimeFigureOut">
              <a:rPr lang="es-EC" smtClean="0"/>
              <a:t>7/10/25</a:t>
            </a:fld>
            <a:endParaRPr lang="es-EC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733740-2830-9149-A231-06DF3950D618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4790114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EA5B9F-7743-B047-BD9A-2460F242FF60}" type="datetimeFigureOut">
              <a:rPr lang="es-EC" smtClean="0"/>
              <a:t>7/10/25</a:t>
            </a:fld>
            <a:endParaRPr lang="es-EC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733740-2830-9149-A231-06DF3950D618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2568086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78" y="287972"/>
            <a:ext cx="1045013" cy="1007904"/>
          </a:xfrm>
        </p:spPr>
        <p:txBody>
          <a:bodyPr anchor="b"/>
          <a:lstStyle>
            <a:lvl1pPr>
              <a:defRPr sz="1134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77459" y="621942"/>
            <a:ext cx="1640295" cy="3069707"/>
          </a:xfrm>
        </p:spPr>
        <p:txBody>
          <a:bodyPr/>
          <a:lstStyle>
            <a:lvl1pPr>
              <a:defRPr sz="1134"/>
            </a:lvl1pPr>
            <a:lvl2pPr>
              <a:defRPr sz="992"/>
            </a:lvl2pPr>
            <a:lvl3pPr>
              <a:defRPr sz="850"/>
            </a:lvl3pPr>
            <a:lvl4pPr>
              <a:defRPr sz="709"/>
            </a:lvl4pPr>
            <a:lvl5pPr>
              <a:defRPr sz="709"/>
            </a:lvl5pPr>
            <a:lvl6pPr>
              <a:defRPr sz="709"/>
            </a:lvl6pPr>
            <a:lvl7pPr>
              <a:defRPr sz="709"/>
            </a:lvl7pPr>
            <a:lvl8pPr>
              <a:defRPr sz="709"/>
            </a:lvl8pPr>
            <a:lvl9pPr>
              <a:defRPr sz="709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3178" y="1295877"/>
            <a:ext cx="1045013" cy="2400771"/>
          </a:xfrm>
        </p:spPr>
        <p:txBody>
          <a:bodyPr/>
          <a:lstStyle>
            <a:lvl1pPr marL="0" indent="0">
              <a:buNone/>
              <a:defRPr sz="567"/>
            </a:lvl1pPr>
            <a:lvl2pPr marL="161986" indent="0">
              <a:buNone/>
              <a:defRPr sz="496"/>
            </a:lvl2pPr>
            <a:lvl3pPr marL="323972" indent="0">
              <a:buNone/>
              <a:defRPr sz="425"/>
            </a:lvl3pPr>
            <a:lvl4pPr marL="485958" indent="0">
              <a:buNone/>
              <a:defRPr sz="354"/>
            </a:lvl4pPr>
            <a:lvl5pPr marL="647944" indent="0">
              <a:buNone/>
              <a:defRPr sz="354"/>
            </a:lvl5pPr>
            <a:lvl6pPr marL="809930" indent="0">
              <a:buNone/>
              <a:defRPr sz="354"/>
            </a:lvl6pPr>
            <a:lvl7pPr marL="971916" indent="0">
              <a:buNone/>
              <a:defRPr sz="354"/>
            </a:lvl7pPr>
            <a:lvl8pPr marL="1133902" indent="0">
              <a:buNone/>
              <a:defRPr sz="354"/>
            </a:lvl8pPr>
            <a:lvl9pPr marL="1295888" indent="0">
              <a:buNone/>
              <a:defRPr sz="354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EA5B9F-7743-B047-BD9A-2460F242FF60}" type="datetimeFigureOut">
              <a:rPr lang="es-EC" smtClean="0"/>
              <a:t>7/10/25</a:t>
            </a:fld>
            <a:endParaRPr lang="es-EC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733740-2830-9149-A231-06DF3950D618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5760264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78" y="287972"/>
            <a:ext cx="1045013" cy="1007904"/>
          </a:xfrm>
        </p:spPr>
        <p:txBody>
          <a:bodyPr anchor="b"/>
          <a:lstStyle>
            <a:lvl1pPr>
              <a:defRPr sz="1134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7459" y="621942"/>
            <a:ext cx="1640295" cy="3069707"/>
          </a:xfrm>
        </p:spPr>
        <p:txBody>
          <a:bodyPr anchor="t"/>
          <a:lstStyle>
            <a:lvl1pPr marL="0" indent="0">
              <a:buNone/>
              <a:defRPr sz="1134"/>
            </a:lvl1pPr>
            <a:lvl2pPr marL="161986" indent="0">
              <a:buNone/>
              <a:defRPr sz="992"/>
            </a:lvl2pPr>
            <a:lvl3pPr marL="323972" indent="0">
              <a:buNone/>
              <a:defRPr sz="850"/>
            </a:lvl3pPr>
            <a:lvl4pPr marL="485958" indent="0">
              <a:buNone/>
              <a:defRPr sz="709"/>
            </a:lvl4pPr>
            <a:lvl5pPr marL="647944" indent="0">
              <a:buNone/>
              <a:defRPr sz="709"/>
            </a:lvl5pPr>
            <a:lvl6pPr marL="809930" indent="0">
              <a:buNone/>
              <a:defRPr sz="709"/>
            </a:lvl6pPr>
            <a:lvl7pPr marL="971916" indent="0">
              <a:buNone/>
              <a:defRPr sz="709"/>
            </a:lvl7pPr>
            <a:lvl8pPr marL="1133902" indent="0">
              <a:buNone/>
              <a:defRPr sz="709"/>
            </a:lvl8pPr>
            <a:lvl9pPr marL="1295888" indent="0">
              <a:buNone/>
              <a:defRPr sz="709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3178" y="1295877"/>
            <a:ext cx="1045013" cy="2400771"/>
          </a:xfrm>
        </p:spPr>
        <p:txBody>
          <a:bodyPr/>
          <a:lstStyle>
            <a:lvl1pPr marL="0" indent="0">
              <a:buNone/>
              <a:defRPr sz="567"/>
            </a:lvl1pPr>
            <a:lvl2pPr marL="161986" indent="0">
              <a:buNone/>
              <a:defRPr sz="496"/>
            </a:lvl2pPr>
            <a:lvl3pPr marL="323972" indent="0">
              <a:buNone/>
              <a:defRPr sz="425"/>
            </a:lvl3pPr>
            <a:lvl4pPr marL="485958" indent="0">
              <a:buNone/>
              <a:defRPr sz="354"/>
            </a:lvl4pPr>
            <a:lvl5pPr marL="647944" indent="0">
              <a:buNone/>
              <a:defRPr sz="354"/>
            </a:lvl5pPr>
            <a:lvl6pPr marL="809930" indent="0">
              <a:buNone/>
              <a:defRPr sz="354"/>
            </a:lvl6pPr>
            <a:lvl7pPr marL="971916" indent="0">
              <a:buNone/>
              <a:defRPr sz="354"/>
            </a:lvl7pPr>
            <a:lvl8pPr marL="1133902" indent="0">
              <a:buNone/>
              <a:defRPr sz="354"/>
            </a:lvl8pPr>
            <a:lvl9pPr marL="1295888" indent="0">
              <a:buNone/>
              <a:defRPr sz="354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EA5B9F-7743-B047-BD9A-2460F242FF60}" type="datetimeFigureOut">
              <a:rPr lang="es-EC" smtClean="0"/>
              <a:t>7/10/25</a:t>
            </a:fld>
            <a:endParaRPr lang="es-EC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733740-2830-9149-A231-06DF3950D618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0974690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EA5B9F-7743-B047-BD9A-2460F242FF60}" type="datetimeFigureOut">
              <a:rPr lang="es-EC" smtClean="0"/>
              <a:t>7/10/25</a:t>
            </a:fld>
            <a:endParaRPr lang="es-EC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733740-2830-9149-A231-06DF3950D618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1223274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318688" y="229978"/>
            <a:ext cx="698644" cy="3660651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2756" y="229978"/>
            <a:ext cx="2055431" cy="3660651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EA5B9F-7743-B047-BD9A-2460F242FF60}" type="datetimeFigureOut">
              <a:rPr lang="es-EC" smtClean="0"/>
              <a:t>7/10/25</a:t>
            </a:fld>
            <a:endParaRPr lang="es-EC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733740-2830-9149-A231-06DF3950D618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0192270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2756" y="229979"/>
            <a:ext cx="2794576" cy="834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2756" y="1149890"/>
            <a:ext cx="2794576" cy="27407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2756" y="4003619"/>
            <a:ext cx="729020" cy="2299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2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3EA5B9F-7743-B047-BD9A-2460F242FF60}" type="datetimeFigureOut">
              <a:rPr lang="es-EC" smtClean="0"/>
              <a:t>7/10/25</a:t>
            </a:fld>
            <a:endParaRPr lang="es-EC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73279" y="4003619"/>
            <a:ext cx="1093530" cy="2299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2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C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288312" y="4003619"/>
            <a:ext cx="729020" cy="2299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2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733740-2830-9149-A231-06DF3950D618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7818987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323972" rtl="0" eaLnBrk="1" latinLnBrk="0" hangingPunct="1">
        <a:lnSpc>
          <a:spcPct val="90000"/>
        </a:lnSpc>
        <a:spcBef>
          <a:spcPct val="0"/>
        </a:spcBef>
        <a:buNone/>
        <a:defRPr sz="155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0993" indent="-80993" algn="l" defTabSz="323972" rtl="0" eaLnBrk="1" latinLnBrk="0" hangingPunct="1">
        <a:lnSpc>
          <a:spcPct val="90000"/>
        </a:lnSpc>
        <a:spcBef>
          <a:spcPts val="354"/>
        </a:spcBef>
        <a:buFont typeface="Arial" panose="020B0604020202020204" pitchFamily="34" charset="0"/>
        <a:buChar char="•"/>
        <a:defRPr sz="992" kern="1200">
          <a:solidFill>
            <a:schemeClr val="tx1"/>
          </a:solidFill>
          <a:latin typeface="+mn-lt"/>
          <a:ea typeface="+mn-ea"/>
          <a:cs typeface="+mn-cs"/>
        </a:defRPr>
      </a:lvl1pPr>
      <a:lvl2pPr marL="242979" indent="-80993" algn="l" defTabSz="323972" rtl="0" eaLnBrk="1" latinLnBrk="0" hangingPunct="1">
        <a:lnSpc>
          <a:spcPct val="90000"/>
        </a:lnSpc>
        <a:spcBef>
          <a:spcPts val="177"/>
        </a:spcBef>
        <a:buFont typeface="Arial" panose="020B0604020202020204" pitchFamily="34" charset="0"/>
        <a:buChar char="•"/>
        <a:defRPr sz="850" kern="1200">
          <a:solidFill>
            <a:schemeClr val="tx1"/>
          </a:solidFill>
          <a:latin typeface="+mn-lt"/>
          <a:ea typeface="+mn-ea"/>
          <a:cs typeface="+mn-cs"/>
        </a:defRPr>
      </a:lvl2pPr>
      <a:lvl3pPr marL="404965" indent="-80993" algn="l" defTabSz="323972" rtl="0" eaLnBrk="1" latinLnBrk="0" hangingPunct="1">
        <a:lnSpc>
          <a:spcPct val="90000"/>
        </a:lnSpc>
        <a:spcBef>
          <a:spcPts val="17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66951" indent="-80993" algn="l" defTabSz="323972" rtl="0" eaLnBrk="1" latinLnBrk="0" hangingPunct="1">
        <a:lnSpc>
          <a:spcPct val="90000"/>
        </a:lnSpc>
        <a:spcBef>
          <a:spcPts val="177"/>
        </a:spcBef>
        <a:buFont typeface="Arial" panose="020B0604020202020204" pitchFamily="34" charset="0"/>
        <a:buChar char="•"/>
        <a:defRPr sz="638" kern="1200">
          <a:solidFill>
            <a:schemeClr val="tx1"/>
          </a:solidFill>
          <a:latin typeface="+mn-lt"/>
          <a:ea typeface="+mn-ea"/>
          <a:cs typeface="+mn-cs"/>
        </a:defRPr>
      </a:lvl4pPr>
      <a:lvl5pPr marL="728937" indent="-80993" algn="l" defTabSz="323972" rtl="0" eaLnBrk="1" latinLnBrk="0" hangingPunct="1">
        <a:lnSpc>
          <a:spcPct val="90000"/>
        </a:lnSpc>
        <a:spcBef>
          <a:spcPts val="177"/>
        </a:spcBef>
        <a:buFont typeface="Arial" panose="020B0604020202020204" pitchFamily="34" charset="0"/>
        <a:buChar char="•"/>
        <a:defRPr sz="638" kern="1200">
          <a:solidFill>
            <a:schemeClr val="tx1"/>
          </a:solidFill>
          <a:latin typeface="+mn-lt"/>
          <a:ea typeface="+mn-ea"/>
          <a:cs typeface="+mn-cs"/>
        </a:defRPr>
      </a:lvl5pPr>
      <a:lvl6pPr marL="890923" indent="-80993" algn="l" defTabSz="323972" rtl="0" eaLnBrk="1" latinLnBrk="0" hangingPunct="1">
        <a:lnSpc>
          <a:spcPct val="90000"/>
        </a:lnSpc>
        <a:spcBef>
          <a:spcPts val="177"/>
        </a:spcBef>
        <a:buFont typeface="Arial" panose="020B0604020202020204" pitchFamily="34" charset="0"/>
        <a:buChar char="•"/>
        <a:defRPr sz="638" kern="1200">
          <a:solidFill>
            <a:schemeClr val="tx1"/>
          </a:solidFill>
          <a:latin typeface="+mn-lt"/>
          <a:ea typeface="+mn-ea"/>
          <a:cs typeface="+mn-cs"/>
        </a:defRPr>
      </a:lvl6pPr>
      <a:lvl7pPr marL="1052909" indent="-80993" algn="l" defTabSz="323972" rtl="0" eaLnBrk="1" latinLnBrk="0" hangingPunct="1">
        <a:lnSpc>
          <a:spcPct val="90000"/>
        </a:lnSpc>
        <a:spcBef>
          <a:spcPts val="177"/>
        </a:spcBef>
        <a:buFont typeface="Arial" panose="020B0604020202020204" pitchFamily="34" charset="0"/>
        <a:buChar char="•"/>
        <a:defRPr sz="638" kern="1200">
          <a:solidFill>
            <a:schemeClr val="tx1"/>
          </a:solidFill>
          <a:latin typeface="+mn-lt"/>
          <a:ea typeface="+mn-ea"/>
          <a:cs typeface="+mn-cs"/>
        </a:defRPr>
      </a:lvl7pPr>
      <a:lvl8pPr marL="1214895" indent="-80993" algn="l" defTabSz="323972" rtl="0" eaLnBrk="1" latinLnBrk="0" hangingPunct="1">
        <a:lnSpc>
          <a:spcPct val="90000"/>
        </a:lnSpc>
        <a:spcBef>
          <a:spcPts val="177"/>
        </a:spcBef>
        <a:buFont typeface="Arial" panose="020B0604020202020204" pitchFamily="34" charset="0"/>
        <a:buChar char="•"/>
        <a:defRPr sz="638" kern="1200">
          <a:solidFill>
            <a:schemeClr val="tx1"/>
          </a:solidFill>
          <a:latin typeface="+mn-lt"/>
          <a:ea typeface="+mn-ea"/>
          <a:cs typeface="+mn-cs"/>
        </a:defRPr>
      </a:lvl8pPr>
      <a:lvl9pPr marL="1376881" indent="-80993" algn="l" defTabSz="323972" rtl="0" eaLnBrk="1" latinLnBrk="0" hangingPunct="1">
        <a:lnSpc>
          <a:spcPct val="90000"/>
        </a:lnSpc>
        <a:spcBef>
          <a:spcPts val="177"/>
        </a:spcBef>
        <a:buFont typeface="Arial" panose="020B0604020202020204" pitchFamily="34" charset="0"/>
        <a:buChar char="•"/>
        <a:defRPr sz="6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23972" rtl="0" eaLnBrk="1" latinLnBrk="0" hangingPunct="1">
        <a:defRPr sz="638" kern="1200">
          <a:solidFill>
            <a:schemeClr val="tx1"/>
          </a:solidFill>
          <a:latin typeface="+mn-lt"/>
          <a:ea typeface="+mn-ea"/>
          <a:cs typeface="+mn-cs"/>
        </a:defRPr>
      </a:lvl1pPr>
      <a:lvl2pPr marL="161986" algn="l" defTabSz="323972" rtl="0" eaLnBrk="1" latinLnBrk="0" hangingPunct="1">
        <a:defRPr sz="638" kern="1200">
          <a:solidFill>
            <a:schemeClr val="tx1"/>
          </a:solidFill>
          <a:latin typeface="+mn-lt"/>
          <a:ea typeface="+mn-ea"/>
          <a:cs typeface="+mn-cs"/>
        </a:defRPr>
      </a:lvl2pPr>
      <a:lvl3pPr marL="323972" algn="l" defTabSz="323972" rtl="0" eaLnBrk="1" latinLnBrk="0" hangingPunct="1">
        <a:defRPr sz="638" kern="1200">
          <a:solidFill>
            <a:schemeClr val="tx1"/>
          </a:solidFill>
          <a:latin typeface="+mn-lt"/>
          <a:ea typeface="+mn-ea"/>
          <a:cs typeface="+mn-cs"/>
        </a:defRPr>
      </a:lvl3pPr>
      <a:lvl4pPr marL="485958" algn="l" defTabSz="323972" rtl="0" eaLnBrk="1" latinLnBrk="0" hangingPunct="1">
        <a:defRPr sz="638" kern="1200">
          <a:solidFill>
            <a:schemeClr val="tx1"/>
          </a:solidFill>
          <a:latin typeface="+mn-lt"/>
          <a:ea typeface="+mn-ea"/>
          <a:cs typeface="+mn-cs"/>
        </a:defRPr>
      </a:lvl4pPr>
      <a:lvl5pPr marL="647944" algn="l" defTabSz="323972" rtl="0" eaLnBrk="1" latinLnBrk="0" hangingPunct="1">
        <a:defRPr sz="638" kern="1200">
          <a:solidFill>
            <a:schemeClr val="tx1"/>
          </a:solidFill>
          <a:latin typeface="+mn-lt"/>
          <a:ea typeface="+mn-ea"/>
          <a:cs typeface="+mn-cs"/>
        </a:defRPr>
      </a:lvl5pPr>
      <a:lvl6pPr marL="809930" algn="l" defTabSz="323972" rtl="0" eaLnBrk="1" latinLnBrk="0" hangingPunct="1">
        <a:defRPr sz="638" kern="1200">
          <a:solidFill>
            <a:schemeClr val="tx1"/>
          </a:solidFill>
          <a:latin typeface="+mn-lt"/>
          <a:ea typeface="+mn-ea"/>
          <a:cs typeface="+mn-cs"/>
        </a:defRPr>
      </a:lvl6pPr>
      <a:lvl7pPr marL="971916" algn="l" defTabSz="323972" rtl="0" eaLnBrk="1" latinLnBrk="0" hangingPunct="1">
        <a:defRPr sz="638" kern="1200">
          <a:solidFill>
            <a:schemeClr val="tx1"/>
          </a:solidFill>
          <a:latin typeface="+mn-lt"/>
          <a:ea typeface="+mn-ea"/>
          <a:cs typeface="+mn-cs"/>
        </a:defRPr>
      </a:lvl7pPr>
      <a:lvl8pPr marL="1133902" algn="l" defTabSz="323972" rtl="0" eaLnBrk="1" latinLnBrk="0" hangingPunct="1">
        <a:defRPr sz="638" kern="1200">
          <a:solidFill>
            <a:schemeClr val="tx1"/>
          </a:solidFill>
          <a:latin typeface="+mn-lt"/>
          <a:ea typeface="+mn-ea"/>
          <a:cs typeface="+mn-cs"/>
        </a:defRPr>
      </a:lvl8pPr>
      <a:lvl9pPr marL="1295888" algn="l" defTabSz="323972" rtl="0" eaLnBrk="1" latinLnBrk="0" hangingPunct="1">
        <a:defRPr sz="6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chart" Target="../charts/chart10.xml"/><Relationship Id="rId5" Type="http://schemas.openxmlformats.org/officeDocument/2006/relationships/chart" Target="../charts/chart9.xml"/><Relationship Id="rId4" Type="http://schemas.openxmlformats.org/officeDocument/2006/relationships/chart" Target="../charts/char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chart" Target="../charts/chart14.xml"/><Relationship Id="rId5" Type="http://schemas.openxmlformats.org/officeDocument/2006/relationships/chart" Target="../charts/chart13.xml"/><Relationship Id="rId4" Type="http://schemas.openxmlformats.org/officeDocument/2006/relationships/chart" Target="../charts/char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5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chart" Target="../charts/chart18.xml"/><Relationship Id="rId5" Type="http://schemas.openxmlformats.org/officeDocument/2006/relationships/chart" Target="../charts/chart17.xml"/><Relationship Id="rId4" Type="http://schemas.openxmlformats.org/officeDocument/2006/relationships/chart" Target="../charts/chart1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Gráfico 1">
            <a:extLst>
              <a:ext uri="{FF2B5EF4-FFF2-40B4-BE49-F238E27FC236}">
                <a16:creationId xmlns:a16="http://schemas.microsoft.com/office/drawing/2014/main" id="{0D155043-1E6F-F540-951D-D38769F12283}"/>
              </a:ext>
            </a:extLst>
          </p:cNvPr>
          <p:cNvGraphicFramePr>
            <a:graphicFrameLocks/>
          </p:cNvGraphicFramePr>
          <p:nvPr/>
        </p:nvGraphicFramePr>
        <p:xfrm>
          <a:off x="218" y="1093275"/>
          <a:ext cx="3239651" cy="21330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42759521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Gráfico 3">
            <a:extLst>
              <a:ext uri="{FF2B5EF4-FFF2-40B4-BE49-F238E27FC236}">
                <a16:creationId xmlns:a16="http://schemas.microsoft.com/office/drawing/2014/main" id="{26281A09-2113-3641-9854-D1F895B8612C}"/>
              </a:ext>
            </a:extLst>
          </p:cNvPr>
          <p:cNvGraphicFramePr>
            <a:graphicFrameLocks/>
          </p:cNvGraphicFramePr>
          <p:nvPr/>
        </p:nvGraphicFramePr>
        <p:xfrm>
          <a:off x="774" y="1079795"/>
          <a:ext cx="3238540" cy="215999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4826762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Gráfico 1">
            <a:extLst>
              <a:ext uri="{FF2B5EF4-FFF2-40B4-BE49-F238E27FC236}">
                <a16:creationId xmlns:a16="http://schemas.microsoft.com/office/drawing/2014/main" id="{CCDCC063-E148-F24F-99BF-C2A7FC864510}"/>
              </a:ext>
            </a:extLst>
          </p:cNvPr>
          <p:cNvGraphicFramePr>
            <a:graphicFrameLocks/>
          </p:cNvGraphicFramePr>
          <p:nvPr/>
        </p:nvGraphicFramePr>
        <p:xfrm>
          <a:off x="4103" y="1080181"/>
          <a:ext cx="3231882" cy="21592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8928977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Gráfico 1">
            <a:extLst>
              <a:ext uri="{FF2B5EF4-FFF2-40B4-BE49-F238E27FC236}">
                <a16:creationId xmlns:a16="http://schemas.microsoft.com/office/drawing/2014/main" id="{7B06DF94-726D-A64E-8A08-C372D573DDB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86373024"/>
              </p:ext>
            </p:extLst>
          </p:nvPr>
        </p:nvGraphicFramePr>
        <p:xfrm>
          <a:off x="5430" y="1079305"/>
          <a:ext cx="3229231" cy="216097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3204117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Gráfico 1">
            <a:extLst>
              <a:ext uri="{FF2B5EF4-FFF2-40B4-BE49-F238E27FC236}">
                <a16:creationId xmlns:a16="http://schemas.microsoft.com/office/drawing/2014/main" id="{450BEB11-0A28-814E-A534-12E6B5876506}"/>
              </a:ext>
            </a:extLst>
          </p:cNvPr>
          <p:cNvGraphicFramePr>
            <a:graphicFrameLocks/>
          </p:cNvGraphicFramePr>
          <p:nvPr/>
        </p:nvGraphicFramePr>
        <p:xfrm>
          <a:off x="5364" y="1079308"/>
          <a:ext cx="3229360" cy="216097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3507656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Gráfico 1">
            <a:extLst>
              <a:ext uri="{FF2B5EF4-FFF2-40B4-BE49-F238E27FC236}">
                <a16:creationId xmlns:a16="http://schemas.microsoft.com/office/drawing/2014/main" id="{01A264C3-2A3E-C244-B0CA-C8287BA40D75}"/>
              </a:ext>
            </a:extLst>
          </p:cNvPr>
          <p:cNvGraphicFramePr>
            <a:graphicFrameLocks/>
          </p:cNvGraphicFramePr>
          <p:nvPr/>
        </p:nvGraphicFramePr>
        <p:xfrm>
          <a:off x="3612" y="1071183"/>
          <a:ext cx="3232867" cy="217722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42054565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Chart 11">
            <a:extLst>
              <a:ext uri="{FF2B5EF4-FFF2-40B4-BE49-F238E27FC236}">
                <a16:creationId xmlns:a16="http://schemas.microsoft.com/office/drawing/2014/main" id="{FBBC152F-6AD9-455B-BF48-A98E2B15E91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54266331"/>
              </p:ext>
            </p:extLst>
          </p:nvPr>
        </p:nvGraphicFramePr>
        <p:xfrm>
          <a:off x="16804" y="3242696"/>
          <a:ext cx="3203368" cy="107479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" name="Chart 4">
            <a:extLst>
              <a:ext uri="{FF2B5EF4-FFF2-40B4-BE49-F238E27FC236}">
                <a16:creationId xmlns:a16="http://schemas.microsoft.com/office/drawing/2014/main" id="{14A6229B-795D-4FFD-B7BB-1D68F6F1FFC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8876947"/>
              </p:ext>
            </p:extLst>
          </p:nvPr>
        </p:nvGraphicFramePr>
        <p:xfrm>
          <a:off x="0" y="0"/>
          <a:ext cx="3236976" cy="10720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4" name="Chart 5">
            <a:extLst>
              <a:ext uri="{FF2B5EF4-FFF2-40B4-BE49-F238E27FC236}">
                <a16:creationId xmlns:a16="http://schemas.microsoft.com/office/drawing/2014/main" id="{899EB01D-B180-406F-9322-441A205D61C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76421531"/>
              </p:ext>
            </p:extLst>
          </p:nvPr>
        </p:nvGraphicFramePr>
        <p:xfrm>
          <a:off x="3112" y="1072075"/>
          <a:ext cx="3236976" cy="107899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5" name="Chart 7">
            <a:extLst>
              <a:ext uri="{FF2B5EF4-FFF2-40B4-BE49-F238E27FC236}">
                <a16:creationId xmlns:a16="http://schemas.microsoft.com/office/drawing/2014/main" id="{CC41AB22-8C4C-434B-97B0-33437BC356A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44721308"/>
              </p:ext>
            </p:extLst>
          </p:nvPr>
        </p:nvGraphicFramePr>
        <p:xfrm>
          <a:off x="3112" y="2168521"/>
          <a:ext cx="3236976" cy="107899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0" name="CuadroTexto 9">
            <a:extLst>
              <a:ext uri="{FF2B5EF4-FFF2-40B4-BE49-F238E27FC236}">
                <a16:creationId xmlns:a16="http://schemas.microsoft.com/office/drawing/2014/main" id="{A9D41AB2-C96F-DD5F-DC0F-395F6B0204C8}"/>
              </a:ext>
            </a:extLst>
          </p:cNvPr>
          <p:cNvSpPr txBox="1"/>
          <p:nvPr/>
        </p:nvSpPr>
        <p:spPr>
          <a:xfrm>
            <a:off x="2760784" y="3577090"/>
            <a:ext cx="36420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C" sz="1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t(s)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1CCD7589-B84F-33A7-54B7-7C727F0712F7}"/>
              </a:ext>
            </a:extLst>
          </p:cNvPr>
          <p:cNvSpPr txBox="1"/>
          <p:nvPr/>
        </p:nvSpPr>
        <p:spPr>
          <a:xfrm>
            <a:off x="0" y="0"/>
            <a:ext cx="2901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1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67352AA2-0BAF-0A76-824D-0BD680952FC5}"/>
              </a:ext>
            </a:extLst>
          </p:cNvPr>
          <p:cNvSpPr txBox="1"/>
          <p:nvPr/>
        </p:nvSpPr>
        <p:spPr>
          <a:xfrm>
            <a:off x="2488915" y="123110"/>
            <a:ext cx="543739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s-EC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 min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0EE022C8-357E-5746-2F1B-BC8554F30176}"/>
              </a:ext>
            </a:extLst>
          </p:cNvPr>
          <p:cNvSpPr txBox="1"/>
          <p:nvPr/>
        </p:nvSpPr>
        <p:spPr>
          <a:xfrm>
            <a:off x="2488914" y="1137370"/>
            <a:ext cx="543740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s-EC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 min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91BA8FD5-981C-5D32-C64F-D7FB5D7BE9A0}"/>
              </a:ext>
            </a:extLst>
          </p:cNvPr>
          <p:cNvSpPr txBox="1"/>
          <p:nvPr/>
        </p:nvSpPr>
        <p:spPr>
          <a:xfrm>
            <a:off x="2488914" y="2151630"/>
            <a:ext cx="543740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s-EC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 min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9D54D995-CD2A-8BB1-CE4F-2A7ECB013A79}"/>
              </a:ext>
            </a:extLst>
          </p:cNvPr>
          <p:cNvSpPr txBox="1"/>
          <p:nvPr/>
        </p:nvSpPr>
        <p:spPr>
          <a:xfrm>
            <a:off x="2488914" y="3165890"/>
            <a:ext cx="543740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s-EC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60 min</a:t>
            </a:r>
          </a:p>
        </p:txBody>
      </p:sp>
    </p:spTree>
    <p:extLst>
      <p:ext uri="{BB962C8B-B14F-4D97-AF65-F5344CB8AC3E}">
        <p14:creationId xmlns:p14="http://schemas.microsoft.com/office/powerpoint/2010/main" val="27965349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98E9E-7275-C235-DBCF-CF2C7E6DC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3">
            <a:extLst>
              <a:ext uri="{FF2B5EF4-FFF2-40B4-BE49-F238E27FC236}">
                <a16:creationId xmlns:a16="http://schemas.microsoft.com/office/drawing/2014/main" id="{945C2F7B-D01A-7046-3C9E-0439B7DF3896}"/>
              </a:ext>
            </a:extLst>
          </p:cNvPr>
          <p:cNvGraphicFramePr>
            <a:graphicFrameLocks/>
          </p:cNvGraphicFramePr>
          <p:nvPr/>
        </p:nvGraphicFramePr>
        <p:xfrm>
          <a:off x="-17148" y="0"/>
          <a:ext cx="3254669" cy="11011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Chart 4">
            <a:extLst>
              <a:ext uri="{FF2B5EF4-FFF2-40B4-BE49-F238E27FC236}">
                <a16:creationId xmlns:a16="http://schemas.microsoft.com/office/drawing/2014/main" id="{E1B3DD22-6B87-5FA9-328C-9DDDCA427A45}"/>
              </a:ext>
            </a:extLst>
          </p:cNvPr>
          <p:cNvGraphicFramePr>
            <a:graphicFrameLocks/>
          </p:cNvGraphicFramePr>
          <p:nvPr/>
        </p:nvGraphicFramePr>
        <p:xfrm>
          <a:off x="-17148" y="1071652"/>
          <a:ext cx="3253910" cy="110015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7" name="Chart 5">
            <a:extLst>
              <a:ext uri="{FF2B5EF4-FFF2-40B4-BE49-F238E27FC236}">
                <a16:creationId xmlns:a16="http://schemas.microsoft.com/office/drawing/2014/main" id="{974D12D5-53E9-5F88-F7CC-2E4B3D8A8E25}"/>
              </a:ext>
            </a:extLst>
          </p:cNvPr>
          <p:cNvGraphicFramePr>
            <a:graphicFrameLocks/>
          </p:cNvGraphicFramePr>
          <p:nvPr/>
        </p:nvGraphicFramePr>
        <p:xfrm>
          <a:off x="-17148" y="2142296"/>
          <a:ext cx="3264526" cy="110015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9" name="Chart 8">
            <a:extLst>
              <a:ext uri="{FF2B5EF4-FFF2-40B4-BE49-F238E27FC236}">
                <a16:creationId xmlns:a16="http://schemas.microsoft.com/office/drawing/2014/main" id="{C7698F10-905C-A415-E716-0CAE11C38787}"/>
              </a:ext>
            </a:extLst>
          </p:cNvPr>
          <p:cNvGraphicFramePr>
            <a:graphicFrameLocks/>
          </p:cNvGraphicFramePr>
          <p:nvPr/>
        </p:nvGraphicFramePr>
        <p:xfrm>
          <a:off x="-17148" y="3212941"/>
          <a:ext cx="3236976" cy="10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1" name="CuadroTexto 10">
            <a:extLst>
              <a:ext uri="{FF2B5EF4-FFF2-40B4-BE49-F238E27FC236}">
                <a16:creationId xmlns:a16="http://schemas.microsoft.com/office/drawing/2014/main" id="{0B3D4E18-B42F-B877-AD88-1916382069A3}"/>
              </a:ext>
            </a:extLst>
          </p:cNvPr>
          <p:cNvSpPr txBox="1"/>
          <p:nvPr/>
        </p:nvSpPr>
        <p:spPr>
          <a:xfrm>
            <a:off x="0" y="0"/>
            <a:ext cx="2901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1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28E3BF5A-91EC-3187-43E7-7E58F2F2963A}"/>
              </a:ext>
            </a:extLst>
          </p:cNvPr>
          <p:cNvSpPr txBox="1"/>
          <p:nvPr/>
        </p:nvSpPr>
        <p:spPr>
          <a:xfrm>
            <a:off x="2488915" y="123110"/>
            <a:ext cx="543739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s-EC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 min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A26EC95A-B2A4-ED29-84BB-243A5ABA6CD3}"/>
              </a:ext>
            </a:extLst>
          </p:cNvPr>
          <p:cNvSpPr txBox="1"/>
          <p:nvPr/>
        </p:nvSpPr>
        <p:spPr>
          <a:xfrm>
            <a:off x="2488914" y="1137370"/>
            <a:ext cx="543740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s-EC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 min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6FE03C19-23A5-9587-914E-3586835777AF}"/>
              </a:ext>
            </a:extLst>
          </p:cNvPr>
          <p:cNvSpPr txBox="1"/>
          <p:nvPr/>
        </p:nvSpPr>
        <p:spPr>
          <a:xfrm>
            <a:off x="2488914" y="2151630"/>
            <a:ext cx="543740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s-EC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 min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6451597A-A812-C0ED-CCCD-BBA0C8FB35D9}"/>
              </a:ext>
            </a:extLst>
          </p:cNvPr>
          <p:cNvSpPr txBox="1"/>
          <p:nvPr/>
        </p:nvSpPr>
        <p:spPr>
          <a:xfrm>
            <a:off x="2488915" y="3165890"/>
            <a:ext cx="543740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s-EC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90 min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348F752E-9858-BE14-758F-EEC3AAC08CD9}"/>
              </a:ext>
            </a:extLst>
          </p:cNvPr>
          <p:cNvSpPr txBox="1"/>
          <p:nvPr/>
        </p:nvSpPr>
        <p:spPr>
          <a:xfrm>
            <a:off x="2760784" y="3577090"/>
            <a:ext cx="36420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C" sz="1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t(s)</a:t>
            </a:r>
          </a:p>
        </p:txBody>
      </p:sp>
    </p:spTree>
    <p:extLst>
      <p:ext uri="{BB962C8B-B14F-4D97-AF65-F5344CB8AC3E}">
        <p14:creationId xmlns:p14="http://schemas.microsoft.com/office/powerpoint/2010/main" val="35609983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A1C74-23F4-5C99-851A-E4CB668D1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" name="Chart 3">
            <a:extLst>
              <a:ext uri="{FF2B5EF4-FFF2-40B4-BE49-F238E27FC236}">
                <a16:creationId xmlns:a16="http://schemas.microsoft.com/office/drawing/2014/main" id="{5196712C-5667-B643-8E65-76E882E8BE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92336782"/>
              </p:ext>
            </p:extLst>
          </p:nvPr>
        </p:nvGraphicFramePr>
        <p:xfrm>
          <a:off x="0" y="-22669"/>
          <a:ext cx="3224822" cy="10614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Chart 4">
            <a:extLst>
              <a:ext uri="{FF2B5EF4-FFF2-40B4-BE49-F238E27FC236}">
                <a16:creationId xmlns:a16="http://schemas.microsoft.com/office/drawing/2014/main" id="{F20AED4E-C68D-F644-A244-FB32E004D86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8032089"/>
              </p:ext>
            </p:extLst>
          </p:nvPr>
        </p:nvGraphicFramePr>
        <p:xfrm>
          <a:off x="0" y="1070930"/>
          <a:ext cx="3224822" cy="10614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21" name="Chart 5">
            <a:extLst>
              <a:ext uri="{FF2B5EF4-FFF2-40B4-BE49-F238E27FC236}">
                <a16:creationId xmlns:a16="http://schemas.microsoft.com/office/drawing/2014/main" id="{FBEED9BD-85D0-0C45-BC7E-2D219AF943A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49463244"/>
              </p:ext>
            </p:extLst>
          </p:nvPr>
        </p:nvGraphicFramePr>
        <p:xfrm>
          <a:off x="0" y="2164529"/>
          <a:ext cx="3224822" cy="106146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22" name="Chart 8">
            <a:extLst>
              <a:ext uri="{FF2B5EF4-FFF2-40B4-BE49-F238E27FC236}">
                <a16:creationId xmlns:a16="http://schemas.microsoft.com/office/drawing/2014/main" id="{3FB86A5C-FFBE-554E-BFA2-138ACE3FADF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84713254"/>
              </p:ext>
            </p:extLst>
          </p:nvPr>
        </p:nvGraphicFramePr>
        <p:xfrm>
          <a:off x="0" y="3258126"/>
          <a:ext cx="3226186" cy="10614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1" name="CuadroTexto 10">
            <a:extLst>
              <a:ext uri="{FF2B5EF4-FFF2-40B4-BE49-F238E27FC236}">
                <a16:creationId xmlns:a16="http://schemas.microsoft.com/office/drawing/2014/main" id="{31C83281-430C-BB88-C57D-5E560446F3E5}"/>
              </a:ext>
            </a:extLst>
          </p:cNvPr>
          <p:cNvSpPr txBox="1"/>
          <p:nvPr/>
        </p:nvSpPr>
        <p:spPr>
          <a:xfrm>
            <a:off x="0" y="0"/>
            <a:ext cx="2901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1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884C96C2-C559-F5B4-D6FF-7EDF15BD9061}"/>
              </a:ext>
            </a:extLst>
          </p:cNvPr>
          <p:cNvSpPr txBox="1"/>
          <p:nvPr/>
        </p:nvSpPr>
        <p:spPr>
          <a:xfrm>
            <a:off x="2488915" y="123110"/>
            <a:ext cx="543739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s-EC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 min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DA31C6B4-1930-175B-CCE6-10E083F2C3B5}"/>
              </a:ext>
            </a:extLst>
          </p:cNvPr>
          <p:cNvSpPr txBox="1"/>
          <p:nvPr/>
        </p:nvSpPr>
        <p:spPr>
          <a:xfrm>
            <a:off x="2488914" y="1137370"/>
            <a:ext cx="543740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s-EC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 min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516178E-FA10-D0C7-F3A7-49F03A780995}"/>
              </a:ext>
            </a:extLst>
          </p:cNvPr>
          <p:cNvSpPr txBox="1"/>
          <p:nvPr/>
        </p:nvSpPr>
        <p:spPr>
          <a:xfrm>
            <a:off x="2488914" y="2151630"/>
            <a:ext cx="543740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s-EC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 min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72595CE6-B948-42DD-0A1E-4A03CEF94984}"/>
              </a:ext>
            </a:extLst>
          </p:cNvPr>
          <p:cNvSpPr txBox="1"/>
          <p:nvPr/>
        </p:nvSpPr>
        <p:spPr>
          <a:xfrm>
            <a:off x="2488915" y="3165890"/>
            <a:ext cx="543740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s-EC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90 min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328C160C-C228-84E6-0D8D-0DCB26D62DC0}"/>
              </a:ext>
            </a:extLst>
          </p:cNvPr>
          <p:cNvSpPr txBox="1"/>
          <p:nvPr/>
        </p:nvSpPr>
        <p:spPr>
          <a:xfrm>
            <a:off x="2760784" y="3577090"/>
            <a:ext cx="36420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C" sz="1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t(s)</a:t>
            </a:r>
          </a:p>
        </p:txBody>
      </p:sp>
    </p:spTree>
    <p:extLst>
      <p:ext uri="{BB962C8B-B14F-4D97-AF65-F5344CB8AC3E}">
        <p14:creationId xmlns:p14="http://schemas.microsoft.com/office/powerpoint/2010/main" val="23278532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75379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BF64F1CC-082E-B292-A5DB-17CDDDF680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380" y="1079500"/>
            <a:ext cx="1215331" cy="2160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245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46DEE0A2-FC30-76FE-D97C-9763A790A7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908" y="1079500"/>
            <a:ext cx="1215331" cy="2160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264753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e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735</TotalTime>
  <Words>113</Words>
  <Application>Microsoft Macintosh PowerPoint</Application>
  <PresentationFormat>Personalizado</PresentationFormat>
  <Paragraphs>48</Paragraphs>
  <Slides>12</Slides>
  <Notes>7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Times New Roman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María José Torres Constante</dc:creator>
  <cp:lastModifiedBy>María José Torres Constante</cp:lastModifiedBy>
  <cp:revision>6</cp:revision>
  <dcterms:created xsi:type="dcterms:W3CDTF">2025-10-03T17:06:32Z</dcterms:created>
  <dcterms:modified xsi:type="dcterms:W3CDTF">2025-10-07T12:44:00Z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7b10915-602c-481a-bdc7-238d429ea082_Enabled">
    <vt:lpwstr>true</vt:lpwstr>
  </property>
  <property fmtid="{D5CDD505-2E9C-101B-9397-08002B2CF9AE}" pid="3" name="MSIP_Label_f7b10915-602c-481a-bdc7-238d429ea082_SetDate">
    <vt:lpwstr>2025-10-03T17:08:13Z</vt:lpwstr>
  </property>
  <property fmtid="{D5CDD505-2E9C-101B-9397-08002B2CF9AE}" pid="4" name="MSIP_Label_f7b10915-602c-481a-bdc7-238d429ea082_Method">
    <vt:lpwstr>Standard</vt:lpwstr>
  </property>
  <property fmtid="{D5CDD505-2E9C-101B-9397-08002B2CF9AE}" pid="5" name="MSIP_Label_f7b10915-602c-481a-bdc7-238d429ea082_Name">
    <vt:lpwstr>defa4170-0d19-0005-0004-bc88714345d2</vt:lpwstr>
  </property>
  <property fmtid="{D5CDD505-2E9C-101B-9397-08002B2CF9AE}" pid="6" name="MSIP_Label_f7b10915-602c-481a-bdc7-238d429ea082_SiteId">
    <vt:lpwstr>9f119962-8c62-431c-a8ef-e7e0a42d11fc</vt:lpwstr>
  </property>
  <property fmtid="{D5CDD505-2E9C-101B-9397-08002B2CF9AE}" pid="7" name="MSIP_Label_f7b10915-602c-481a-bdc7-238d429ea082_ActionId">
    <vt:lpwstr>278ddd64-28fd-4f80-93fa-9ab18e1d52af</vt:lpwstr>
  </property>
  <property fmtid="{D5CDD505-2E9C-101B-9397-08002B2CF9AE}" pid="8" name="MSIP_Label_f7b10915-602c-481a-bdc7-238d429ea082_ContentBits">
    <vt:lpwstr>0</vt:lpwstr>
  </property>
  <property fmtid="{D5CDD505-2E9C-101B-9397-08002B2CF9AE}" pid="9" name="MSIP_Label_f7b10915-602c-481a-bdc7-238d429ea082_Tag">
    <vt:lpwstr>50, 3, 0, 1</vt:lpwstr>
  </property>
</Properties>
</file>