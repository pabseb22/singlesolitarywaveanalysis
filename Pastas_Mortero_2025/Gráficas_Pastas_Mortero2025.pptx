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5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6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notesSlides/notesSlide6.xml" ContentType="application/vnd.openxmlformats-officedocument.presentationml.notes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notesSlides/notesSlide7.xml" ContentType="application/vnd.openxmlformats-officedocument.presentationml.notes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21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22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7" r:id="rId9"/>
    <p:sldId id="266" r:id="rId10"/>
    <p:sldId id="265" r:id="rId11"/>
    <p:sldId id="263" r:id="rId12"/>
    <p:sldId id="264" r:id="rId13"/>
    <p:sldId id="268" r:id="rId14"/>
    <p:sldId id="269" r:id="rId15"/>
  </p:sldIdLst>
  <p:sldSz cx="3240088" cy="4319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884"/>
    <p:restoredTop sz="82044"/>
  </p:normalViewPr>
  <p:slideViewPr>
    <p:cSldViewPr snapToGrid="0">
      <p:cViewPr varScale="1">
        <p:scale>
          <a:sx n="114" d="100"/>
          <a:sy n="114" d="100"/>
        </p:scale>
        <p:origin x="2499" y="54"/>
      </p:cViewPr>
      <p:guideLst/>
    </p:cSldViewPr>
  </p:slideViewPr>
  <p:notesTextViewPr>
    <p:cViewPr>
      <p:scale>
        <a:sx n="114" d="100"/>
        <a:sy n="114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\\Users\mariajosetorresconstante\Documents\GitHub\SingleSolitaryWaveAnalysis\Pastas_Mortero_2025\Plantilla_RESULTADOS_CPT%20(072025)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file:///\\Users\mariajosetorresconstante\Documents\GitHub\SingleSolitaryWaveAnalysis\Pastas_Mortero_2025\Plantilla_RESULTADOS_CPT%20(072025).xlsx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file:///\\Users\mariajosetorresconstante\Documents\GitHub\SingleSolitaryWaveAnalysis\Pastas_Mortero_2025\Plantilla_RESULTADOS_CPT%20(072025)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\\Users\mariajosetorresconstante\Documents\GitHub\SingleSolitaryWaveAnalysis\Pastas_Mortero_2025\Plantilla_RESULTADOS_CPT%20(072025)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\\Users\mariajosetorresconstante\Documents\GitHub\SingleSolitaryWaveAnalysis\Pastas_Mortero_2025\Plantilla_RESULTADOS_CPT%20(072025)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\\Users\mariajosetorresconstante\Documents\GitHub\SingleSolitaryWaveAnalysis\Pastas_Mortero_2025\Plantilla_RESULTADOS_CPT%20(072025)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oleObject" Target="file:///\\Users\mariajosetorresconstante\Documents\GitHub\SingleSolitaryWaveAnalysis\Pastas_Mortero_2025\MorterosSSWGraphs.xlsx" TargetMode="External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oleObject" Target="file:///\\Users\mariajosetorresconstante\Documents\GitHub\SingleSolitaryWaveAnalysis\Pastas_Mortero_2025\MorterosSSWGraphs.xlsx" TargetMode="External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oleObject" Target="file:///\\Users\mariajosetorresconstante\Documents\GitHub\SingleSolitaryWaveAnalysis\Pastas_Mortero_2025\MorterosSSWGraphs.xlsx" TargetMode="External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oleObject" Target="file:///\\Users\mariajosetorresconstante\Documents\GitHub\SingleSolitaryWaveAnalysis\Pastas_Mortero_2025\MorterosSSWGraphs.xlsx" TargetMode="External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oleObject" Target="file:///\\Users\mariajosetorresconstante\Documents\GitHub\SingleSolitaryWaveAnalysis\Pastas_Mortero_2025\MorterosSSWGraphs.xlsx" TargetMode="External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oleObject" Target="file:///\\Users\mariajosetorresconstante\Documents\GitHub\SingleSolitaryWaveAnalysis\Pastas_Mortero_2025\MorterosSSWGraphs.xlsx" TargetMode="External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oleObject" Target="file:///\\Users\mariajosetorresconstante\Documents\GitHub\SingleSolitaryWaveAnalysis\Pastas_Mortero_2025\MorterosSSWGraphs.xlsx" TargetMode="External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oleObject" Target="file:///\\Users\mariajosetorresconstante\Documents\GitHub\SingleSolitaryWaveAnalysis\Pastas_Mortero_2025\MorterosSSWGraphs.xlsx" TargetMode="External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oleObject" Target="file:///\\Users\mariajosetorresconstante\Documents\GitHub\SingleSolitaryWaveAnalysis\Pastas_Mortero_2025\MorterosSSWGraphs.xlsx" TargetMode="External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oleObject" Target="file:///\\Users\mariajosetorresconstante\Documents\GitHub\SingleSolitaryWaveAnalysis\Pastas_Mortero_2025\MorterosSSWGraphs.xlsx" TargetMode="External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oleObject" Target="file:///\\Users\mariajosetorresconstante\Documents\GitHub\SingleSolitaryWaveAnalysis\Pastas_Mortero_2025\MorterosSSWGraphs.xlsx" TargetMode="External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oleObject" Target="file:///\\Users\mariajosetorresconstante\Documents\GitHub\SingleSolitaryWaveAnalysis\Pastas_Mortero_2025\MorterosSSWGraphs.xlsx" TargetMode="External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pablo\Desktop\HistereticData_PastasMorteroGraphs_Oct2025.xlsx" TargetMode="Externa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pablo\Desktop\InvestigacionUSFQ\SSWCompleteAnalysis\SingleSolitaryWaveAnalysis\Pastas_Mortero_2025\Piezo\0p30_Datos_Histereticos_Procesados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pablo\Desktop\InvestigacionUSFQ\SSWCompleteAnalysis\SingleSolitaryWaveAnalysis\Pastas_Mortero_2025\Piezo\0p35_Datos_Histereticos_Procesados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pablo\Desktop\InvestigacionUSFQ\SSWCompleteAnalysis\SingleSolitaryWaveAnalysis\Pastas_Mortero_2025\Piezo\0p40_Datos_Histereticos_Procesados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6904730308291671"/>
          <c:y val="6.4646655356972629E-2"/>
          <c:w val="0.60452133612866055"/>
          <c:h val="0.68918656275075452"/>
        </c:manualLayout>
      </c:layout>
      <c:scatterChart>
        <c:scatterStyle val="lineMarker"/>
        <c:varyColors val="0"/>
        <c:ser>
          <c:idx val="0"/>
          <c:order val="0"/>
          <c:tx>
            <c:strRef>
              <c:f>'Penetración vs TOF (s)'!$C$4</c:f>
              <c:strCache>
                <c:ptCount val="1"/>
                <c:pt idx="0">
                  <c:v>Penetración (mm)</c:v>
                </c:pt>
              </c:strCache>
            </c:strRef>
          </c:tx>
          <c:spPr>
            <a:ln w="12700" cap="rnd">
              <a:solidFill>
                <a:srgbClr val="002060"/>
              </a:solidFill>
              <a:round/>
            </a:ln>
            <a:effectLst/>
          </c:spPr>
          <c:marker>
            <c:symbol val="circle"/>
            <c:size val="2"/>
            <c:spPr>
              <a:solidFill>
                <a:srgbClr val="002060"/>
              </a:solidFill>
              <a:ln w="9525">
                <a:solidFill>
                  <a:srgbClr val="002060"/>
                </a:solidFill>
              </a:ln>
              <a:effectLst/>
            </c:spPr>
          </c:marker>
          <c:xVal>
            <c:numRef>
              <c:f>'Penetración vs TOF (s)'!$B$5:$B$12</c:f>
              <c:numCache>
                <c:formatCode>General</c:formatCode>
                <c:ptCount val="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20</c:v>
                </c:pt>
                <c:pt idx="4">
                  <c:v>30</c:v>
                </c:pt>
                <c:pt idx="5">
                  <c:v>40</c:v>
                </c:pt>
                <c:pt idx="6">
                  <c:v>60</c:v>
                </c:pt>
                <c:pt idx="7">
                  <c:v>90</c:v>
                </c:pt>
              </c:numCache>
            </c:numRef>
          </c:xVal>
          <c:yVal>
            <c:numRef>
              <c:f>'Penetración vs TOF (s)'!$C$5:$C$12</c:f>
              <c:numCache>
                <c:formatCode>0.00</c:formatCode>
                <c:ptCount val="8"/>
                <c:pt idx="0">
                  <c:v>25.166666666666668</c:v>
                </c:pt>
                <c:pt idx="1">
                  <c:v>24.599999999999998</c:v>
                </c:pt>
                <c:pt idx="2">
                  <c:v>20.166666666666668</c:v>
                </c:pt>
                <c:pt idx="3">
                  <c:v>20.2</c:v>
                </c:pt>
                <c:pt idx="4">
                  <c:v>17.633333333333333</c:v>
                </c:pt>
                <c:pt idx="5">
                  <c:v>15.266666666666666</c:v>
                </c:pt>
                <c:pt idx="6">
                  <c:v>13.166666666666666</c:v>
                </c:pt>
                <c:pt idx="7">
                  <c:v>5.8999999999999995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FE3-9448-8ABF-7F76C286965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63225792"/>
        <c:axId val="1963063280"/>
      </c:scatterChart>
      <c:scatterChart>
        <c:scatterStyle val="lineMarker"/>
        <c:varyColors val="0"/>
        <c:ser>
          <c:idx val="1"/>
          <c:order val="1"/>
          <c:tx>
            <c:strRef>
              <c:f>'Penetración vs TOF (s)'!$D$4</c:f>
              <c:strCache>
                <c:ptCount val="1"/>
                <c:pt idx="0">
                  <c:v>TOF (s)</c:v>
                </c:pt>
              </c:strCache>
            </c:strRef>
          </c:tx>
          <c:spPr>
            <a:ln w="12700" cap="rnd">
              <a:solidFill>
                <a:srgbClr val="0070C0"/>
              </a:solidFill>
              <a:round/>
            </a:ln>
            <a:effectLst/>
          </c:spPr>
          <c:marker>
            <c:symbol val="circle"/>
            <c:size val="2"/>
            <c:spPr>
              <a:solidFill>
                <a:srgbClr val="0070C0"/>
              </a:solidFill>
              <a:ln w="9525">
                <a:solidFill>
                  <a:srgbClr val="0070C0"/>
                </a:solidFill>
              </a:ln>
              <a:effectLst/>
            </c:spPr>
          </c:marker>
          <c:xVal>
            <c:numRef>
              <c:f>'Penetración vs TOF (s)'!$B$5:$B$12</c:f>
              <c:numCache>
                <c:formatCode>General</c:formatCode>
                <c:ptCount val="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20</c:v>
                </c:pt>
                <c:pt idx="4">
                  <c:v>30</c:v>
                </c:pt>
                <c:pt idx="5">
                  <c:v>40</c:v>
                </c:pt>
                <c:pt idx="6">
                  <c:v>60</c:v>
                </c:pt>
                <c:pt idx="7">
                  <c:v>90</c:v>
                </c:pt>
              </c:numCache>
            </c:numRef>
          </c:xVal>
          <c:yVal>
            <c:numRef>
              <c:f>'Penetración vs TOF (s)'!$D$5:$D$12</c:f>
              <c:numCache>
                <c:formatCode>General</c:formatCode>
                <c:ptCount val="8"/>
                <c:pt idx="0">
                  <c:v>3.4375671399828889E-3</c:v>
                </c:pt>
                <c:pt idx="1">
                  <c:v>2.9297447215697048E-3</c:v>
                </c:pt>
                <c:pt idx="2">
                  <c:v>2.8906814586235896E-3</c:v>
                </c:pt>
                <c:pt idx="3">
                  <c:v>2.7344284068107072E-3</c:v>
                </c:pt>
                <c:pt idx="4">
                  <c:v>2.5977069864779878E-3</c:v>
                </c:pt>
                <c:pt idx="5">
                  <c:v>2.5586437235176618E-3</c:v>
                </c:pt>
                <c:pt idx="6">
                  <c:v>2.5586437235105564E-3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DFE3-9448-8ABF-7F76C286965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2465232"/>
        <c:axId val="342460800"/>
      </c:scatterChart>
      <c:valAx>
        <c:axId val="1963225792"/>
        <c:scaling>
          <c:orientation val="minMax"/>
          <c:max val="120"/>
          <c:min val="0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Tiempo</a:t>
                </a:r>
                <a:r>
                  <a:rPr lang="es-MX" b="1" baseline="0"/>
                  <a:t> (min)</a:t>
                </a:r>
                <a:endParaRPr lang="es-MX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s-MX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063280"/>
        <c:crosses val="autoZero"/>
        <c:crossBetween val="midCat"/>
        <c:majorUnit val="25"/>
      </c:valAx>
      <c:valAx>
        <c:axId val="1963063280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Penetración (mm)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s-EC"/>
            </a:p>
          </c:txPr>
        </c:title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225792"/>
        <c:crosses val="autoZero"/>
        <c:crossBetween val="midCat"/>
      </c:valAx>
      <c:valAx>
        <c:axId val="342460800"/>
        <c:scaling>
          <c:orientation val="minMax"/>
          <c:min val="2E-3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sz="1000" b="1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TOF (s)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s-EC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342465232"/>
        <c:crosses val="max"/>
        <c:crossBetween val="midCat"/>
      </c:valAx>
      <c:valAx>
        <c:axId val="342465232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342460800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16524709626338485"/>
          <c:y val="0.57818818301104313"/>
          <c:w val="0.4124633867653838"/>
          <c:h val="0.1496359518699403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defRPr>
          </a:pPr>
          <a:endParaRPr lang="es-EC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s-EC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6922153691665509"/>
          <c:y val="6.4675955868498086E-2"/>
          <c:w val="0.61194246063362834"/>
          <c:h val="0.68904568937300437"/>
        </c:manualLayout>
      </c:layout>
      <c:scatterChart>
        <c:scatterStyle val="lineMarker"/>
        <c:varyColors val="0"/>
        <c:ser>
          <c:idx val="0"/>
          <c:order val="0"/>
          <c:tx>
            <c:strRef>
              <c:f>'Penetración vs TOF (s)'!$H$4</c:f>
              <c:strCache>
                <c:ptCount val="1"/>
                <c:pt idx="0">
                  <c:v>Penetración (mm)</c:v>
                </c:pt>
              </c:strCache>
            </c:strRef>
          </c:tx>
          <c:spPr>
            <a:ln w="1270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2"/>
            <c:spPr>
              <a:solidFill>
                <a:schemeClr val="accent2"/>
              </a:solidFill>
              <a:ln>
                <a:solidFill>
                  <a:schemeClr val="accent2"/>
                </a:solidFill>
              </a:ln>
            </c:spPr>
          </c:marker>
          <c:xVal>
            <c:numRef>
              <c:f>'Penetración vs TOF (s)'!$G$6:$G$13</c:f>
              <c:numCache>
                <c:formatCode>General</c:formatCode>
                <c:ptCount val="8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60</c:v>
                </c:pt>
                <c:pt idx="6">
                  <c:v>90</c:v>
                </c:pt>
                <c:pt idx="7">
                  <c:v>120</c:v>
                </c:pt>
              </c:numCache>
            </c:numRef>
          </c:xVal>
          <c:yVal>
            <c:numRef>
              <c:f>'Penetración vs TOF (s)'!$H$6:$H$13</c:f>
              <c:numCache>
                <c:formatCode>0.0</c:formatCode>
                <c:ptCount val="8"/>
                <c:pt idx="0">
                  <c:v>39.700000000000003</c:v>
                </c:pt>
                <c:pt idx="1">
                  <c:v>39.700000000000003</c:v>
                </c:pt>
                <c:pt idx="2">
                  <c:v>39.700000000000003</c:v>
                </c:pt>
                <c:pt idx="3">
                  <c:v>36.5</c:v>
                </c:pt>
                <c:pt idx="4">
                  <c:v>34.799999999999997</c:v>
                </c:pt>
                <c:pt idx="5">
                  <c:v>29.633333333333336</c:v>
                </c:pt>
                <c:pt idx="6">
                  <c:v>23.400000000000002</c:v>
                </c:pt>
                <c:pt idx="7">
                  <c:v>15.633333333333333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D26-A847-9954-A68C7400CD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63225792"/>
        <c:axId val="1963063280"/>
      </c:scatterChart>
      <c:scatterChart>
        <c:scatterStyle val="lineMarker"/>
        <c:varyColors val="0"/>
        <c:ser>
          <c:idx val="1"/>
          <c:order val="1"/>
          <c:tx>
            <c:strRef>
              <c:f>'Penetración vs TOF (s)'!$I$4</c:f>
              <c:strCache>
                <c:ptCount val="1"/>
                <c:pt idx="0">
                  <c:v>TOF (s)</c:v>
                </c:pt>
              </c:strCache>
            </c:strRef>
          </c:tx>
          <c:spPr>
            <a:ln w="12700" cap="rnd">
              <a:solidFill>
                <a:schemeClr val="accent2">
                  <a:lumMod val="60000"/>
                  <a:lumOff val="40000"/>
                </a:schemeClr>
              </a:solidFill>
              <a:round/>
            </a:ln>
            <a:effectLst/>
          </c:spPr>
          <c:marker>
            <c:symbol val="circle"/>
            <c:size val="2"/>
            <c:spPr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c:spPr>
          </c:marker>
          <c:xVal>
            <c:numRef>
              <c:f>'Penetración vs TOF (s)'!$G$6:$G$13</c:f>
              <c:numCache>
                <c:formatCode>General</c:formatCode>
                <c:ptCount val="8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60</c:v>
                </c:pt>
                <c:pt idx="6">
                  <c:v>90</c:v>
                </c:pt>
                <c:pt idx="7">
                  <c:v>120</c:v>
                </c:pt>
              </c:numCache>
            </c:numRef>
          </c:xVal>
          <c:yVal>
            <c:numRef>
              <c:f>'Penetración vs TOF (s)'!$I$6:$I$13</c:f>
              <c:numCache>
                <c:formatCode>General</c:formatCode>
                <c:ptCount val="8"/>
                <c:pt idx="0">
                  <c:v>4.0235160842883033E-3</c:v>
                </c:pt>
                <c:pt idx="1">
                  <c:v>3.9844528213421881E-3</c:v>
                </c:pt>
                <c:pt idx="2">
                  <c:v>3.847731401005916E-3</c:v>
                </c:pt>
                <c:pt idx="3">
                  <c:v>3.7500732436193118E-3</c:v>
                </c:pt>
                <c:pt idx="4">
                  <c:v>3.6133518232777107E-3</c:v>
                </c:pt>
                <c:pt idx="5">
                  <c:v>3.7110099806625385E-3</c:v>
                </c:pt>
                <c:pt idx="6">
                  <c:v>3.3203773511161216E-3</c:v>
                </c:pt>
                <c:pt idx="7">
                  <c:v>3.1836559307834023E-3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2D26-A847-9954-A68C7400CD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80001168"/>
        <c:axId val="579998576"/>
      </c:scatterChart>
      <c:valAx>
        <c:axId val="196322579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Tiempo</a:t>
                </a:r>
                <a:r>
                  <a:rPr lang="es-MX" b="1" baseline="0"/>
                  <a:t> (min)</a:t>
                </a:r>
                <a:endParaRPr lang="es-MX" b="1"/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063280"/>
        <c:crosses val="autoZero"/>
        <c:crossBetween val="midCat"/>
        <c:majorUnit val="25"/>
      </c:valAx>
      <c:valAx>
        <c:axId val="1963063280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Penetración (mm)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225792"/>
        <c:crosses val="autoZero"/>
        <c:crossBetween val="midCat"/>
      </c:valAx>
      <c:valAx>
        <c:axId val="579998576"/>
        <c:scaling>
          <c:orientation val="minMax"/>
          <c:max val="4.4999999999999997E-3"/>
          <c:min val="3.0000000000000001E-3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TOF (s)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580001168"/>
        <c:crosses val="max"/>
        <c:crossBetween val="midCat"/>
      </c:valAx>
      <c:valAx>
        <c:axId val="580001168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579998576"/>
        <c:crosses val="autoZero"/>
        <c:crossBetween val="midCat"/>
      </c:valAx>
    </c:plotArea>
    <c:legend>
      <c:legendPos val="r"/>
      <c:layout>
        <c:manualLayout>
          <c:xMode val="edge"/>
          <c:yMode val="edge"/>
          <c:x val="0.12638112111928337"/>
          <c:y val="0.58867306023713095"/>
          <c:w val="0.44314564810074536"/>
          <c:h val="0.16955193034811591"/>
        </c:manualLayout>
      </c:layout>
      <c:overlay val="0"/>
      <c:txPr>
        <a:bodyPr/>
        <a:lstStyle/>
        <a:p>
          <a:pPr>
            <a:defRPr sz="800"/>
          </a:pPr>
          <a:endParaRPr lang="es-EC"/>
        </a:p>
      </c:txPr>
    </c:legend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s-EC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6890335199775794"/>
          <c:y val="6.7245352152404833E-2"/>
          <c:w val="0.6193724852479674"/>
          <c:h val="0.67669233735120704"/>
        </c:manualLayout>
      </c:layout>
      <c:scatterChart>
        <c:scatterStyle val="lineMarker"/>
        <c:varyColors val="0"/>
        <c:ser>
          <c:idx val="0"/>
          <c:order val="0"/>
          <c:tx>
            <c:strRef>
              <c:f>'Penetración vs TOF (s)'!$M$4</c:f>
              <c:strCache>
                <c:ptCount val="1"/>
                <c:pt idx="0">
                  <c:v>Penetración (mm)</c:v>
                </c:pt>
              </c:strCache>
            </c:strRef>
          </c:tx>
          <c:spPr>
            <a:ln w="12700" cap="rnd">
              <a:solidFill>
                <a:schemeClr val="accent6">
                  <a:lumMod val="50000"/>
                </a:schemeClr>
              </a:solidFill>
              <a:round/>
            </a:ln>
            <a:effectLst/>
          </c:spPr>
          <c:marker>
            <c:symbol val="circle"/>
            <c:size val="2"/>
            <c:spPr>
              <a:solidFill>
                <a:schemeClr val="accent6">
                  <a:lumMod val="50000"/>
                </a:schemeClr>
              </a:solidFill>
              <a:ln w="9525">
                <a:solidFill>
                  <a:schemeClr val="accent6">
                    <a:lumMod val="50000"/>
                  </a:schemeClr>
                </a:solidFill>
              </a:ln>
              <a:effectLst/>
            </c:spPr>
          </c:marker>
          <c:xVal>
            <c:numRef>
              <c:f>'Penetración vs TOF (s)'!$L$6:$L$13</c:f>
              <c:numCache>
                <c:formatCode>General</c:formatCode>
                <c:ptCount val="8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60</c:v>
                </c:pt>
                <c:pt idx="6">
                  <c:v>90</c:v>
                </c:pt>
                <c:pt idx="7">
                  <c:v>120</c:v>
                </c:pt>
              </c:numCache>
            </c:numRef>
          </c:xVal>
          <c:yVal>
            <c:numRef>
              <c:f>'Penetración vs TOF (s)'!$M$6:$M$13</c:f>
              <c:numCache>
                <c:formatCode>0.0</c:formatCode>
                <c:ptCount val="8"/>
                <c:pt idx="0">
                  <c:v>39.5</c:v>
                </c:pt>
                <c:pt idx="1">
                  <c:v>39.5</c:v>
                </c:pt>
                <c:pt idx="2">
                  <c:v>39.5</c:v>
                </c:pt>
                <c:pt idx="3">
                  <c:v>39.5</c:v>
                </c:pt>
                <c:pt idx="4">
                  <c:v>39.5</c:v>
                </c:pt>
                <c:pt idx="5">
                  <c:v>32.275000000000006</c:v>
                </c:pt>
                <c:pt idx="6">
                  <c:v>30.099999999999998</c:v>
                </c:pt>
                <c:pt idx="7">
                  <c:v>24.433333333333334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6574-DB40-8F69-29DFDF0D3F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63225792"/>
        <c:axId val="1963063280"/>
      </c:scatterChart>
      <c:scatterChart>
        <c:scatterStyle val="lineMarker"/>
        <c:varyColors val="0"/>
        <c:ser>
          <c:idx val="1"/>
          <c:order val="1"/>
          <c:tx>
            <c:strRef>
              <c:f>'Penetración vs TOF (s)'!$N$4</c:f>
              <c:strCache>
                <c:ptCount val="1"/>
                <c:pt idx="0">
                  <c:v>TOF (s)</c:v>
                </c:pt>
              </c:strCache>
            </c:strRef>
          </c:tx>
          <c:spPr>
            <a:ln w="1270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2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xVal>
            <c:numRef>
              <c:f>'Penetración vs TOF (s)'!$L$6:$L$14</c:f>
              <c:numCache>
                <c:formatCode>General</c:formatCode>
                <c:ptCount val="9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60</c:v>
                </c:pt>
                <c:pt idx="6">
                  <c:v>90</c:v>
                </c:pt>
                <c:pt idx="7">
                  <c:v>120</c:v>
                </c:pt>
                <c:pt idx="8">
                  <c:v>137</c:v>
                </c:pt>
              </c:numCache>
            </c:numRef>
          </c:xVal>
          <c:yVal>
            <c:numRef>
              <c:f>'Penetración vs TOF (s)'!$N$6:$N$14</c:f>
              <c:numCache>
                <c:formatCode>General</c:formatCode>
                <c:ptCount val="9"/>
                <c:pt idx="0">
                  <c:v>4.1146636978582523E-3</c:v>
                </c:pt>
                <c:pt idx="1">
                  <c:v>4.1741886699789687E-3</c:v>
                </c:pt>
                <c:pt idx="2">
                  <c:v>4.2539893357297128E-3</c:v>
                </c:pt>
                <c:pt idx="3">
                  <c:v>4.2481298462847166E-3</c:v>
                </c:pt>
                <c:pt idx="4">
                  <c:v>4.3018418328450991E-3</c:v>
                </c:pt>
                <c:pt idx="5">
                  <c:v>3.9953037277208458E-3</c:v>
                </c:pt>
                <c:pt idx="6">
                  <c:v>3.4961620344202199E-3</c:v>
                </c:pt>
                <c:pt idx="7">
                  <c:v>3.200397329192375E-3</c:v>
                </c:pt>
                <c:pt idx="8">
                  <c:v>2.9046326239645301E-3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6574-DB40-8F69-29DFDF0D3F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80001168"/>
        <c:axId val="579998576"/>
      </c:scatterChart>
      <c:valAx>
        <c:axId val="196322579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Tiempo</a:t>
                </a:r>
                <a:r>
                  <a:rPr lang="es-MX" b="1" baseline="0"/>
                  <a:t> (min)</a:t>
                </a:r>
                <a:endParaRPr lang="es-MX" b="1"/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063280"/>
        <c:crosses val="autoZero"/>
        <c:crossBetween val="midCat"/>
        <c:majorUnit val="25"/>
      </c:valAx>
      <c:valAx>
        <c:axId val="1963063280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Penetración (mm)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225792"/>
        <c:crosses val="autoZero"/>
        <c:crossBetween val="midCat"/>
      </c:valAx>
      <c:valAx>
        <c:axId val="579998576"/>
        <c:scaling>
          <c:orientation val="minMax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TOF (s)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580001168"/>
        <c:crosses val="max"/>
        <c:crossBetween val="midCat"/>
      </c:valAx>
      <c:valAx>
        <c:axId val="580001168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579998576"/>
        <c:crosses val="autoZero"/>
        <c:crossBetween val="midCat"/>
      </c:valAx>
    </c:plotArea>
    <c:legend>
      <c:legendPos val="r"/>
      <c:layout>
        <c:manualLayout>
          <c:xMode val="edge"/>
          <c:yMode val="edge"/>
          <c:x val="0.10838164026052054"/>
          <c:y val="0.54323028957860697"/>
          <c:w val="0.50091753166907094"/>
          <c:h val="0.17640713426494864"/>
        </c:manualLayout>
      </c:layout>
      <c:overlay val="0"/>
      <c:txPr>
        <a:bodyPr/>
        <a:lstStyle/>
        <a:p>
          <a:pPr>
            <a:defRPr sz="800"/>
          </a:pPr>
          <a:endParaRPr lang="es-EC"/>
        </a:p>
      </c:txPr>
    </c:legend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s-EC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3942521569804581"/>
          <c:y val="6.4646655356972629E-2"/>
          <c:w val="0.71072371408560187"/>
          <c:h val="0.68918656275075452"/>
        </c:manualLayout>
      </c:layout>
      <c:scatterChart>
        <c:scatterStyle val="lineMarker"/>
        <c:varyColors val="0"/>
        <c:ser>
          <c:idx val="1"/>
          <c:order val="0"/>
          <c:tx>
            <c:v>TOF 0.3</c:v>
          </c:tx>
          <c:spPr>
            <a:ln w="12700" cap="rnd">
              <a:solidFill>
                <a:srgbClr val="0070C0"/>
              </a:solidFill>
              <a:round/>
            </a:ln>
            <a:effectLst/>
          </c:spPr>
          <c:marker>
            <c:symbol val="circle"/>
            <c:size val="2"/>
            <c:spPr>
              <a:solidFill>
                <a:srgbClr val="0070C0"/>
              </a:solidFill>
              <a:ln w="9525">
                <a:solidFill>
                  <a:srgbClr val="0070C0"/>
                </a:solidFill>
              </a:ln>
              <a:effectLst/>
            </c:spPr>
          </c:marker>
          <c:xVal>
            <c:numRef>
              <c:f>'Penetración vs TOF (s)'!$B$5:$B$12</c:f>
              <c:numCache>
                <c:formatCode>General</c:formatCode>
                <c:ptCount val="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20</c:v>
                </c:pt>
                <c:pt idx="4">
                  <c:v>30</c:v>
                </c:pt>
                <c:pt idx="5">
                  <c:v>40</c:v>
                </c:pt>
                <c:pt idx="6">
                  <c:v>60</c:v>
                </c:pt>
                <c:pt idx="7">
                  <c:v>90</c:v>
                </c:pt>
              </c:numCache>
            </c:numRef>
          </c:xVal>
          <c:yVal>
            <c:numRef>
              <c:f>'Penetración vs TOF (s)'!$D$5:$D$12</c:f>
              <c:numCache>
                <c:formatCode>General</c:formatCode>
                <c:ptCount val="8"/>
                <c:pt idx="0">
                  <c:v>3.4375671399828889E-3</c:v>
                </c:pt>
                <c:pt idx="1">
                  <c:v>2.9297447215697048E-3</c:v>
                </c:pt>
                <c:pt idx="2">
                  <c:v>2.8906814586235896E-3</c:v>
                </c:pt>
                <c:pt idx="3">
                  <c:v>2.7344284068107072E-3</c:v>
                </c:pt>
                <c:pt idx="4">
                  <c:v>2.5977069864779878E-3</c:v>
                </c:pt>
                <c:pt idx="5">
                  <c:v>2.5586437235176618E-3</c:v>
                </c:pt>
                <c:pt idx="6">
                  <c:v>2.5586437235105564E-3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57E-3C45-9CE5-F47A3B69F454}"/>
            </c:ext>
          </c:extLst>
        </c:ser>
        <c:ser>
          <c:idx val="0"/>
          <c:order val="1"/>
          <c:tx>
            <c:v>TOF 0.35</c:v>
          </c:tx>
          <c:spPr>
            <a:ln w="1270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2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'Penetración vs TOF (s)'!$G$5:$G$13</c:f>
              <c:numCache>
                <c:formatCode>General</c:formatCode>
                <c:ptCount val="9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20</c:v>
                </c:pt>
                <c:pt idx="4">
                  <c:v>30</c:v>
                </c:pt>
                <c:pt idx="5">
                  <c:v>40</c:v>
                </c:pt>
                <c:pt idx="6">
                  <c:v>60</c:v>
                </c:pt>
                <c:pt idx="7">
                  <c:v>90</c:v>
                </c:pt>
                <c:pt idx="8">
                  <c:v>120</c:v>
                </c:pt>
              </c:numCache>
            </c:numRef>
          </c:xVal>
          <c:yVal>
            <c:numRef>
              <c:f>'Penetración vs TOF (s)'!$I$5:$I$13</c:f>
              <c:numCache>
                <c:formatCode>General</c:formatCode>
                <c:ptCount val="9"/>
                <c:pt idx="0">
                  <c:v>3.6719467177022125E-3</c:v>
                </c:pt>
                <c:pt idx="1">
                  <c:v>4.0235160842883033E-3</c:v>
                </c:pt>
                <c:pt idx="2">
                  <c:v>3.9844528213421881E-3</c:v>
                </c:pt>
                <c:pt idx="3">
                  <c:v>3.847731401005916E-3</c:v>
                </c:pt>
                <c:pt idx="4">
                  <c:v>3.7500732436193118E-3</c:v>
                </c:pt>
                <c:pt idx="5">
                  <c:v>3.6133518232777107E-3</c:v>
                </c:pt>
                <c:pt idx="6">
                  <c:v>3.7110099806625385E-3</c:v>
                </c:pt>
                <c:pt idx="7">
                  <c:v>3.3203773511161216E-3</c:v>
                </c:pt>
                <c:pt idx="8">
                  <c:v>3.1836559307834023E-3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57E-3C45-9CE5-F47A3B69F454}"/>
            </c:ext>
          </c:extLst>
        </c:ser>
        <c:ser>
          <c:idx val="2"/>
          <c:order val="2"/>
          <c:tx>
            <c:v>TOF 0.4</c:v>
          </c:tx>
          <c:spPr>
            <a:ln w="1270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2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xVal>
            <c:numRef>
              <c:f>'Penetración vs TOF (s)'!$L$5:$L$14</c:f>
              <c:numCache>
                <c:formatCode>General</c:formatCode>
                <c:ptCount val="10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20</c:v>
                </c:pt>
                <c:pt idx="4">
                  <c:v>30</c:v>
                </c:pt>
                <c:pt idx="5">
                  <c:v>40</c:v>
                </c:pt>
                <c:pt idx="6">
                  <c:v>60</c:v>
                </c:pt>
                <c:pt idx="7">
                  <c:v>90</c:v>
                </c:pt>
                <c:pt idx="8">
                  <c:v>120</c:v>
                </c:pt>
                <c:pt idx="9">
                  <c:v>137</c:v>
                </c:pt>
              </c:numCache>
            </c:numRef>
          </c:xVal>
          <c:yVal>
            <c:numRef>
              <c:f>'Penetración vs TOF (s)'!$N$5:$N$14</c:f>
              <c:numCache>
                <c:formatCode>General</c:formatCode>
                <c:ptCount val="10"/>
                <c:pt idx="0">
                  <c:v>3.541735841195178E-3</c:v>
                </c:pt>
                <c:pt idx="1">
                  <c:v>4.1146636978582523E-3</c:v>
                </c:pt>
                <c:pt idx="2">
                  <c:v>4.1741886699789687E-3</c:v>
                </c:pt>
                <c:pt idx="3">
                  <c:v>4.2539893357297128E-3</c:v>
                </c:pt>
                <c:pt idx="4">
                  <c:v>4.2481298462847166E-3</c:v>
                </c:pt>
                <c:pt idx="5">
                  <c:v>4.3018418328450991E-3</c:v>
                </c:pt>
                <c:pt idx="6">
                  <c:v>3.9953037277208458E-3</c:v>
                </c:pt>
                <c:pt idx="7">
                  <c:v>3.4961620344202199E-3</c:v>
                </c:pt>
                <c:pt idx="8">
                  <c:v>3.200397329192375E-3</c:v>
                </c:pt>
                <c:pt idx="9">
                  <c:v>2.9046326239645301E-3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A57E-3C45-9CE5-F47A3B69F4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63225792"/>
        <c:axId val="1963063280"/>
      </c:scatterChart>
      <c:valAx>
        <c:axId val="1963225792"/>
        <c:scaling>
          <c:orientation val="minMax"/>
          <c:max val="150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Tiempo</a:t>
                </a:r>
                <a:r>
                  <a:rPr lang="es-MX" b="1" baseline="0"/>
                  <a:t> (min)</a:t>
                </a:r>
                <a:endParaRPr lang="es-MX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s-MX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063280"/>
        <c:crosses val="autoZero"/>
        <c:crossBetween val="midCat"/>
        <c:majorUnit val="25"/>
      </c:valAx>
      <c:valAx>
        <c:axId val="1963063280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TOF (s)</a:t>
                </a:r>
              </a:p>
            </c:rich>
          </c:tx>
          <c:layout>
            <c:manualLayout>
              <c:xMode val="edge"/>
              <c:yMode val="edge"/>
              <c:x val="3.2275970352582603E-2"/>
              <c:y val="0.15708655384114395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s-EC"/>
            </a:p>
          </c:txPr>
        </c:title>
        <c:numFmt formatCode="0.000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225792"/>
        <c:crosses val="autoZero"/>
        <c:crossBetween val="midCat"/>
        <c:majorUnit val="1E-3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69108146610102439"/>
          <c:y val="0.44829424455038408"/>
          <c:w val="0.25520762490756982"/>
          <c:h val="0.278899646363822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defRPr>
          </a:pPr>
          <a:endParaRPr lang="es-EC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s-EC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3942521569804581"/>
          <c:y val="6.4646655356972629E-2"/>
          <c:w val="0.71072371408560187"/>
          <c:h val="0.68918656275075452"/>
        </c:manualLayout>
      </c:layout>
      <c:scatterChart>
        <c:scatterStyle val="lineMarker"/>
        <c:varyColors val="0"/>
        <c:ser>
          <c:idx val="1"/>
          <c:order val="0"/>
          <c:tx>
            <c:v>REF 0.3</c:v>
          </c:tx>
          <c:spPr>
            <a:ln w="12700" cap="rnd">
              <a:noFill/>
              <a:round/>
            </a:ln>
            <a:effectLst/>
          </c:spPr>
          <c:marker>
            <c:symbol val="circle"/>
            <c:size val="3"/>
            <c:spPr>
              <a:solidFill>
                <a:srgbClr val="0070C0"/>
              </a:solidFill>
              <a:ln w="9525">
                <a:solidFill>
                  <a:srgbClr val="0070C0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'Penetración vs TOF (s)'!$E$6:$E$11</c:f>
                <c:numCache>
                  <c:formatCode>General</c:formatCode>
                  <c:ptCount val="6"/>
                  <c:pt idx="0">
                    <c:v>8.940364230095183E-5</c:v>
                  </c:pt>
                  <c:pt idx="1">
                    <c:v>1.2852347801041276E-4</c:v>
                  </c:pt>
                  <c:pt idx="2">
                    <c:v>4.4904551539621803E-5</c:v>
                  </c:pt>
                  <c:pt idx="3">
                    <c:v>6.2987618886990238E-5</c:v>
                  </c:pt>
                  <c:pt idx="4">
                    <c:v>3.1895020643505946E-5</c:v>
                  </c:pt>
                  <c:pt idx="5">
                    <c:v>2.7498309601655101E-5</c:v>
                  </c:pt>
                </c:numCache>
              </c:numRef>
            </c:plus>
            <c:minus>
              <c:numRef>
                <c:f>'Penetración vs TOF (s)'!$E$6:$E$11</c:f>
                <c:numCache>
                  <c:formatCode>General</c:formatCode>
                  <c:ptCount val="6"/>
                  <c:pt idx="0">
                    <c:v>8.940364230095183E-5</c:v>
                  </c:pt>
                  <c:pt idx="1">
                    <c:v>1.2852347801041276E-4</c:v>
                  </c:pt>
                  <c:pt idx="2">
                    <c:v>4.4904551539621803E-5</c:v>
                  </c:pt>
                  <c:pt idx="3">
                    <c:v>6.2987618886990238E-5</c:v>
                  </c:pt>
                  <c:pt idx="4">
                    <c:v>3.1895020643505946E-5</c:v>
                  </c:pt>
                  <c:pt idx="5">
                    <c:v>2.7498309601655101E-5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xVal>
            <c:numRef>
              <c:f>'Penetración vs TOF (s)'!$C$6:$C$11</c:f>
              <c:numCache>
                <c:formatCode>0.00</c:formatCode>
                <c:ptCount val="6"/>
                <c:pt idx="0">
                  <c:v>24.599999999999998</c:v>
                </c:pt>
                <c:pt idx="1">
                  <c:v>20.166666666666668</c:v>
                </c:pt>
                <c:pt idx="2">
                  <c:v>20.2</c:v>
                </c:pt>
                <c:pt idx="3">
                  <c:v>17.633333333333333</c:v>
                </c:pt>
                <c:pt idx="4">
                  <c:v>15.266666666666666</c:v>
                </c:pt>
                <c:pt idx="5">
                  <c:v>13.166666666666666</c:v>
                </c:pt>
              </c:numCache>
            </c:numRef>
          </c:xVal>
          <c:yVal>
            <c:numRef>
              <c:f>'Penetración vs TOF (s)'!$D$6:$D$11</c:f>
              <c:numCache>
                <c:formatCode>General</c:formatCode>
                <c:ptCount val="6"/>
                <c:pt idx="0">
                  <c:v>2.9297447215697048E-3</c:v>
                </c:pt>
                <c:pt idx="1">
                  <c:v>2.8906814586235896E-3</c:v>
                </c:pt>
                <c:pt idx="2">
                  <c:v>2.7344284068107072E-3</c:v>
                </c:pt>
                <c:pt idx="3">
                  <c:v>2.5977069864779878E-3</c:v>
                </c:pt>
                <c:pt idx="4">
                  <c:v>2.5586437235176618E-3</c:v>
                </c:pt>
                <c:pt idx="5">
                  <c:v>2.5586437235105564E-3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8D68-6A41-95A1-A8D02CB10019}"/>
            </c:ext>
          </c:extLst>
        </c:ser>
        <c:ser>
          <c:idx val="0"/>
          <c:order val="1"/>
          <c:tx>
            <c:v>REF 0.35</c:v>
          </c:tx>
          <c:spPr>
            <a:ln w="12700" cap="rnd">
              <a:noFill/>
              <a:round/>
            </a:ln>
            <a:effectLst/>
          </c:spPr>
          <c:marker>
            <c:symbol val="triangle"/>
            <c:size val="3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'Penetración vs TOF (s)'!$J$6:$J$13</c:f>
                <c:numCache>
                  <c:formatCode>General</c:formatCode>
                  <c:ptCount val="8"/>
                  <c:pt idx="0">
                    <c:v>1.9776949001413391E-4</c:v>
                  </c:pt>
                  <c:pt idx="1">
                    <c:v>1.9738064153432868E-4</c:v>
                  </c:pt>
                  <c:pt idx="2">
                    <c:v>2.0435227091629576E-4</c:v>
                  </c:pt>
                  <c:pt idx="3">
                    <c:v>2.2364452479433801E-4</c:v>
                  </c:pt>
                  <c:pt idx="4">
                    <c:v>2.634616412119325E-4</c:v>
                  </c:pt>
                  <c:pt idx="5">
                    <c:v>1.5742866536129987E-4</c:v>
                  </c:pt>
                  <c:pt idx="6">
                    <c:v>9.0677208722116182E-5</c:v>
                  </c:pt>
                  <c:pt idx="7">
                    <c:v>2.0020772926775536E-4</c:v>
                  </c:pt>
                </c:numCache>
              </c:numRef>
            </c:plus>
            <c:minus>
              <c:numRef>
                <c:f>'Penetración vs TOF (s)'!$J$6:$J$13</c:f>
                <c:numCache>
                  <c:formatCode>General</c:formatCode>
                  <c:ptCount val="8"/>
                  <c:pt idx="0">
                    <c:v>1.9776949001413391E-4</c:v>
                  </c:pt>
                  <c:pt idx="1">
                    <c:v>1.9738064153432868E-4</c:v>
                  </c:pt>
                  <c:pt idx="2">
                    <c:v>2.0435227091629576E-4</c:v>
                  </c:pt>
                  <c:pt idx="3">
                    <c:v>2.2364452479433801E-4</c:v>
                  </c:pt>
                  <c:pt idx="4">
                    <c:v>2.634616412119325E-4</c:v>
                  </c:pt>
                  <c:pt idx="5">
                    <c:v>1.5742866536129987E-4</c:v>
                  </c:pt>
                  <c:pt idx="6">
                    <c:v>9.0677208722116182E-5</c:v>
                  </c:pt>
                  <c:pt idx="7">
                    <c:v>2.0020772926775536E-4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xVal>
            <c:numRef>
              <c:f>'Penetración vs TOF (s)'!$H$6:$H$13</c:f>
              <c:numCache>
                <c:formatCode>0.0</c:formatCode>
                <c:ptCount val="8"/>
                <c:pt idx="0">
                  <c:v>39.700000000000003</c:v>
                </c:pt>
                <c:pt idx="1">
                  <c:v>39.700000000000003</c:v>
                </c:pt>
                <c:pt idx="2">
                  <c:v>39.700000000000003</c:v>
                </c:pt>
                <c:pt idx="3">
                  <c:v>36.5</c:v>
                </c:pt>
                <c:pt idx="4">
                  <c:v>34.799999999999997</c:v>
                </c:pt>
                <c:pt idx="5">
                  <c:v>29.633333333333336</c:v>
                </c:pt>
                <c:pt idx="6">
                  <c:v>23.400000000000002</c:v>
                </c:pt>
                <c:pt idx="7">
                  <c:v>15.633333333333333</c:v>
                </c:pt>
              </c:numCache>
            </c:numRef>
          </c:xVal>
          <c:yVal>
            <c:numRef>
              <c:f>'Penetración vs TOF (s)'!$I$6:$I$13</c:f>
              <c:numCache>
                <c:formatCode>General</c:formatCode>
                <c:ptCount val="8"/>
                <c:pt idx="0">
                  <c:v>4.0235160842883033E-3</c:v>
                </c:pt>
                <c:pt idx="1">
                  <c:v>3.9844528213421881E-3</c:v>
                </c:pt>
                <c:pt idx="2">
                  <c:v>3.847731401005916E-3</c:v>
                </c:pt>
                <c:pt idx="3">
                  <c:v>3.7500732436193118E-3</c:v>
                </c:pt>
                <c:pt idx="4">
                  <c:v>3.6133518232777107E-3</c:v>
                </c:pt>
                <c:pt idx="5">
                  <c:v>3.7110099806625385E-3</c:v>
                </c:pt>
                <c:pt idx="6">
                  <c:v>3.3203773511161216E-3</c:v>
                </c:pt>
                <c:pt idx="7">
                  <c:v>3.1836559307834023E-3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8D68-6A41-95A1-A8D02CB10019}"/>
            </c:ext>
          </c:extLst>
        </c:ser>
        <c:ser>
          <c:idx val="2"/>
          <c:order val="2"/>
          <c:tx>
            <c:v>REF 0.4</c:v>
          </c:tx>
          <c:spPr>
            <a:ln w="12700" cap="rnd">
              <a:noFill/>
              <a:round/>
            </a:ln>
            <a:effectLst/>
          </c:spPr>
          <c:marker>
            <c:symbol val="square"/>
            <c:size val="3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'Penetración vs TOF (s)'!$O$5:$O$13</c:f>
                <c:numCache>
                  <c:formatCode>General</c:formatCode>
                  <c:ptCount val="9"/>
                  <c:pt idx="0">
                    <c:v>1.7012338793565899E-4</c:v>
                  </c:pt>
                  <c:pt idx="1">
                    <c:v>1.749871409192086E-4</c:v>
                  </c:pt>
                  <c:pt idx="2">
                    <c:v>1.1972018400394134E-4</c:v>
                  </c:pt>
                  <c:pt idx="3">
                    <c:v>2.9016143340506438E-4</c:v>
                  </c:pt>
                  <c:pt idx="4">
                    <c:v>4.3089275756920002E-4</c:v>
                  </c:pt>
                  <c:pt idx="5">
                    <c:v>9.4850825756940651E-5</c:v>
                  </c:pt>
                  <c:pt idx="6">
                    <c:v>3.0165324565052166E-4</c:v>
                  </c:pt>
                  <c:pt idx="7">
                    <c:v>1.0331871738549517E-4</c:v>
                  </c:pt>
                  <c:pt idx="8">
                    <c:v>1.131679457517058E-4</c:v>
                  </c:pt>
                </c:numCache>
              </c:numRef>
            </c:plus>
            <c:minus>
              <c:numRef>
                <c:f>'Penetración vs TOF (s)'!$O$5:$O$13</c:f>
                <c:numCache>
                  <c:formatCode>General</c:formatCode>
                  <c:ptCount val="9"/>
                  <c:pt idx="0">
                    <c:v>1.7012338793565899E-4</c:v>
                  </c:pt>
                  <c:pt idx="1">
                    <c:v>1.749871409192086E-4</c:v>
                  </c:pt>
                  <c:pt idx="2">
                    <c:v>1.1972018400394134E-4</c:v>
                  </c:pt>
                  <c:pt idx="3">
                    <c:v>2.9016143340506438E-4</c:v>
                  </c:pt>
                  <c:pt idx="4">
                    <c:v>4.3089275756920002E-4</c:v>
                  </c:pt>
                  <c:pt idx="5">
                    <c:v>9.4850825756940651E-5</c:v>
                  </c:pt>
                  <c:pt idx="6">
                    <c:v>3.0165324565052166E-4</c:v>
                  </c:pt>
                  <c:pt idx="7">
                    <c:v>1.0331871738549517E-4</c:v>
                  </c:pt>
                  <c:pt idx="8">
                    <c:v>1.131679457517058E-4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xVal>
            <c:numRef>
              <c:f>'Penetración vs TOF (s)'!$M$6:$M$13</c:f>
              <c:numCache>
                <c:formatCode>0.0</c:formatCode>
                <c:ptCount val="8"/>
                <c:pt idx="0">
                  <c:v>39.5</c:v>
                </c:pt>
                <c:pt idx="1">
                  <c:v>39.5</c:v>
                </c:pt>
                <c:pt idx="2">
                  <c:v>39.5</c:v>
                </c:pt>
                <c:pt idx="3">
                  <c:v>39.5</c:v>
                </c:pt>
                <c:pt idx="4">
                  <c:v>39.5</c:v>
                </c:pt>
                <c:pt idx="5">
                  <c:v>32.275000000000006</c:v>
                </c:pt>
                <c:pt idx="6">
                  <c:v>30.099999999999998</c:v>
                </c:pt>
                <c:pt idx="7">
                  <c:v>24.433333333333334</c:v>
                </c:pt>
              </c:numCache>
            </c:numRef>
          </c:xVal>
          <c:yVal>
            <c:numRef>
              <c:f>'Penetración vs TOF (s)'!$N$6:$N$13</c:f>
              <c:numCache>
                <c:formatCode>General</c:formatCode>
                <c:ptCount val="8"/>
                <c:pt idx="0">
                  <c:v>4.1146636978582523E-3</c:v>
                </c:pt>
                <c:pt idx="1">
                  <c:v>4.1741886699789687E-3</c:v>
                </c:pt>
                <c:pt idx="2">
                  <c:v>4.2539893357297128E-3</c:v>
                </c:pt>
                <c:pt idx="3">
                  <c:v>4.2481298462847166E-3</c:v>
                </c:pt>
                <c:pt idx="4">
                  <c:v>4.3018418328450991E-3</c:v>
                </c:pt>
                <c:pt idx="5">
                  <c:v>3.9953037277208458E-3</c:v>
                </c:pt>
                <c:pt idx="6">
                  <c:v>3.4961620344202199E-3</c:v>
                </c:pt>
                <c:pt idx="7">
                  <c:v>3.200397329192375E-3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8D68-6A41-95A1-A8D02CB10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63225792"/>
        <c:axId val="1963063280"/>
      </c:scatterChart>
      <c:valAx>
        <c:axId val="196322579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 baseline="0"/>
                  <a:t>Penetración (mm)</a:t>
                </a:r>
                <a:endParaRPr lang="es-MX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s-MX"/>
            </a:p>
          </c:txPr>
        </c:title>
        <c:numFmt formatCode="0.00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063280"/>
        <c:crosses val="autoZero"/>
        <c:crossBetween val="midCat"/>
      </c:valAx>
      <c:valAx>
        <c:axId val="1963063280"/>
        <c:scaling>
          <c:orientation val="minMax"/>
          <c:min val="2E-3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TOF (s)</a:t>
                </a:r>
              </a:p>
            </c:rich>
          </c:tx>
          <c:layout>
            <c:manualLayout>
              <c:xMode val="edge"/>
              <c:yMode val="edge"/>
              <c:x val="3.2275892458457973E-2"/>
              <c:y val="0.27530544890784941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s-EC"/>
            </a:p>
          </c:txPr>
        </c:title>
        <c:numFmt formatCode="0.000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225792"/>
        <c:crosses val="autoZero"/>
        <c:crossBetween val="midCat"/>
        <c:majorUnit val="1E-3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21039746869922749"/>
          <c:y val="4.0389867758353494E-2"/>
          <c:w val="0.25384840321592234"/>
          <c:h val="0.2844552658365211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defRPr>
          </a:pPr>
          <a:endParaRPr lang="es-EC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s-EC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3942521569804581"/>
          <c:y val="6.4646655356972629E-2"/>
          <c:w val="0.71072371408560187"/>
          <c:h val="0.68918656275075452"/>
        </c:manualLayout>
      </c:layout>
      <c:scatterChart>
        <c:scatterStyle val="lineMarker"/>
        <c:varyColors val="0"/>
        <c:ser>
          <c:idx val="1"/>
          <c:order val="0"/>
          <c:tx>
            <c:v>F1 0.3</c:v>
          </c:tx>
          <c:spPr>
            <a:ln w="19050" cap="rnd">
              <a:noFill/>
              <a:round/>
            </a:ln>
            <a:effectLst/>
          </c:spPr>
          <c:marker>
            <c:symbol val="circle"/>
            <c:size val="3"/>
            <c:spPr>
              <a:solidFill>
                <a:srgbClr val="0070C0"/>
              </a:solidFill>
              <a:ln w="9525">
                <a:solidFill>
                  <a:srgbClr val="0070C0"/>
                </a:solidFill>
              </a:ln>
              <a:effectLst/>
            </c:spPr>
          </c:marker>
          <c:xVal>
            <c:numRef>
              <c:f>'F1 vs t (s)'!$F$5:$F$12</c:f>
              <c:numCache>
                <c:formatCode>General</c:formatCode>
                <c:ptCount val="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20</c:v>
                </c:pt>
                <c:pt idx="4">
                  <c:v>30</c:v>
                </c:pt>
                <c:pt idx="5">
                  <c:v>40</c:v>
                </c:pt>
                <c:pt idx="6">
                  <c:v>60</c:v>
                </c:pt>
                <c:pt idx="7">
                  <c:v>90</c:v>
                </c:pt>
              </c:numCache>
            </c:numRef>
          </c:xVal>
          <c:yVal>
            <c:numRef>
              <c:f>'F1 vs t (s)'!$G$5:$G$12</c:f>
              <c:numCache>
                <c:formatCode>General</c:formatCode>
                <c:ptCount val="8"/>
                <c:pt idx="0">
                  <c:v>0.18307930058035402</c:v>
                </c:pt>
                <c:pt idx="1">
                  <c:v>0.27600739659675028</c:v>
                </c:pt>
                <c:pt idx="2">
                  <c:v>0.3017954301891102</c:v>
                </c:pt>
                <c:pt idx="3">
                  <c:v>0.31884141293322876</c:v>
                </c:pt>
                <c:pt idx="4">
                  <c:v>0.33297508535757386</c:v>
                </c:pt>
                <c:pt idx="5">
                  <c:v>0.32770140823320243</c:v>
                </c:pt>
                <c:pt idx="6">
                  <c:v>0.38555023761320883</c:v>
                </c:pt>
                <c:pt idx="7">
                  <c:v>0.31264946450125031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525-014F-B0DD-E2F2E8678DA0}"/>
            </c:ext>
          </c:extLst>
        </c:ser>
        <c:ser>
          <c:idx val="0"/>
          <c:order val="1"/>
          <c:tx>
            <c:v>F1 0.35</c:v>
          </c:tx>
          <c:spPr>
            <a:ln w="19050" cap="rnd">
              <a:noFill/>
              <a:round/>
            </a:ln>
            <a:effectLst/>
          </c:spPr>
          <c:marker>
            <c:symbol val="square"/>
            <c:size val="3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'F1 vs t (s)'!$I$5:$I$13</c:f>
              <c:numCache>
                <c:formatCode>General</c:formatCode>
                <c:ptCount val="9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20</c:v>
                </c:pt>
                <c:pt idx="4">
                  <c:v>30</c:v>
                </c:pt>
                <c:pt idx="5">
                  <c:v>40</c:v>
                </c:pt>
                <c:pt idx="6">
                  <c:v>60</c:v>
                </c:pt>
                <c:pt idx="7">
                  <c:v>90</c:v>
                </c:pt>
                <c:pt idx="8">
                  <c:v>120</c:v>
                </c:pt>
              </c:numCache>
            </c:numRef>
          </c:xVal>
          <c:yVal>
            <c:numRef>
              <c:f>'F1 vs t (s)'!$J$5:$J$13</c:f>
              <c:numCache>
                <c:formatCode>General</c:formatCode>
                <c:ptCount val="9"/>
                <c:pt idx="0">
                  <c:v>0.19562545826442973</c:v>
                </c:pt>
                <c:pt idx="1">
                  <c:v>0.22695361628819324</c:v>
                </c:pt>
                <c:pt idx="2">
                  <c:v>0.2461456694444871</c:v>
                </c:pt>
                <c:pt idx="3">
                  <c:v>0.25616676237056574</c:v>
                </c:pt>
                <c:pt idx="4">
                  <c:v>0.18987509593944854</c:v>
                </c:pt>
                <c:pt idx="5">
                  <c:v>0.21192966816029518</c:v>
                </c:pt>
                <c:pt idx="6">
                  <c:v>0.17014563255238618</c:v>
                </c:pt>
                <c:pt idx="7">
                  <c:v>0.27719013013326149</c:v>
                </c:pt>
                <c:pt idx="8">
                  <c:v>0.29246330824746242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525-014F-B0DD-E2F2E8678DA0}"/>
            </c:ext>
          </c:extLst>
        </c:ser>
        <c:ser>
          <c:idx val="2"/>
          <c:order val="2"/>
          <c:tx>
            <c:v>F1 0.4</c:v>
          </c:tx>
          <c:spPr>
            <a:ln w="19050" cap="rnd">
              <a:noFill/>
              <a:round/>
            </a:ln>
            <a:effectLst/>
          </c:spPr>
          <c:marker>
            <c:symbol val="triangle"/>
            <c:size val="4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xVal>
            <c:numRef>
              <c:f>'F1 vs t (s)'!$L$5:$L$13</c:f>
              <c:numCache>
                <c:formatCode>General</c:formatCode>
                <c:ptCount val="9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20</c:v>
                </c:pt>
                <c:pt idx="4">
                  <c:v>30</c:v>
                </c:pt>
                <c:pt idx="5">
                  <c:v>40</c:v>
                </c:pt>
                <c:pt idx="6">
                  <c:v>60</c:v>
                </c:pt>
                <c:pt idx="7">
                  <c:v>90</c:v>
                </c:pt>
                <c:pt idx="8">
                  <c:v>137</c:v>
                </c:pt>
              </c:numCache>
            </c:numRef>
          </c:xVal>
          <c:yVal>
            <c:numRef>
              <c:f>'F1 vs t (s)'!$M$5:$M$13</c:f>
              <c:numCache>
                <c:formatCode>General</c:formatCode>
                <c:ptCount val="9"/>
                <c:pt idx="0">
                  <c:v>0.25554833400260607</c:v>
                </c:pt>
                <c:pt idx="1">
                  <c:v>0.20614531143966999</c:v>
                </c:pt>
                <c:pt idx="2">
                  <c:v>0.18409018132730282</c:v>
                </c:pt>
                <c:pt idx="3">
                  <c:v>0.1637309979276084</c:v>
                </c:pt>
                <c:pt idx="4">
                  <c:v>0.15351844904509085</c:v>
                </c:pt>
                <c:pt idx="5">
                  <c:v>0.18153388410121452</c:v>
                </c:pt>
                <c:pt idx="6">
                  <c:v>0.21458461131905143</c:v>
                </c:pt>
                <c:pt idx="7">
                  <c:v>0.18376979080188016</c:v>
                </c:pt>
                <c:pt idx="8">
                  <c:v>0.26641803575973444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9525-014F-B0DD-E2F2E8678D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63225792"/>
        <c:axId val="1963063280"/>
      </c:scatterChart>
      <c:valAx>
        <c:axId val="1963225792"/>
        <c:scaling>
          <c:orientation val="minMax"/>
          <c:max val="100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Tiempo</a:t>
                </a:r>
                <a:r>
                  <a:rPr lang="es-MX" b="1" baseline="0"/>
                  <a:t> (min)</a:t>
                </a:r>
                <a:endParaRPr lang="es-MX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s-MX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063280"/>
        <c:crosses val="autoZero"/>
        <c:crossBetween val="midCat"/>
        <c:majorUnit val="25"/>
      </c:valAx>
      <c:valAx>
        <c:axId val="1963063280"/>
        <c:scaling>
          <c:orientation val="minMax"/>
          <c:max val="0.45"/>
          <c:min val="0.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F1 (-)</a:t>
                </a:r>
              </a:p>
            </c:rich>
          </c:tx>
          <c:layout>
            <c:manualLayout>
              <c:xMode val="edge"/>
              <c:yMode val="edge"/>
              <c:x val="2.835992423128145E-2"/>
              <c:y val="0.28117436427606984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s-EC"/>
            </a:p>
          </c:txPr>
        </c:title>
        <c:numFmt formatCode="0.000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225792"/>
        <c:crosses val="autoZero"/>
        <c:crossBetween val="midCat"/>
        <c:majorUnit val="0.1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25688467852219099"/>
          <c:y val="4.9296305108068907E-2"/>
          <c:w val="0.7038954116603251"/>
          <c:h val="9.2735956521270951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defRPr>
          </a:pPr>
          <a:endParaRPr lang="es-EC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s-EC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242175925925925"/>
          <c:y val="0.12935185185185186"/>
          <c:w val="0.81968865740740737"/>
          <c:h val="0.74129629629629634"/>
        </c:manualLayout>
      </c:layout>
      <c:scatterChart>
        <c:scatterStyle val="smoothMarker"/>
        <c:varyColors val="0"/>
        <c:ser>
          <c:idx val="0"/>
          <c:order val="0"/>
          <c:spPr>
            <a:ln w="12700" cap="rnd">
              <a:solidFill>
                <a:srgbClr val="0070C0"/>
              </a:solidFill>
              <a:round/>
            </a:ln>
            <a:effectLst/>
          </c:spPr>
          <c:marker>
            <c:symbol val="none"/>
          </c:marker>
          <c:xVal>
            <c:numRef>
              <c:f>'0.3'!$X$2:$X$350</c:f>
              <c:numCache>
                <c:formatCode>General</c:formatCode>
                <c:ptCount val="349"/>
                <c:pt idx="0">
                  <c:v>0</c:v>
                </c:pt>
                <c:pt idx="1">
                  <c:v>1.9531631494373869E-5</c:v>
                </c:pt>
                <c:pt idx="2">
                  <c:v>3.9063262995853165E-5</c:v>
                </c:pt>
                <c:pt idx="3">
                  <c:v>5.8594894497332461E-5</c:v>
                </c:pt>
                <c:pt idx="4">
                  <c:v>7.8126525899335775E-5</c:v>
                </c:pt>
                <c:pt idx="5">
                  <c:v>9.7658157400815071E-5</c:v>
                </c:pt>
                <c:pt idx="6">
                  <c:v>1.1718978889518894E-4</c:v>
                </c:pt>
                <c:pt idx="7">
                  <c:v>1.3672142039666824E-4</c:v>
                </c:pt>
                <c:pt idx="8">
                  <c:v>1.5625305189814753E-4</c:v>
                </c:pt>
                <c:pt idx="9">
                  <c:v>1.7578468330015085E-4</c:v>
                </c:pt>
                <c:pt idx="10">
                  <c:v>1.9531631479452471E-4</c:v>
                </c:pt>
                <c:pt idx="11">
                  <c:v>2.1484794629600401E-4</c:v>
                </c:pt>
                <c:pt idx="12">
                  <c:v>2.3437957779748331E-4</c:v>
                </c:pt>
                <c:pt idx="13">
                  <c:v>2.5391120919948662E-4</c:v>
                </c:pt>
                <c:pt idx="14">
                  <c:v>2.7344284070096592E-4</c:v>
                </c:pt>
                <c:pt idx="15">
                  <c:v>2.9297447219533979E-4</c:v>
                </c:pt>
                <c:pt idx="16">
                  <c:v>3.1250610369681908E-4</c:v>
                </c:pt>
                <c:pt idx="17">
                  <c:v>3.320377350988224E-4</c:v>
                </c:pt>
                <c:pt idx="18">
                  <c:v>3.5156936660030169E-4</c:v>
                </c:pt>
                <c:pt idx="19">
                  <c:v>3.7110099809467556E-4</c:v>
                </c:pt>
                <c:pt idx="20">
                  <c:v>3.9063262959615486E-4</c:v>
                </c:pt>
                <c:pt idx="21">
                  <c:v>4.1016426109763415E-4</c:v>
                </c:pt>
                <c:pt idx="22">
                  <c:v>4.2969589249963747E-4</c:v>
                </c:pt>
                <c:pt idx="23">
                  <c:v>4.4922752400111676E-4</c:v>
                </c:pt>
                <c:pt idx="24">
                  <c:v>4.6875915549549063E-4</c:v>
                </c:pt>
                <c:pt idx="25">
                  <c:v>4.8829078699696993E-4</c:v>
                </c:pt>
                <c:pt idx="26">
                  <c:v>5.0782241839897324E-4</c:v>
                </c:pt>
                <c:pt idx="27">
                  <c:v>5.2735404990045254E-4</c:v>
                </c:pt>
                <c:pt idx="28">
                  <c:v>5.4688568139482641E-4</c:v>
                </c:pt>
                <c:pt idx="29">
                  <c:v>5.664173128963057E-4</c:v>
                </c:pt>
                <c:pt idx="30">
                  <c:v>5.8594894429830902E-4</c:v>
                </c:pt>
                <c:pt idx="31">
                  <c:v>6.0548057579978831E-4</c:v>
                </c:pt>
                <c:pt idx="32">
                  <c:v>6.2501220729416218E-4</c:v>
                </c:pt>
                <c:pt idx="33">
                  <c:v>6.4454383879564148E-4</c:v>
                </c:pt>
                <c:pt idx="34">
                  <c:v>6.6407547029712077E-4</c:v>
                </c:pt>
                <c:pt idx="35">
                  <c:v>6.8360710169912409E-4</c:v>
                </c:pt>
                <c:pt idx="36">
                  <c:v>7.0313873320060338E-4</c:v>
                </c:pt>
                <c:pt idx="37">
                  <c:v>7.2267036469497725E-4</c:v>
                </c:pt>
                <c:pt idx="38">
                  <c:v>7.4220199619645655E-4</c:v>
                </c:pt>
                <c:pt idx="39">
                  <c:v>7.6173362759845986E-4</c:v>
                </c:pt>
                <c:pt idx="40">
                  <c:v>7.8126525909993916E-4</c:v>
                </c:pt>
                <c:pt idx="41">
                  <c:v>8.0079689059431303E-4</c:v>
                </c:pt>
                <c:pt idx="42">
                  <c:v>8.2032852209579232E-4</c:v>
                </c:pt>
                <c:pt idx="43">
                  <c:v>8.3986015359727162E-4</c:v>
                </c:pt>
                <c:pt idx="44">
                  <c:v>8.5939178499927493E-4</c:v>
                </c:pt>
                <c:pt idx="45">
                  <c:v>8.7892341650075423E-4</c:v>
                </c:pt>
                <c:pt idx="46">
                  <c:v>8.984550479951281E-4</c:v>
                </c:pt>
                <c:pt idx="47">
                  <c:v>9.1798667949660739E-4</c:v>
                </c:pt>
                <c:pt idx="48">
                  <c:v>9.3751831089861071E-4</c:v>
                </c:pt>
                <c:pt idx="49">
                  <c:v>9.5704994240009E-4</c:v>
                </c:pt>
                <c:pt idx="50">
                  <c:v>9.7658157389446387E-4</c:v>
                </c:pt>
                <c:pt idx="51">
                  <c:v>9.9611320539594317E-4</c:v>
                </c:pt>
                <c:pt idx="52">
                  <c:v>1.0156448367979465E-3</c:v>
                </c:pt>
                <c:pt idx="53">
                  <c:v>1.0351764682994258E-3</c:v>
                </c:pt>
                <c:pt idx="54">
                  <c:v>1.0547080998009051E-3</c:v>
                </c:pt>
                <c:pt idx="55">
                  <c:v>1.0742397312952789E-3</c:v>
                </c:pt>
                <c:pt idx="56">
                  <c:v>1.0937713627967582E-3</c:v>
                </c:pt>
                <c:pt idx="57">
                  <c:v>1.1133029941987616E-3</c:v>
                </c:pt>
                <c:pt idx="58">
                  <c:v>1.1328346257002408E-3</c:v>
                </c:pt>
                <c:pt idx="59">
                  <c:v>1.1523662571946147E-3</c:v>
                </c:pt>
                <c:pt idx="60">
                  <c:v>1.171897888696094E-3</c:v>
                </c:pt>
                <c:pt idx="61">
                  <c:v>1.1914295200980973E-3</c:v>
                </c:pt>
                <c:pt idx="62">
                  <c:v>1.2109611515995766E-3</c:v>
                </c:pt>
                <c:pt idx="63">
                  <c:v>1.2304927831010559E-3</c:v>
                </c:pt>
                <c:pt idx="64">
                  <c:v>1.2500244145954298E-3</c:v>
                </c:pt>
                <c:pt idx="65">
                  <c:v>1.2695560460969091E-3</c:v>
                </c:pt>
                <c:pt idx="66">
                  <c:v>1.2890876774989124E-3</c:v>
                </c:pt>
                <c:pt idx="67">
                  <c:v>1.3086193090003917E-3</c:v>
                </c:pt>
                <c:pt idx="68">
                  <c:v>1.3281509404947656E-3</c:v>
                </c:pt>
                <c:pt idx="69">
                  <c:v>1.3476825719962449E-3</c:v>
                </c:pt>
                <c:pt idx="70">
                  <c:v>1.3672142033982482E-3</c:v>
                </c:pt>
                <c:pt idx="71">
                  <c:v>1.3867458348997275E-3</c:v>
                </c:pt>
                <c:pt idx="72">
                  <c:v>1.4062774663941013E-3</c:v>
                </c:pt>
                <c:pt idx="73">
                  <c:v>1.4258090978955806E-3</c:v>
                </c:pt>
                <c:pt idx="74">
                  <c:v>1.4453407292975839E-3</c:v>
                </c:pt>
                <c:pt idx="75">
                  <c:v>1.4648723607990632E-3</c:v>
                </c:pt>
                <c:pt idx="76">
                  <c:v>1.4844039923005425E-3</c:v>
                </c:pt>
                <c:pt idx="77">
                  <c:v>1.5039356237949164E-3</c:v>
                </c:pt>
                <c:pt idx="78">
                  <c:v>1.5234672552963957E-3</c:v>
                </c:pt>
                <c:pt idx="79">
                  <c:v>1.542998886698399E-3</c:v>
                </c:pt>
                <c:pt idx="80">
                  <c:v>1.5625305181998783E-3</c:v>
                </c:pt>
                <c:pt idx="81">
                  <c:v>1.5820621496942522E-3</c:v>
                </c:pt>
                <c:pt idx="82">
                  <c:v>1.6015937811957315E-3</c:v>
                </c:pt>
                <c:pt idx="83">
                  <c:v>1.6211254125977348E-3</c:v>
                </c:pt>
                <c:pt idx="84">
                  <c:v>1.6406570440992141E-3</c:v>
                </c:pt>
                <c:pt idx="85">
                  <c:v>1.6601886756006934E-3</c:v>
                </c:pt>
                <c:pt idx="86">
                  <c:v>1.6797203070950673E-3</c:v>
                </c:pt>
                <c:pt idx="87">
                  <c:v>1.6992519384970706E-3</c:v>
                </c:pt>
                <c:pt idx="88">
                  <c:v>1.7187835699985499E-3</c:v>
                </c:pt>
                <c:pt idx="89">
                  <c:v>1.7383152015000292E-3</c:v>
                </c:pt>
                <c:pt idx="90">
                  <c:v>1.757846832994403E-3</c:v>
                </c:pt>
                <c:pt idx="91">
                  <c:v>1.7773784644958823E-3</c:v>
                </c:pt>
                <c:pt idx="92">
                  <c:v>1.7969100958978856E-3</c:v>
                </c:pt>
                <c:pt idx="93">
                  <c:v>1.8164417273993649E-3</c:v>
                </c:pt>
                <c:pt idx="94">
                  <c:v>1.8359733589008442E-3</c:v>
                </c:pt>
                <c:pt idx="95">
                  <c:v>1.8555049903952181E-3</c:v>
                </c:pt>
                <c:pt idx="96">
                  <c:v>1.8750366217972214E-3</c:v>
                </c:pt>
                <c:pt idx="97">
                  <c:v>1.8945682532987007E-3</c:v>
                </c:pt>
                <c:pt idx="98">
                  <c:v>1.91409988480018E-3</c:v>
                </c:pt>
                <c:pt idx="99">
                  <c:v>1.9336315162945539E-3</c:v>
                </c:pt>
                <c:pt idx="100">
                  <c:v>1.9531631477960332E-3</c:v>
                </c:pt>
                <c:pt idx="101">
                  <c:v>1.9726947791980365E-3</c:v>
                </c:pt>
                <c:pt idx="102">
                  <c:v>1.9922264106995158E-3</c:v>
                </c:pt>
                <c:pt idx="103">
                  <c:v>2.0117580422009951E-3</c:v>
                </c:pt>
                <c:pt idx="104">
                  <c:v>2.0312896736953689E-3</c:v>
                </c:pt>
                <c:pt idx="105">
                  <c:v>2.0508213050973723E-3</c:v>
                </c:pt>
                <c:pt idx="106">
                  <c:v>2.0703529365988516E-3</c:v>
                </c:pt>
                <c:pt idx="107">
                  <c:v>2.0898845681003309E-3</c:v>
                </c:pt>
                <c:pt idx="108">
                  <c:v>2.1094161995947047E-3</c:v>
                </c:pt>
                <c:pt idx="109">
                  <c:v>2.128947830996708E-3</c:v>
                </c:pt>
                <c:pt idx="110">
                  <c:v>2.1484794624981873E-3</c:v>
                </c:pt>
                <c:pt idx="111">
                  <c:v>2.1680110939996666E-3</c:v>
                </c:pt>
                <c:pt idx="112">
                  <c:v>2.1875427254940405E-3</c:v>
                </c:pt>
                <c:pt idx="113">
                  <c:v>2.2070743569955198E-3</c:v>
                </c:pt>
                <c:pt idx="114">
                  <c:v>2.2266059883975231E-3</c:v>
                </c:pt>
                <c:pt idx="115">
                  <c:v>2.2461376198990024E-3</c:v>
                </c:pt>
                <c:pt idx="116">
                  <c:v>2.2656692514004817E-3</c:v>
                </c:pt>
                <c:pt idx="117">
                  <c:v>2.2852008828948556E-3</c:v>
                </c:pt>
                <c:pt idx="118">
                  <c:v>2.3047325142968589E-3</c:v>
                </c:pt>
                <c:pt idx="119">
                  <c:v>2.3242641457983382E-3</c:v>
                </c:pt>
                <c:pt idx="120">
                  <c:v>2.3437957772998175E-3</c:v>
                </c:pt>
                <c:pt idx="121">
                  <c:v>2.3633274087941913E-3</c:v>
                </c:pt>
                <c:pt idx="122">
                  <c:v>2.3828590402956706E-3</c:v>
                </c:pt>
                <c:pt idx="123">
                  <c:v>2.402390671697674E-3</c:v>
                </c:pt>
                <c:pt idx="124">
                  <c:v>2.4219223031991532E-3</c:v>
                </c:pt>
                <c:pt idx="125">
                  <c:v>2.4414539347006325E-3</c:v>
                </c:pt>
                <c:pt idx="126">
                  <c:v>2.4609855661950064E-3</c:v>
                </c:pt>
                <c:pt idx="127">
                  <c:v>2.4805171975970097E-3</c:v>
                </c:pt>
                <c:pt idx="128">
                  <c:v>2.500048829098489E-3</c:v>
                </c:pt>
                <c:pt idx="129">
                  <c:v>2.5195804605999683E-3</c:v>
                </c:pt>
                <c:pt idx="130">
                  <c:v>2.5391120920943422E-3</c:v>
                </c:pt>
                <c:pt idx="131">
                  <c:v>2.5586437234963455E-3</c:v>
                </c:pt>
                <c:pt idx="132">
                  <c:v>2.5781753549978248E-3</c:v>
                </c:pt>
                <c:pt idx="133">
                  <c:v>2.5977069864993041E-3</c:v>
                </c:pt>
                <c:pt idx="134">
                  <c:v>2.6172386180007834E-3</c:v>
                </c:pt>
                <c:pt idx="135">
                  <c:v>2.6367702494951573E-3</c:v>
                </c:pt>
                <c:pt idx="136">
                  <c:v>2.6563018808971606E-3</c:v>
                </c:pt>
                <c:pt idx="137">
                  <c:v>2.6758335123986399E-3</c:v>
                </c:pt>
                <c:pt idx="138">
                  <c:v>2.6953651439001192E-3</c:v>
                </c:pt>
                <c:pt idx="139">
                  <c:v>2.714896775394493E-3</c:v>
                </c:pt>
                <c:pt idx="140">
                  <c:v>2.7344284067964963E-3</c:v>
                </c:pt>
                <c:pt idx="141">
                  <c:v>2.7539600382979756E-3</c:v>
                </c:pt>
                <c:pt idx="142">
                  <c:v>2.7734916697994549E-3</c:v>
                </c:pt>
                <c:pt idx="143">
                  <c:v>2.7930233013009342E-3</c:v>
                </c:pt>
                <c:pt idx="144">
                  <c:v>2.8125549326958321E-3</c:v>
                </c:pt>
                <c:pt idx="145">
                  <c:v>2.8320865641973114E-3</c:v>
                </c:pt>
                <c:pt idx="146">
                  <c:v>2.8516181956987907E-3</c:v>
                </c:pt>
                <c:pt idx="147">
                  <c:v>2.87114982720027E-3</c:v>
                </c:pt>
                <c:pt idx="148">
                  <c:v>2.8906814586946439E-3</c:v>
                </c:pt>
                <c:pt idx="149">
                  <c:v>2.9102130900966472E-3</c:v>
                </c:pt>
                <c:pt idx="150">
                  <c:v>2.9297447215981265E-3</c:v>
                </c:pt>
                <c:pt idx="151">
                  <c:v>2.9492763530996058E-3</c:v>
                </c:pt>
                <c:pt idx="152">
                  <c:v>2.9688079846010851E-3</c:v>
                </c:pt>
                <c:pt idx="153">
                  <c:v>2.988339615995983E-3</c:v>
                </c:pt>
                <c:pt idx="154">
                  <c:v>3.0078712474974623E-3</c:v>
                </c:pt>
                <c:pt idx="155">
                  <c:v>3.0274028789989416E-3</c:v>
                </c:pt>
                <c:pt idx="156">
                  <c:v>3.0469345105004209E-3</c:v>
                </c:pt>
                <c:pt idx="157">
                  <c:v>3.0664661419947947E-3</c:v>
                </c:pt>
                <c:pt idx="158">
                  <c:v>3.085997773396798E-3</c:v>
                </c:pt>
                <c:pt idx="159">
                  <c:v>3.1055294048982773E-3</c:v>
                </c:pt>
                <c:pt idx="160">
                  <c:v>3.1250610363997566E-3</c:v>
                </c:pt>
                <c:pt idx="161">
                  <c:v>3.1445926678941305E-3</c:v>
                </c:pt>
                <c:pt idx="162">
                  <c:v>3.1641242992961338E-3</c:v>
                </c:pt>
                <c:pt idx="163">
                  <c:v>3.1836559307976131E-3</c:v>
                </c:pt>
                <c:pt idx="164">
                  <c:v>3.2031875622990924E-3</c:v>
                </c:pt>
                <c:pt idx="165">
                  <c:v>3.2227191938005717E-3</c:v>
                </c:pt>
                <c:pt idx="166">
                  <c:v>3.2422508251954696E-3</c:v>
                </c:pt>
                <c:pt idx="167">
                  <c:v>3.2617824566969489E-3</c:v>
                </c:pt>
                <c:pt idx="168">
                  <c:v>3.2813140881984282E-3</c:v>
                </c:pt>
                <c:pt idx="169">
                  <c:v>3.3008457196999075E-3</c:v>
                </c:pt>
                <c:pt idx="170">
                  <c:v>3.3203773511942813E-3</c:v>
                </c:pt>
                <c:pt idx="171">
                  <c:v>3.3399089825962847E-3</c:v>
                </c:pt>
                <c:pt idx="172">
                  <c:v>3.359440614097764E-3</c:v>
                </c:pt>
                <c:pt idx="173">
                  <c:v>3.3789722455992433E-3</c:v>
                </c:pt>
                <c:pt idx="174">
                  <c:v>3.3985038771007225E-3</c:v>
                </c:pt>
                <c:pt idx="175">
                  <c:v>3.4180355084956204E-3</c:v>
                </c:pt>
                <c:pt idx="176">
                  <c:v>3.4375671399970997E-3</c:v>
                </c:pt>
                <c:pt idx="177">
                  <c:v>3.457098771498579E-3</c:v>
                </c:pt>
                <c:pt idx="178">
                  <c:v>3.4766304030000583E-3</c:v>
                </c:pt>
                <c:pt idx="179">
                  <c:v>3.4961620344944322E-3</c:v>
                </c:pt>
                <c:pt idx="180">
                  <c:v>3.5156936658964355E-3</c:v>
                </c:pt>
                <c:pt idx="181">
                  <c:v>3.5352252973979148E-3</c:v>
                </c:pt>
                <c:pt idx="182">
                  <c:v>3.5547569288993941E-3</c:v>
                </c:pt>
                <c:pt idx="183">
                  <c:v>3.5742885604008734E-3</c:v>
                </c:pt>
                <c:pt idx="184">
                  <c:v>3.5938201917957713E-3</c:v>
                </c:pt>
                <c:pt idx="185">
                  <c:v>3.6133518232972506E-3</c:v>
                </c:pt>
                <c:pt idx="186">
                  <c:v>3.6328834547987299E-3</c:v>
                </c:pt>
                <c:pt idx="187">
                  <c:v>3.6524150863002092E-3</c:v>
                </c:pt>
                <c:pt idx="188">
                  <c:v>3.6719467176951071E-3</c:v>
                </c:pt>
                <c:pt idx="189">
                  <c:v>3.6914783491965864E-3</c:v>
                </c:pt>
                <c:pt idx="190">
                  <c:v>3.7110099806980656E-3</c:v>
                </c:pt>
                <c:pt idx="191">
                  <c:v>3.7305416121995449E-3</c:v>
                </c:pt>
                <c:pt idx="192">
                  <c:v>3.7500732437010242E-3</c:v>
                </c:pt>
                <c:pt idx="193">
                  <c:v>3.7696048750959221E-3</c:v>
                </c:pt>
                <c:pt idx="194">
                  <c:v>3.7891365065974014E-3</c:v>
                </c:pt>
                <c:pt idx="195">
                  <c:v>3.8086681380988807E-3</c:v>
                </c:pt>
                <c:pt idx="196">
                  <c:v>3.82819976960036E-3</c:v>
                </c:pt>
                <c:pt idx="197">
                  <c:v>3.8477314009952579E-3</c:v>
                </c:pt>
                <c:pt idx="198">
                  <c:v>3.8672630324967372E-3</c:v>
                </c:pt>
                <c:pt idx="199">
                  <c:v>3.8867946639982165E-3</c:v>
                </c:pt>
                <c:pt idx="200">
                  <c:v>3.9063262954996958E-3</c:v>
                </c:pt>
                <c:pt idx="201">
                  <c:v>3.9258579268945937E-3</c:v>
                </c:pt>
                <c:pt idx="202">
                  <c:v>3.945389558396073E-3</c:v>
                </c:pt>
                <c:pt idx="203">
                  <c:v>3.9649211898975523E-3</c:v>
                </c:pt>
                <c:pt idx="204">
                  <c:v>3.9844528213990316E-3</c:v>
                </c:pt>
                <c:pt idx="205">
                  <c:v>4.0039844529005109E-3</c:v>
                </c:pt>
                <c:pt idx="206">
                  <c:v>4.0235160842954087E-3</c:v>
                </c:pt>
                <c:pt idx="207">
                  <c:v>4.043047715796888E-3</c:v>
                </c:pt>
                <c:pt idx="208">
                  <c:v>4.0625793472983673E-3</c:v>
                </c:pt>
                <c:pt idx="209">
                  <c:v>4.0821109787998466E-3</c:v>
                </c:pt>
                <c:pt idx="210">
                  <c:v>4.1016426101947445E-3</c:v>
                </c:pt>
                <c:pt idx="211">
                  <c:v>4.1211742416962238E-3</c:v>
                </c:pt>
                <c:pt idx="212">
                  <c:v>4.1407058731977031E-3</c:v>
                </c:pt>
                <c:pt idx="213">
                  <c:v>4.1602375046991824E-3</c:v>
                </c:pt>
                <c:pt idx="214">
                  <c:v>4.1797691360940803E-3</c:v>
                </c:pt>
                <c:pt idx="215">
                  <c:v>4.1993007675955596E-3</c:v>
                </c:pt>
                <c:pt idx="216">
                  <c:v>4.2188323990970389E-3</c:v>
                </c:pt>
                <c:pt idx="217">
                  <c:v>4.2383640305985182E-3</c:v>
                </c:pt>
                <c:pt idx="218">
                  <c:v>4.2578956620999975E-3</c:v>
                </c:pt>
                <c:pt idx="219">
                  <c:v>4.2774272934948954E-3</c:v>
                </c:pt>
                <c:pt idx="220">
                  <c:v>4.2969589249963747E-3</c:v>
                </c:pt>
                <c:pt idx="221">
                  <c:v>4.316490556497854E-3</c:v>
                </c:pt>
                <c:pt idx="222">
                  <c:v>4.3360221879993333E-3</c:v>
                </c:pt>
                <c:pt idx="223">
                  <c:v>4.3555538193942311E-3</c:v>
                </c:pt>
                <c:pt idx="224">
                  <c:v>4.3750854508957104E-3</c:v>
                </c:pt>
                <c:pt idx="225">
                  <c:v>4.3946170823971897E-3</c:v>
                </c:pt>
                <c:pt idx="226">
                  <c:v>4.414148713898669E-3</c:v>
                </c:pt>
                <c:pt idx="227">
                  <c:v>4.4336803454001483E-3</c:v>
                </c:pt>
                <c:pt idx="228">
                  <c:v>4.4532119767950462E-3</c:v>
                </c:pt>
                <c:pt idx="229">
                  <c:v>4.4727436082965255E-3</c:v>
                </c:pt>
                <c:pt idx="230">
                  <c:v>4.4922752397980048E-3</c:v>
                </c:pt>
                <c:pt idx="231">
                  <c:v>4.5118068712994841E-3</c:v>
                </c:pt>
                <c:pt idx="232">
                  <c:v>4.531338502694382E-3</c:v>
                </c:pt>
                <c:pt idx="233">
                  <c:v>4.5508701341958613E-3</c:v>
                </c:pt>
                <c:pt idx="234">
                  <c:v>4.5704017656973406E-3</c:v>
                </c:pt>
                <c:pt idx="235">
                  <c:v>4.5899333971988199E-3</c:v>
                </c:pt>
                <c:pt idx="236">
                  <c:v>4.6094650286008232E-3</c:v>
                </c:pt>
                <c:pt idx="237">
                  <c:v>4.6289966600951971E-3</c:v>
                </c:pt>
                <c:pt idx="238">
                  <c:v>4.6485282915966764E-3</c:v>
                </c:pt>
                <c:pt idx="239">
                  <c:v>4.6680599230981557E-3</c:v>
                </c:pt>
                <c:pt idx="240">
                  <c:v>4.6875915545996349E-3</c:v>
                </c:pt>
                <c:pt idx="241">
                  <c:v>4.7071231859945328E-3</c:v>
                </c:pt>
                <c:pt idx="242">
                  <c:v>4.7266548174960121E-3</c:v>
                </c:pt>
                <c:pt idx="243">
                  <c:v>4.7461864489974914E-3</c:v>
                </c:pt>
                <c:pt idx="244">
                  <c:v>4.7657180804989707E-3</c:v>
                </c:pt>
                <c:pt idx="245">
                  <c:v>4.785249711900974E-3</c:v>
                </c:pt>
                <c:pt idx="246">
                  <c:v>4.8047813433953479E-3</c:v>
                </c:pt>
                <c:pt idx="247">
                  <c:v>4.8243129748968272E-3</c:v>
                </c:pt>
                <c:pt idx="248">
                  <c:v>4.8438446063983065E-3</c:v>
                </c:pt>
                <c:pt idx="249">
                  <c:v>4.8633762378003098E-3</c:v>
                </c:pt>
                <c:pt idx="250">
                  <c:v>4.8829078692946837E-3</c:v>
                </c:pt>
                <c:pt idx="251">
                  <c:v>4.902439500796163E-3</c:v>
                </c:pt>
                <c:pt idx="252">
                  <c:v>4.9219711322976423E-3</c:v>
                </c:pt>
                <c:pt idx="253">
                  <c:v>4.9415027637991216E-3</c:v>
                </c:pt>
                <c:pt idx="254">
                  <c:v>4.9610343952011249E-3</c:v>
                </c:pt>
                <c:pt idx="255">
                  <c:v>4.9805660266954987E-3</c:v>
                </c:pt>
                <c:pt idx="256">
                  <c:v>5.000097658196978E-3</c:v>
                </c:pt>
                <c:pt idx="257">
                  <c:v>5.0196292896984573E-3</c:v>
                </c:pt>
                <c:pt idx="258">
                  <c:v>5.0391609211004607E-3</c:v>
                </c:pt>
                <c:pt idx="259">
                  <c:v>5.0586925525948345E-3</c:v>
                </c:pt>
                <c:pt idx="260">
                  <c:v>5.0782241840963138E-3</c:v>
                </c:pt>
                <c:pt idx="261">
                  <c:v>5.0977558155977931E-3</c:v>
                </c:pt>
                <c:pt idx="262">
                  <c:v>5.1172874470992724E-3</c:v>
                </c:pt>
                <c:pt idx="263">
                  <c:v>5.1368190784941703E-3</c:v>
                </c:pt>
                <c:pt idx="264">
                  <c:v>5.1563507099956496E-3</c:v>
                </c:pt>
                <c:pt idx="265">
                  <c:v>5.1758823414971289E-3</c:v>
                </c:pt>
                <c:pt idx="266">
                  <c:v>5.1954139729986082E-3</c:v>
                </c:pt>
                <c:pt idx="267">
                  <c:v>5.2149456044006115E-3</c:v>
                </c:pt>
                <c:pt idx="268">
                  <c:v>5.2344772358949854E-3</c:v>
                </c:pt>
                <c:pt idx="269">
                  <c:v>5.2540088673964647E-3</c:v>
                </c:pt>
                <c:pt idx="270">
                  <c:v>5.273540498897944E-3</c:v>
                </c:pt>
                <c:pt idx="271">
                  <c:v>5.2930721302999473E-3</c:v>
                </c:pt>
                <c:pt idx="272">
                  <c:v>5.3126037617943211E-3</c:v>
                </c:pt>
                <c:pt idx="273">
                  <c:v>5.3321353932958004E-3</c:v>
                </c:pt>
                <c:pt idx="274">
                  <c:v>5.3516670247972797E-3</c:v>
                </c:pt>
                <c:pt idx="275">
                  <c:v>5.371198656298759E-3</c:v>
                </c:pt>
                <c:pt idx="276">
                  <c:v>5.3907302877007623E-3</c:v>
                </c:pt>
                <c:pt idx="277">
                  <c:v>5.4102619191951362E-3</c:v>
                </c:pt>
                <c:pt idx="278">
                  <c:v>5.4297935506966155E-3</c:v>
                </c:pt>
                <c:pt idx="279">
                  <c:v>5.4493251821980948E-3</c:v>
                </c:pt>
                <c:pt idx="280">
                  <c:v>5.4688568136000981E-3</c:v>
                </c:pt>
                <c:pt idx="281">
                  <c:v>5.488388445094472E-3</c:v>
                </c:pt>
                <c:pt idx="282">
                  <c:v>5.5079200765959513E-3</c:v>
                </c:pt>
                <c:pt idx="283">
                  <c:v>5.5274517080974306E-3</c:v>
                </c:pt>
                <c:pt idx="284">
                  <c:v>5.5469833395989099E-3</c:v>
                </c:pt>
                <c:pt idx="285">
                  <c:v>5.5665149710009132E-3</c:v>
                </c:pt>
                <c:pt idx="286">
                  <c:v>5.5860466024952871E-3</c:v>
                </c:pt>
                <c:pt idx="287">
                  <c:v>5.6055782339967664E-3</c:v>
                </c:pt>
                <c:pt idx="288">
                  <c:v>5.6251098654982457E-3</c:v>
                </c:pt>
                <c:pt idx="289">
                  <c:v>5.644641496900249E-3</c:v>
                </c:pt>
                <c:pt idx="290">
                  <c:v>5.6641731283946228E-3</c:v>
                </c:pt>
                <c:pt idx="291">
                  <c:v>5.6837047598961021E-3</c:v>
                </c:pt>
                <c:pt idx="292">
                  <c:v>5.7032363913975814E-3</c:v>
                </c:pt>
                <c:pt idx="293">
                  <c:v>5.7227680227995847E-3</c:v>
                </c:pt>
                <c:pt idx="294">
                  <c:v>5.742299654301064E-3</c:v>
                </c:pt>
                <c:pt idx="295">
                  <c:v>5.7618312857954379E-3</c:v>
                </c:pt>
                <c:pt idx="296">
                  <c:v>5.7813629172969172E-3</c:v>
                </c:pt>
                <c:pt idx="297">
                  <c:v>5.8008945487983965E-3</c:v>
                </c:pt>
                <c:pt idx="298">
                  <c:v>5.8204261802003998E-3</c:v>
                </c:pt>
                <c:pt idx="299">
                  <c:v>5.8399578116947737E-3</c:v>
                </c:pt>
                <c:pt idx="300">
                  <c:v>5.859489443196253E-3</c:v>
                </c:pt>
                <c:pt idx="301">
                  <c:v>5.8790210746977323E-3</c:v>
                </c:pt>
                <c:pt idx="302">
                  <c:v>5.8985527060997356E-3</c:v>
                </c:pt>
                <c:pt idx="303">
                  <c:v>5.9180843375941095E-3</c:v>
                </c:pt>
                <c:pt idx="304">
                  <c:v>5.9376159690955888E-3</c:v>
                </c:pt>
                <c:pt idx="305">
                  <c:v>5.957147600597068E-3</c:v>
                </c:pt>
                <c:pt idx="306">
                  <c:v>5.9766792319990714E-3</c:v>
                </c:pt>
                <c:pt idx="307">
                  <c:v>5.9962108635005507E-3</c:v>
                </c:pt>
                <c:pt idx="308">
                  <c:v>6.0157424949949245E-3</c:v>
                </c:pt>
                <c:pt idx="309">
                  <c:v>6.0352741264964038E-3</c:v>
                </c:pt>
                <c:pt idx="310">
                  <c:v>6.0548057579978831E-3</c:v>
                </c:pt>
                <c:pt idx="311">
                  <c:v>6.0743373893998864E-3</c:v>
                </c:pt>
                <c:pt idx="312">
                  <c:v>6.0938690208942603E-3</c:v>
                </c:pt>
                <c:pt idx="313">
                  <c:v>6.1134006523957396E-3</c:v>
                </c:pt>
                <c:pt idx="314">
                  <c:v>6.1329322838972189E-3</c:v>
                </c:pt>
                <c:pt idx="315">
                  <c:v>6.1524639152992222E-3</c:v>
                </c:pt>
                <c:pt idx="316">
                  <c:v>6.1719955468007015E-3</c:v>
                </c:pt>
                <c:pt idx="317">
                  <c:v>6.1915271782950754E-3</c:v>
                </c:pt>
                <c:pt idx="318">
                  <c:v>6.2110588097965547E-3</c:v>
                </c:pt>
                <c:pt idx="319">
                  <c:v>6.230590441298034E-3</c:v>
                </c:pt>
                <c:pt idx="320">
                  <c:v>6.2501220727000373E-3</c:v>
                </c:pt>
                <c:pt idx="321">
                  <c:v>6.2696537041944111E-3</c:v>
                </c:pt>
                <c:pt idx="322">
                  <c:v>6.2891853356958904E-3</c:v>
                </c:pt>
                <c:pt idx="323">
                  <c:v>6.3087169671973697E-3</c:v>
                </c:pt>
                <c:pt idx="324">
                  <c:v>6.3282485985993731E-3</c:v>
                </c:pt>
                <c:pt idx="325">
                  <c:v>6.3477802301008524E-3</c:v>
                </c:pt>
                <c:pt idx="326">
                  <c:v>6.3673118615952262E-3</c:v>
                </c:pt>
                <c:pt idx="327">
                  <c:v>6.3868434930967055E-3</c:v>
                </c:pt>
                <c:pt idx="328">
                  <c:v>6.4063751244987088E-3</c:v>
                </c:pt>
                <c:pt idx="329">
                  <c:v>6.4259067560001881E-3</c:v>
                </c:pt>
                <c:pt idx="330">
                  <c:v>6.445438387494562E-3</c:v>
                </c:pt>
                <c:pt idx="331">
                  <c:v>6.4649700189960413E-3</c:v>
                </c:pt>
                <c:pt idx="332">
                  <c:v>6.4845016504975206E-3</c:v>
                </c:pt>
                <c:pt idx="333">
                  <c:v>6.5040332818995239E-3</c:v>
                </c:pt>
                <c:pt idx="334">
                  <c:v>6.5235649134010032E-3</c:v>
                </c:pt>
                <c:pt idx="335">
                  <c:v>6.5430965448953771E-3</c:v>
                </c:pt>
                <c:pt idx="336">
                  <c:v>6.5626281763968564E-3</c:v>
                </c:pt>
                <c:pt idx="337">
                  <c:v>6.5821598077988597E-3</c:v>
                </c:pt>
                <c:pt idx="338">
                  <c:v>6.601691439300339E-3</c:v>
                </c:pt>
                <c:pt idx="339">
                  <c:v>6.6212230707947128E-3</c:v>
                </c:pt>
                <c:pt idx="340">
                  <c:v>6.6407547022961921E-3</c:v>
                </c:pt>
                <c:pt idx="341">
                  <c:v>6.6602863337976714E-3</c:v>
                </c:pt>
                <c:pt idx="342">
                  <c:v>6.6798179651996747E-3</c:v>
                </c:pt>
                <c:pt idx="343">
                  <c:v>6.6993495966940486E-3</c:v>
                </c:pt>
                <c:pt idx="344">
                  <c:v>6.7188812281955279E-3</c:v>
                </c:pt>
                <c:pt idx="345">
                  <c:v>6.7384128596970072E-3</c:v>
                </c:pt>
                <c:pt idx="346">
                  <c:v>6.7579444910990105E-3</c:v>
                </c:pt>
                <c:pt idx="347">
                  <c:v>6.7774761226004898E-3</c:v>
                </c:pt>
                <c:pt idx="348">
                  <c:v>6.7970077540948637E-3</c:v>
                </c:pt>
              </c:numCache>
            </c:numRef>
          </c:xVal>
          <c:yVal>
            <c:numRef>
              <c:f>'0.3'!$W$2:$W$350</c:f>
              <c:numCache>
                <c:formatCode>General</c:formatCode>
                <c:ptCount val="349"/>
                <c:pt idx="0">
                  <c:v>2.1028344199999999E-4</c:v>
                </c:pt>
                <c:pt idx="1">
                  <c:v>2.6642855800000002E-4</c:v>
                </c:pt>
                <c:pt idx="2">
                  <c:v>2.7436210700000001E-4</c:v>
                </c:pt>
                <c:pt idx="3">
                  <c:v>1.82210884E-4</c:v>
                </c:pt>
                <c:pt idx="4">
                  <c:v>2.0967316900000001E-4</c:v>
                </c:pt>
                <c:pt idx="5">
                  <c:v>1.5291778E-4</c:v>
                </c:pt>
                <c:pt idx="6">
                  <c:v>2.84126475E-4</c:v>
                </c:pt>
                <c:pt idx="7">
                  <c:v>1.8099033799999999E-4</c:v>
                </c:pt>
                <c:pt idx="8">
                  <c:v>2.1516562600000001E-4</c:v>
                </c:pt>
                <c:pt idx="9">
                  <c:v>2.1150398799999999E-4</c:v>
                </c:pt>
                <c:pt idx="10">
                  <c:v>1.95026617E-4</c:v>
                </c:pt>
                <c:pt idx="11">
                  <c:v>2.1150398799999999E-4</c:v>
                </c:pt>
                <c:pt idx="12">
                  <c:v>2.31032724E-4</c:v>
                </c:pt>
                <c:pt idx="13">
                  <c:v>1.7549788099999999E-4</c:v>
                </c:pt>
                <c:pt idx="14">
                  <c:v>2.5849500899999999E-4</c:v>
                </c:pt>
                <c:pt idx="15">
                  <c:v>1.7976979200000001E-4</c:v>
                </c:pt>
                <c:pt idx="16">
                  <c:v>2.5300255200000002E-4</c:v>
                </c:pt>
                <c:pt idx="17">
                  <c:v>2.3957654600000001E-4</c:v>
                </c:pt>
                <c:pt idx="18">
                  <c:v>2.36525181E-4</c:v>
                </c:pt>
                <c:pt idx="19">
                  <c:v>2.5178200600000001E-4</c:v>
                </c:pt>
                <c:pt idx="20">
                  <c:v>2.7741347200000002E-4</c:v>
                </c:pt>
                <c:pt idx="21">
                  <c:v>2.1150398799999999E-4</c:v>
                </c:pt>
                <c:pt idx="22">
                  <c:v>3.1097848700000001E-4</c:v>
                </c:pt>
                <c:pt idx="23">
                  <c:v>3.1036821400000001E-4</c:v>
                </c:pt>
                <c:pt idx="24">
                  <c:v>2.0784235E-4</c:v>
                </c:pt>
                <c:pt idx="25">
                  <c:v>2.2920190499999999E-4</c:v>
                </c:pt>
                <c:pt idx="26">
                  <c:v>2.8290592899999999E-4</c:v>
                </c:pt>
                <c:pt idx="27">
                  <c:v>2.97552481E-4</c:v>
                </c:pt>
                <c:pt idx="28">
                  <c:v>9.1209739200000001E-4</c:v>
                </c:pt>
                <c:pt idx="29">
                  <c:v>5.5983837590000002E-3</c:v>
                </c:pt>
                <c:pt idx="30">
                  <c:v>1.6619914138999999E-2</c:v>
                </c:pt>
                <c:pt idx="31">
                  <c:v>2.1608895914E-2</c:v>
                </c:pt>
                <c:pt idx="32">
                  <c:v>1.3902978743E-2</c:v>
                </c:pt>
                <c:pt idx="33">
                  <c:v>1.83727126E-3</c:v>
                </c:pt>
                <c:pt idx="34">
                  <c:v>-6.2079576990000003E-3</c:v>
                </c:pt>
                <c:pt idx="35">
                  <c:v>-7.5542199370000002E-3</c:v>
                </c:pt>
                <c:pt idx="36">
                  <c:v>-6.6375898909999996E-3</c:v>
                </c:pt>
                <c:pt idx="37">
                  <c:v>-5.3541857720000004E-3</c:v>
                </c:pt>
                <c:pt idx="38">
                  <c:v>-4.6304019939999996E-3</c:v>
                </c:pt>
                <c:pt idx="39">
                  <c:v>-4.1025158489999998E-3</c:v>
                </c:pt>
                <c:pt idx="40">
                  <c:v>-3.7296390460000001E-3</c:v>
                </c:pt>
                <c:pt idx="41">
                  <c:v>-2.94726906E-3</c:v>
                </c:pt>
                <c:pt idx="42">
                  <c:v>-2.3955822680000001E-3</c:v>
                </c:pt>
                <c:pt idx="43">
                  <c:v>-2.1081436850000001E-3</c:v>
                </c:pt>
                <c:pt idx="44">
                  <c:v>-1.530215154E-3</c:v>
                </c:pt>
                <c:pt idx="45">
                  <c:v>-1.5082453260000001E-3</c:v>
                </c:pt>
                <c:pt idx="46">
                  <c:v>-1.077392588E-3</c:v>
                </c:pt>
                <c:pt idx="47">
                  <c:v>-9.4374280099999899E-4</c:v>
                </c:pt>
                <c:pt idx="48">
                  <c:v>-7.1916233700000003E-4</c:v>
                </c:pt>
                <c:pt idx="49">
                  <c:v>-7.7286636099999995E-4</c:v>
                </c:pt>
                <c:pt idx="50">
                  <c:v>-6.3250357099999997E-4</c:v>
                </c:pt>
                <c:pt idx="51">
                  <c:v>-4.34775119E-4</c:v>
                </c:pt>
                <c:pt idx="52">
                  <c:v>-4.3111348099999998E-4</c:v>
                </c:pt>
                <c:pt idx="53">
                  <c:v>-2.8342741500000002E-4</c:v>
                </c:pt>
                <c:pt idx="54" formatCode="0.00E+00">
                  <c:v>-5.7016131999999897E-5</c:v>
                </c:pt>
                <c:pt idx="55" formatCode="0.00E+00">
                  <c:v>1.3775536000000201E-5</c:v>
                </c:pt>
                <c:pt idx="56" formatCode="0.00E+00">
                  <c:v>9.7382937000000197E-5</c:v>
                </c:pt>
                <c:pt idx="57" formatCode="0.00E+00">
                  <c:v>2.36525181E-4</c:v>
                </c:pt>
                <c:pt idx="58">
                  <c:v>2.0784235E-4</c:v>
                </c:pt>
                <c:pt idx="59" formatCode="0.00E+00">
                  <c:v>3.5491814299999999E-4</c:v>
                </c:pt>
                <c:pt idx="60" formatCode="0.00E+00">
                  <c:v>2.84736748E-4</c:v>
                </c:pt>
                <c:pt idx="61">
                  <c:v>2.18827264E-4</c:v>
                </c:pt>
                <c:pt idx="62" formatCode="0.00E+00">
                  <c:v>2.71921015E-4</c:v>
                </c:pt>
                <c:pt idx="63" formatCode="0.00E+00">
                  <c:v>1.7915951900000001E-4</c:v>
                </c:pt>
                <c:pt idx="64" formatCode="0.00E+00">
                  <c:v>3.3304272000000301E-5</c:v>
                </c:pt>
                <c:pt idx="65">
                  <c:v>1.52307507E-4</c:v>
                </c:pt>
                <c:pt idx="66" formatCode="0.00E+00">
                  <c:v>1.4996082000000299E-5</c:v>
                </c:pt>
                <c:pt idx="67" formatCode="0.00E+00">
                  <c:v>5.71049190000003E-5</c:v>
                </c:pt>
                <c:pt idx="68" formatCode="0.00E+00">
                  <c:v>7.7243927999999997E-5</c:v>
                </c:pt>
                <c:pt idx="69">
                  <c:v>1.0653703199999999E-4</c:v>
                </c:pt>
                <c:pt idx="70">
                  <c:v>1.07757578E-4</c:v>
                </c:pt>
                <c:pt idx="71">
                  <c:v>1.7976979200000001E-4</c:v>
                </c:pt>
                <c:pt idx="72">
                  <c:v>1.8953416E-4</c:v>
                </c:pt>
                <c:pt idx="73">
                  <c:v>1.9380607099999999E-4</c:v>
                </c:pt>
                <c:pt idx="74">
                  <c:v>1.8526224900000001E-4</c:v>
                </c:pt>
                <c:pt idx="75">
                  <c:v>2.2309917499999999E-4</c:v>
                </c:pt>
                <c:pt idx="76">
                  <c:v>1.2545549500000001E-4</c:v>
                </c:pt>
                <c:pt idx="77">
                  <c:v>1.2240413E-4</c:v>
                </c:pt>
                <c:pt idx="78">
                  <c:v>1.4925614200000001E-4</c:v>
                </c:pt>
                <c:pt idx="79">
                  <c:v>2.1028344199999999E-4</c:v>
                </c:pt>
                <c:pt idx="80">
                  <c:v>1.6878487799999999E-4</c:v>
                </c:pt>
                <c:pt idx="81" formatCode="0.00E+00">
                  <c:v>6.50384680000002E-5</c:v>
                </c:pt>
                <c:pt idx="82">
                  <c:v>1.2240413E-4</c:v>
                </c:pt>
                <c:pt idx="83">
                  <c:v>1.4986641500000001E-4</c:v>
                </c:pt>
                <c:pt idx="84">
                  <c:v>1.6268214799999999E-4</c:v>
                </c:pt>
                <c:pt idx="85">
                  <c:v>1.58410237E-4</c:v>
                </c:pt>
                <c:pt idx="86">
                  <c:v>1.76108154E-4</c:v>
                </c:pt>
                <c:pt idx="87">
                  <c:v>1.9685743600000001E-4</c:v>
                </c:pt>
                <c:pt idx="88">
                  <c:v>1.6207187499999999E-4</c:v>
                </c:pt>
                <c:pt idx="89">
                  <c:v>1.82821157E-4</c:v>
                </c:pt>
                <c:pt idx="90">
                  <c:v>2.25540267E-4</c:v>
                </c:pt>
                <c:pt idx="91">
                  <c:v>1.8343143E-4</c:v>
                </c:pt>
                <c:pt idx="92">
                  <c:v>2.18827264E-4</c:v>
                </c:pt>
                <c:pt idx="93">
                  <c:v>2.1516562600000001E-4</c:v>
                </c:pt>
                <c:pt idx="94">
                  <c:v>1.8038006499999999E-4</c:v>
                </c:pt>
                <c:pt idx="95">
                  <c:v>1.88313614E-4</c:v>
                </c:pt>
                <c:pt idx="96">
                  <c:v>2.2065808300000001E-4</c:v>
                </c:pt>
                <c:pt idx="97">
                  <c:v>1.7976979200000001E-4</c:v>
                </c:pt>
                <c:pt idx="98">
                  <c:v>2.8046483699999998E-4</c:v>
                </c:pt>
                <c:pt idx="99">
                  <c:v>2.5239227900000002E-4</c:v>
                </c:pt>
                <c:pt idx="100">
                  <c:v>3.3599968000000001E-4</c:v>
                </c:pt>
                <c:pt idx="101">
                  <c:v>3.3660995300000002E-4</c:v>
                </c:pt>
                <c:pt idx="102">
                  <c:v>2.3896627300000001E-4</c:v>
                </c:pt>
                <c:pt idx="103">
                  <c:v>2.6459773900000002E-4</c:v>
                </c:pt>
                <c:pt idx="104">
                  <c:v>2.2737108600000001E-4</c:v>
                </c:pt>
                <c:pt idx="105">
                  <c:v>2.49951187E-4</c:v>
                </c:pt>
                <c:pt idx="106">
                  <c:v>2.6459773900000002E-4</c:v>
                </c:pt>
                <c:pt idx="107">
                  <c:v>2.5849500899999999E-4</c:v>
                </c:pt>
                <c:pt idx="108">
                  <c:v>2.6337719300000001E-4</c:v>
                </c:pt>
                <c:pt idx="109">
                  <c:v>3.0426548399999998E-4</c:v>
                </c:pt>
                <c:pt idx="110">
                  <c:v>2.9450111599999999E-4</c:v>
                </c:pt>
                <c:pt idx="111">
                  <c:v>3.5003595900000002E-4</c:v>
                </c:pt>
                <c:pt idx="112">
                  <c:v>2.8717784000000001E-4</c:v>
                </c:pt>
                <c:pt idx="113">
                  <c:v>3.1830176299999999E-4</c:v>
                </c:pt>
                <c:pt idx="114">
                  <c:v>2.5544364399999997E-4</c:v>
                </c:pt>
                <c:pt idx="115">
                  <c:v>1.5474859900000001E-4</c:v>
                </c:pt>
                <c:pt idx="116">
                  <c:v>2.7802374500000002E-4</c:v>
                </c:pt>
                <c:pt idx="117">
                  <c:v>2.6215664700000001E-4</c:v>
                </c:pt>
                <c:pt idx="118">
                  <c:v>1.4681505E-4</c:v>
                </c:pt>
                <c:pt idx="119">
                  <c:v>2.3530463499999999E-4</c:v>
                </c:pt>
                <c:pt idx="120">
                  <c:v>1.8526224900000001E-4</c:v>
                </c:pt>
                <c:pt idx="121">
                  <c:v>1.4864586900000001E-4</c:v>
                </c:pt>
                <c:pt idx="122">
                  <c:v>2.2615054000000001E-4</c:v>
                </c:pt>
                <c:pt idx="123">
                  <c:v>2.0906289600000001E-4</c:v>
                </c:pt>
                <c:pt idx="124">
                  <c:v>2.19437537E-4</c:v>
                </c:pt>
                <c:pt idx="125">
                  <c:v>1.8465197600000001E-4</c:v>
                </c:pt>
                <c:pt idx="126">
                  <c:v>2.1638617199999999E-4</c:v>
                </c:pt>
                <c:pt idx="127">
                  <c:v>2.06621804E-4</c:v>
                </c:pt>
                <c:pt idx="128">
                  <c:v>1.41322593E-4</c:v>
                </c:pt>
                <c:pt idx="129">
                  <c:v>2.8046483699999998E-4</c:v>
                </c:pt>
                <c:pt idx="130">
                  <c:v>2.72531288E-4</c:v>
                </c:pt>
                <c:pt idx="131">
                  <c:v>2.3347381600000001E-4</c:v>
                </c:pt>
                <c:pt idx="132">
                  <c:v>1.9929852799999999E-4</c:v>
                </c:pt>
                <c:pt idx="133">
                  <c:v>2.5483337100000003E-4</c:v>
                </c:pt>
                <c:pt idx="134">
                  <c:v>2.5666418999999998E-4</c:v>
                </c:pt>
                <c:pt idx="135">
                  <c:v>2.84736748E-4</c:v>
                </c:pt>
                <c:pt idx="136">
                  <c:v>2.4445872999999998E-4</c:v>
                </c:pt>
                <c:pt idx="137">
                  <c:v>2.0173962E-4</c:v>
                </c:pt>
                <c:pt idx="138">
                  <c:v>2.31032724E-4</c:v>
                </c:pt>
                <c:pt idx="139">
                  <c:v>2.31642997E-4</c:v>
                </c:pt>
                <c:pt idx="140">
                  <c:v>1.9807798199999999E-4</c:v>
                </c:pt>
                <c:pt idx="141">
                  <c:v>2.3957654600000001E-4</c:v>
                </c:pt>
                <c:pt idx="142">
                  <c:v>1.9197525199999999E-4</c:v>
                </c:pt>
                <c:pt idx="143">
                  <c:v>1.3644040900000001E-4</c:v>
                </c:pt>
                <c:pt idx="144">
                  <c:v>2.3530463499999999E-4</c:v>
                </c:pt>
                <c:pt idx="145">
                  <c:v>2.19437537E-4</c:v>
                </c:pt>
                <c:pt idx="146">
                  <c:v>2.6581828500000002E-4</c:v>
                </c:pt>
                <c:pt idx="147">
                  <c:v>1.6634378600000001E-4</c:v>
                </c:pt>
                <c:pt idx="148">
                  <c:v>2.0296016600000001E-4</c:v>
                </c:pt>
                <c:pt idx="149">
                  <c:v>2.2676081300000001E-4</c:v>
                </c:pt>
                <c:pt idx="150">
                  <c:v>1.4071232E-4</c:v>
                </c:pt>
                <c:pt idx="151">
                  <c:v>1.9868825499999999E-4</c:v>
                </c:pt>
                <c:pt idx="152">
                  <c:v>1.9685743600000001E-4</c:v>
                </c:pt>
                <c:pt idx="153">
                  <c:v>2.2981217799999999E-4</c:v>
                </c:pt>
                <c:pt idx="154">
                  <c:v>1.6634378600000001E-4</c:v>
                </c:pt>
                <c:pt idx="155">
                  <c:v>2.2370944799999999E-4</c:v>
                </c:pt>
                <c:pt idx="156">
                  <c:v>2.24929994E-4</c:v>
                </c:pt>
                <c:pt idx="157">
                  <c:v>2.5727446299999998E-4</c:v>
                </c:pt>
                <c:pt idx="158">
                  <c:v>2.5422309800000002E-4</c:v>
                </c:pt>
                <c:pt idx="159">
                  <c:v>2.6764910399999998E-4</c:v>
                </c:pt>
                <c:pt idx="160">
                  <c:v>2.5361282500000002E-4</c:v>
                </c:pt>
                <c:pt idx="161">
                  <c:v>1.9807798199999999E-4</c:v>
                </c:pt>
                <c:pt idx="162">
                  <c:v>2.3469436199999999E-4</c:v>
                </c:pt>
                <c:pt idx="163">
                  <c:v>2.7741347200000002E-4</c:v>
                </c:pt>
                <c:pt idx="164">
                  <c:v>2.1638617199999999E-4</c:v>
                </c:pt>
                <c:pt idx="165">
                  <c:v>1.3827122799999999E-4</c:v>
                </c:pt>
                <c:pt idx="166">
                  <c:v>2.7741347200000002E-4</c:v>
                </c:pt>
                <c:pt idx="167">
                  <c:v>2.12724534E-4</c:v>
                </c:pt>
                <c:pt idx="168">
                  <c:v>2.48120368E-4</c:v>
                </c:pt>
                <c:pt idx="169">
                  <c:v>2.0357043900000001E-4</c:v>
                </c:pt>
                <c:pt idx="170">
                  <c:v>2.0234989300000001E-4</c:v>
                </c:pt>
                <c:pt idx="171">
                  <c:v>2.0784235E-4</c:v>
                </c:pt>
                <c:pt idx="172">
                  <c:v>2.3408408899999999E-4</c:v>
                </c:pt>
                <c:pt idx="173">
                  <c:v>2.6703883099999997E-4</c:v>
                </c:pt>
                <c:pt idx="174" formatCode="0.00E+00">
                  <c:v>8.4567204000000302E-5</c:v>
                </c:pt>
                <c:pt idx="175">
                  <c:v>1.0372033570000001E-3</c:v>
                </c:pt>
                <c:pt idx="176">
                  <c:v>4.2698194380000002E-3</c:v>
                </c:pt>
                <c:pt idx="177">
                  <c:v>5.1443406470000003E-3</c:v>
                </c:pt>
                <c:pt idx="178">
                  <c:v>2.019132614E-3</c:v>
                </c:pt>
                <c:pt idx="179">
                  <c:v>3.138983569E-3</c:v>
                </c:pt>
                <c:pt idx="180">
                  <c:v>4.8282192330000003E-3</c:v>
                </c:pt>
                <c:pt idx="181">
                  <c:v>2.107011926E-3</c:v>
                </c:pt>
                <c:pt idx="182">
                  <c:v>-2.9021088580000001E-3</c:v>
                </c:pt>
                <c:pt idx="183">
                  <c:v>-1.7383182470000001E-3</c:v>
                </c:pt>
                <c:pt idx="184">
                  <c:v>-2.3211289620000001E-3</c:v>
                </c:pt>
                <c:pt idx="185">
                  <c:v>-1.9378775180000001E-3</c:v>
                </c:pt>
                <c:pt idx="186">
                  <c:v>-1.4881063169999999E-3</c:v>
                </c:pt>
                <c:pt idx="187">
                  <c:v>-1.361169533E-3</c:v>
                </c:pt>
                <c:pt idx="188">
                  <c:v>-3.1760270300000001E-4</c:v>
                </c:pt>
                <c:pt idx="189">
                  <c:v>-3.63373178E-4</c:v>
                </c:pt>
                <c:pt idx="190">
                  <c:v>-1.14696371E-3</c:v>
                </c:pt>
                <c:pt idx="191">
                  <c:v>-4.83596959E-4</c:v>
                </c:pt>
                <c:pt idx="192">
                  <c:v>-6.5935558299999998E-4</c:v>
                </c:pt>
                <c:pt idx="193">
                  <c:v>-3.4384444200000002E-4</c:v>
                </c:pt>
                <c:pt idx="194">
                  <c:v>-3.9571764699999998E-4</c:v>
                </c:pt>
                <c:pt idx="195">
                  <c:v>-1.7601936699999999E-4</c:v>
                </c:pt>
                <c:pt idx="196">
                  <c:v>-1.7968100500000001E-4</c:v>
                </c:pt>
                <c:pt idx="197" formatCode="0.00E+00">
                  <c:v>-9.6683876999999703E-5</c:v>
                </c:pt>
                <c:pt idx="198" formatCode="0.00E+00">
                  <c:v>2.1803490000004002E-6</c:v>
                </c:pt>
                <c:pt idx="199" formatCode="0.00E+00">
                  <c:v>-1.18559299999996E-5</c:v>
                </c:pt>
                <c:pt idx="200" formatCode="0.00E+00">
                  <c:v>4.0017274999999999E-5</c:v>
                </c:pt>
                <c:pt idx="201" formatCode="0.00E+00">
                  <c:v>8.4567204000000302E-5</c:v>
                </c:pt>
                <c:pt idx="202" formatCode="0.00E+00">
                  <c:v>9.6772664000000099E-5</c:v>
                </c:pt>
                <c:pt idx="203">
                  <c:v>1.8160061099999999E-4</c:v>
                </c:pt>
                <c:pt idx="204">
                  <c:v>1.5902051E-4</c:v>
                </c:pt>
                <c:pt idx="205" formatCode="0.00E+00">
                  <c:v>9.7993210000000199E-5</c:v>
                </c:pt>
                <c:pt idx="206" formatCode="0.00E+00">
                  <c:v>1.6939515099999999E-4</c:v>
                </c:pt>
                <c:pt idx="207" formatCode="0.00E+00">
                  <c:v>1.4803559600000001E-4</c:v>
                </c:pt>
                <c:pt idx="208" formatCode="0.00E+00">
                  <c:v>2.0398818959999998E-3</c:v>
                </c:pt>
                <c:pt idx="209">
                  <c:v>4.6127928640000001E-3</c:v>
                </c:pt>
                <c:pt idx="210" formatCode="0.00E+00">
                  <c:v>4.5481039260000002E-3</c:v>
                </c:pt>
                <c:pt idx="211" formatCode="0.00E+00">
                  <c:v>2.4194717020000001E-3</c:v>
                </c:pt>
                <c:pt idx="212" formatCode="0.00E+00">
                  <c:v>-3.0424716480000002E-3</c:v>
                </c:pt>
                <c:pt idx="213">
                  <c:v>1.256901637E-3</c:v>
                </c:pt>
                <c:pt idx="214" formatCode="0.00E+00">
                  <c:v>4.1764476690000002E-3</c:v>
                </c:pt>
                <c:pt idx="215">
                  <c:v>3.7626825750000001E-3</c:v>
                </c:pt>
                <c:pt idx="216" formatCode="0.00E+00">
                  <c:v>1.9129451120000001E-3</c:v>
                </c:pt>
                <c:pt idx="217">
                  <c:v>-9.8096945399999899E-4</c:v>
                </c:pt>
                <c:pt idx="218" formatCode="0.00E+00">
                  <c:v>-2.0861738569999998E-3</c:v>
                </c:pt>
                <c:pt idx="219">
                  <c:v>-1.1255097500000001E-4</c:v>
                </c:pt>
                <c:pt idx="220" formatCode="0.00E+00">
                  <c:v>-2.8288760980000002E-3</c:v>
                </c:pt>
                <c:pt idx="221">
                  <c:v>-3.40182804E-4</c:v>
                </c:pt>
                <c:pt idx="222">
                  <c:v>-8.5891485399999996E-4</c:v>
                </c:pt>
                <c:pt idx="223">
                  <c:v>-1.7340463359999999E-3</c:v>
                </c:pt>
                <c:pt idx="224">
                  <c:v>-8.21077928E-4</c:v>
                </c:pt>
                <c:pt idx="225">
                  <c:v>-9.9805709799999994E-4</c:v>
                </c:pt>
                <c:pt idx="226">
                  <c:v>-7.2892670499999997E-4</c:v>
                </c:pt>
                <c:pt idx="227">
                  <c:v>-7.1916233700000003E-4</c:v>
                </c:pt>
                <c:pt idx="228">
                  <c:v>-4.3294429999999999E-4</c:v>
                </c:pt>
                <c:pt idx="229">
                  <c:v>-4.2562102400000001E-4</c:v>
                </c:pt>
                <c:pt idx="230">
                  <c:v>-3.8046082200000002E-4</c:v>
                </c:pt>
                <c:pt idx="231" formatCode="0.00E+00">
                  <c:v>-6.9831864999999799E-5</c:v>
                </c:pt>
                <c:pt idx="232" formatCode="0.00E+00">
                  <c:v>-6.3118861999999606E-5</c:v>
                </c:pt>
                <c:pt idx="233">
                  <c:v>2.1455535300000001E-4</c:v>
                </c:pt>
                <c:pt idx="234">
                  <c:v>1.16911673E-4</c:v>
                </c:pt>
                <c:pt idx="235">
                  <c:v>2.2065808300000001E-4</c:v>
                </c:pt>
                <c:pt idx="236" formatCode="0.00E+00">
                  <c:v>-9.4242784999999896E-5</c:v>
                </c:pt>
                <c:pt idx="237">
                  <c:v>1.53528053E-4</c:v>
                </c:pt>
                <c:pt idx="238" formatCode="0.00E+00">
                  <c:v>-2.16202979999997E-5</c:v>
                </c:pt>
                <c:pt idx="239" formatCode="0.00E+00">
                  <c:v>7.9074747000000195E-5</c:v>
                </c:pt>
                <c:pt idx="240" formatCode="0.00E+00">
                  <c:v>2.1098812000000002E-5</c:v>
                </c:pt>
                <c:pt idx="241" formatCode="0.00E+00">
                  <c:v>5.2833008000000402E-5</c:v>
                </c:pt>
                <c:pt idx="242">
                  <c:v>6.0207870800000002E-4</c:v>
                </c:pt>
                <c:pt idx="243">
                  <c:v>4.5073100399999999E-4</c:v>
                </c:pt>
                <c:pt idx="244">
                  <c:v>1.8580205419999999E-3</c:v>
                </c:pt>
                <c:pt idx="245" formatCode="0.00E+00">
                  <c:v>2.7960101430000001E-3</c:v>
                </c:pt>
                <c:pt idx="246">
                  <c:v>1.156816865E-3</c:v>
                </c:pt>
                <c:pt idx="247">
                  <c:v>9.1820012200000004E-4</c:v>
                </c:pt>
                <c:pt idx="248">
                  <c:v>-1.0133139230000001E-3</c:v>
                </c:pt>
                <c:pt idx="249">
                  <c:v>-5.1166951699999996E-4</c:v>
                </c:pt>
                <c:pt idx="250">
                  <c:v>-1.0004981899999999E-3</c:v>
                </c:pt>
                <c:pt idx="251">
                  <c:v>1.65733513E-4</c:v>
                </c:pt>
                <c:pt idx="252">
                  <c:v>1.7524433130000001E-3</c:v>
                </c:pt>
                <c:pt idx="253">
                  <c:v>-3.98769012E-4</c:v>
                </c:pt>
                <c:pt idx="254" formatCode="0.00E+00">
                  <c:v>-1.218975924E-3</c:v>
                </c:pt>
                <c:pt idx="255" formatCode="0.00E+00">
                  <c:v>2.0264558899999998E-3</c:v>
                </c:pt>
                <c:pt idx="256" formatCode="0.00E+00">
                  <c:v>2.1820755050000001E-3</c:v>
                </c:pt>
                <c:pt idx="257" formatCode="0.00E+00">
                  <c:v>-1.5387589760000001E-3</c:v>
                </c:pt>
                <c:pt idx="258">
                  <c:v>2.8753456330000001E-3</c:v>
                </c:pt>
                <c:pt idx="259">
                  <c:v>-1.895158408E-3</c:v>
                </c:pt>
                <c:pt idx="260" formatCode="0.00E+00">
                  <c:v>2.9032361000000302E-5</c:v>
                </c:pt>
                <c:pt idx="261">
                  <c:v>-1.5338767920000001E-3</c:v>
                </c:pt>
                <c:pt idx="262">
                  <c:v>3.1952230899999999E-4</c:v>
                </c:pt>
                <c:pt idx="263">
                  <c:v>1.1537654999999999E-3</c:v>
                </c:pt>
                <c:pt idx="264">
                  <c:v>-9.0773669399999996E-4</c:v>
                </c:pt>
                <c:pt idx="265" formatCode="0.00E+00">
                  <c:v>-8.9360600999999901E-5</c:v>
                </c:pt>
                <c:pt idx="266">
                  <c:v>-5.7513790900000003E-4</c:v>
                </c:pt>
                <c:pt idx="267" formatCode="0.00E+00">
                  <c:v>-8.9360600999999901E-5</c:v>
                </c:pt>
                <c:pt idx="268">
                  <c:v>-3.38962258E-4</c:v>
                </c:pt>
                <c:pt idx="269" formatCode="0.00E+00">
                  <c:v>-2.28408439999998E-5</c:v>
                </c:pt>
                <c:pt idx="270">
                  <c:v>3.2684558500000003E-4</c:v>
                </c:pt>
                <c:pt idx="271">
                  <c:v>-2.5291376499999999E-4</c:v>
                </c:pt>
                <c:pt idx="272">
                  <c:v>-1.0999726889999999E-3</c:v>
                </c:pt>
                <c:pt idx="273">
                  <c:v>3.0487575699999998E-4</c:v>
                </c:pt>
                <c:pt idx="274">
                  <c:v>1.82210884E-4</c:v>
                </c:pt>
                <c:pt idx="275">
                  <c:v>1.4864586900000001E-4</c:v>
                </c:pt>
                <c:pt idx="276">
                  <c:v>2.8778811300000001E-4</c:v>
                </c:pt>
                <c:pt idx="277">
                  <c:v>2.3957654600000001E-4</c:v>
                </c:pt>
                <c:pt idx="278">
                  <c:v>2.9022920500000002E-4</c:v>
                </c:pt>
                <c:pt idx="279" formatCode="0.00E+00">
                  <c:v>5.2222735000000298E-5</c:v>
                </c:pt>
                <c:pt idx="280">
                  <c:v>3.1464012500000003E-4</c:v>
                </c:pt>
                <c:pt idx="281">
                  <c:v>1.70615697E-4</c:v>
                </c:pt>
                <c:pt idx="282">
                  <c:v>3.5186677799999998E-4</c:v>
                </c:pt>
                <c:pt idx="283" formatCode="0.00E+00">
                  <c:v>2.12724534E-4</c:v>
                </c:pt>
                <c:pt idx="284">
                  <c:v>2.9328056999999998E-4</c:v>
                </c:pt>
                <c:pt idx="285">
                  <c:v>1.6207187499999999E-4</c:v>
                </c:pt>
                <c:pt idx="286">
                  <c:v>2.5971555499999999E-4</c:v>
                </c:pt>
                <c:pt idx="287">
                  <c:v>1.5474859900000001E-4</c:v>
                </c:pt>
                <c:pt idx="288">
                  <c:v>2.9999357300000001E-4</c:v>
                </c:pt>
                <c:pt idx="289" formatCode="0.00E+00">
                  <c:v>2.6459773900000002E-4</c:v>
                </c:pt>
                <c:pt idx="290">
                  <c:v>3.32948315E-4</c:v>
                </c:pt>
                <c:pt idx="291">
                  <c:v>1.5108696099999999E-4</c:v>
                </c:pt>
                <c:pt idx="292">
                  <c:v>-6.3494466299999998E-4</c:v>
                </c:pt>
                <c:pt idx="293">
                  <c:v>7.0338402600000004E-4</c:v>
                </c:pt>
                <c:pt idx="294">
                  <c:v>2.0479098499999999E-4</c:v>
                </c:pt>
                <c:pt idx="295">
                  <c:v>2.9267029699999998E-4</c:v>
                </c:pt>
                <c:pt idx="296">
                  <c:v>3.5003595900000002E-4</c:v>
                </c:pt>
                <c:pt idx="297">
                  <c:v>2.2248890199999999E-4</c:v>
                </c:pt>
                <c:pt idx="298" formatCode="0.00E+00">
                  <c:v>3.4759486700000001E-4</c:v>
                </c:pt>
                <c:pt idx="299">
                  <c:v>1.9197525199999999E-4</c:v>
                </c:pt>
                <c:pt idx="300">
                  <c:v>1.027438989E-3</c:v>
                </c:pt>
                <c:pt idx="301">
                  <c:v>8.4252627000000002E-4</c:v>
                </c:pt>
                <c:pt idx="302">
                  <c:v>2.2058761520000001E-3</c:v>
                </c:pt>
                <c:pt idx="303" formatCode="0.00E+00">
                  <c:v>5.2884594800000002E-4</c:v>
                </c:pt>
                <c:pt idx="304" formatCode="0.00E+00">
                  <c:v>-8.1427051999999594E-5</c:v>
                </c:pt>
                <c:pt idx="305">
                  <c:v>-1.35131076E-4</c:v>
                </c:pt>
                <c:pt idx="306">
                  <c:v>-3.1149997299999998E-4</c:v>
                </c:pt>
                <c:pt idx="307">
                  <c:v>-1.19874251E-4</c:v>
                </c:pt>
                <c:pt idx="308">
                  <c:v>-1.6320363399999999E-4</c:v>
                </c:pt>
                <c:pt idx="309" formatCode="0.00E+00">
                  <c:v>-5.2744221E-5</c:v>
                </c:pt>
                <c:pt idx="310" formatCode="0.00E+00">
                  <c:v>-4.5326539999997898E-6</c:v>
                </c:pt>
                <c:pt idx="311">
                  <c:v>1.2850686E-4</c:v>
                </c:pt>
                <c:pt idx="312">
                  <c:v>2.3347381600000001E-4</c:v>
                </c:pt>
                <c:pt idx="313" formatCode="0.00E+00">
                  <c:v>9.2500753000000202E-5</c:v>
                </c:pt>
                <c:pt idx="314">
                  <c:v>2.25540267E-4</c:v>
                </c:pt>
                <c:pt idx="315">
                  <c:v>-2.5596513E-4</c:v>
                </c:pt>
                <c:pt idx="316" formatCode="0.00E+00">
                  <c:v>-2.60742999999824E-7</c:v>
                </c:pt>
                <c:pt idx="317">
                  <c:v>1.55654568E-3</c:v>
                </c:pt>
                <c:pt idx="318" formatCode="0.00E+00">
                  <c:v>1.43858090000002E-5</c:v>
                </c:pt>
                <c:pt idx="319">
                  <c:v>1.9746770900000001E-4</c:v>
                </c:pt>
                <c:pt idx="320" formatCode="0.00E+00">
                  <c:v>3.6468251099999998E-4</c:v>
                </c:pt>
                <c:pt idx="321">
                  <c:v>3.8482152000000002E-4</c:v>
                </c:pt>
                <c:pt idx="322">
                  <c:v>1.3827122799999999E-4</c:v>
                </c:pt>
                <c:pt idx="323">
                  <c:v>1.57799964E-4</c:v>
                </c:pt>
                <c:pt idx="324" formatCode="0.00E+00">
                  <c:v>2.5788473599999999E-4</c:v>
                </c:pt>
                <c:pt idx="325" formatCode="0.00E+00">
                  <c:v>4.9171369999999999E-5</c:v>
                </c:pt>
                <c:pt idx="326">
                  <c:v>8.6754746299999997E-4</c:v>
                </c:pt>
                <c:pt idx="327">
                  <c:v>8.4984954599999995E-4</c:v>
                </c:pt>
                <c:pt idx="328" formatCode="0.00E+00">
                  <c:v>-1.7479882099999999E-4</c:v>
                </c:pt>
                <c:pt idx="329" formatCode="0.00E+00">
                  <c:v>1.23014403E-4</c:v>
                </c:pt>
                <c:pt idx="330">
                  <c:v>1.17521946E-4</c:v>
                </c:pt>
                <c:pt idx="331" formatCode="0.00E+00">
                  <c:v>3.0252907000000399E-5</c:v>
                </c:pt>
                <c:pt idx="332" formatCode="0.00E+00">
                  <c:v>1.008520526E-3</c:v>
                </c:pt>
                <c:pt idx="333">
                  <c:v>7.1375866700000004E-4</c:v>
                </c:pt>
                <c:pt idx="334" formatCode="0.00E+00">
                  <c:v>-2.18738477E-4</c:v>
                </c:pt>
                <c:pt idx="335">
                  <c:v>2.5971555499999999E-4</c:v>
                </c:pt>
                <c:pt idx="336" formatCode="0.00E+00">
                  <c:v>-9.9735241999999595E-5</c:v>
                </c:pt>
                <c:pt idx="337">
                  <c:v>2.6703883099999997E-4</c:v>
                </c:pt>
                <c:pt idx="338" formatCode="0.00E+00">
                  <c:v>5.2317140000002602E-6</c:v>
                </c:pt>
                <c:pt idx="339">
                  <c:v>3.21963401E-4</c:v>
                </c:pt>
                <c:pt idx="340">
                  <c:v>3.9031397699999999E-4</c:v>
                </c:pt>
                <c:pt idx="341">
                  <c:v>4.0312970999999999E-4</c:v>
                </c:pt>
                <c:pt idx="342">
                  <c:v>1.6695405900000001E-4</c:v>
                </c:pt>
                <c:pt idx="343">
                  <c:v>2.4445872999999998E-4</c:v>
                </c:pt>
                <c:pt idx="344">
                  <c:v>2.6215664700000001E-4</c:v>
                </c:pt>
                <c:pt idx="345" formatCode="0.00E+00">
                  <c:v>-1.79586599999997E-5</c:v>
                </c:pt>
                <c:pt idx="346" formatCode="0.00E+00">
                  <c:v>1.56063550000004E-5</c:v>
                </c:pt>
                <c:pt idx="347">
                  <c:v>1.3033767900000001E-4</c:v>
                </c:pt>
                <c:pt idx="348">
                  <c:v>1.2728631399999999E-4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501E-FD4B-AFB1-FF0EA09A380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8348944"/>
        <c:axId val="1518347984"/>
      </c:scatterChart>
      <c:valAx>
        <c:axId val="1518348944"/>
        <c:scaling>
          <c:orientation val="minMax"/>
          <c:max val="5.000000000000001E-3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7984"/>
        <c:crosses val="autoZero"/>
        <c:crossBetween val="midCat"/>
      </c:valAx>
      <c:valAx>
        <c:axId val="1518347984"/>
        <c:scaling>
          <c:orientation val="minMax"/>
          <c:min val="-1.0000000000000002E-2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8944"/>
        <c:crosses val="autoZero"/>
        <c:crossBetween val="midCat"/>
      </c:valAx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242175925925925"/>
          <c:y val="0.12935185185185186"/>
          <c:w val="0.81968865740740737"/>
          <c:h val="0.74129629629629634"/>
        </c:manualLayout>
      </c:layout>
      <c:scatterChart>
        <c:scatterStyle val="smoothMarker"/>
        <c:varyColors val="0"/>
        <c:ser>
          <c:idx val="0"/>
          <c:order val="0"/>
          <c:spPr>
            <a:ln w="12700" cap="rnd">
              <a:solidFill>
                <a:srgbClr val="0070C0"/>
              </a:solidFill>
              <a:round/>
            </a:ln>
            <a:effectLst/>
          </c:spPr>
          <c:marker>
            <c:symbol val="none"/>
          </c:marker>
          <c:xVal>
            <c:numRef>
              <c:f>'0.3'!$I$2:$I$350</c:f>
              <c:numCache>
                <c:formatCode>General</c:formatCode>
                <c:ptCount val="349"/>
                <c:pt idx="0">
                  <c:v>0</c:v>
                </c:pt>
                <c:pt idx="1">
                  <c:v>1.9531631501479296E-5</c:v>
                </c:pt>
                <c:pt idx="2">
                  <c:v>3.9063263002958593E-5</c:v>
                </c:pt>
                <c:pt idx="3">
                  <c:v>5.8594894504437889E-5</c:v>
                </c:pt>
                <c:pt idx="4">
                  <c:v>7.8126526005917185E-5</c:v>
                </c:pt>
                <c:pt idx="5">
                  <c:v>9.7658157400815071E-5</c:v>
                </c:pt>
                <c:pt idx="6">
                  <c:v>1.1718978890229437E-4</c:v>
                </c:pt>
                <c:pt idx="7">
                  <c:v>1.3672142040377366E-4</c:v>
                </c:pt>
                <c:pt idx="8">
                  <c:v>1.5625305190525296E-4</c:v>
                </c:pt>
                <c:pt idx="9">
                  <c:v>1.7578468330015085E-4</c:v>
                </c:pt>
                <c:pt idx="10">
                  <c:v>1.9531631480163014E-4</c:v>
                </c:pt>
                <c:pt idx="11">
                  <c:v>2.1484794630310944E-4</c:v>
                </c:pt>
                <c:pt idx="12">
                  <c:v>2.3437957780458873E-4</c:v>
                </c:pt>
                <c:pt idx="13">
                  <c:v>2.539112092989626E-4</c:v>
                </c:pt>
                <c:pt idx="14">
                  <c:v>2.7344284070096592E-4</c:v>
                </c:pt>
                <c:pt idx="15">
                  <c:v>2.9297447220244521E-4</c:v>
                </c:pt>
                <c:pt idx="16">
                  <c:v>3.1250610370392451E-4</c:v>
                </c:pt>
                <c:pt idx="17">
                  <c:v>3.3203773520540381E-4</c:v>
                </c:pt>
                <c:pt idx="18">
                  <c:v>3.5156936660030169E-4</c:v>
                </c:pt>
                <c:pt idx="19">
                  <c:v>3.7110099810178099E-4</c:v>
                </c:pt>
                <c:pt idx="20">
                  <c:v>3.9063262960326028E-4</c:v>
                </c:pt>
                <c:pt idx="21">
                  <c:v>4.1016426110473958E-4</c:v>
                </c:pt>
                <c:pt idx="22">
                  <c:v>4.2969589249963747E-4</c:v>
                </c:pt>
                <c:pt idx="23">
                  <c:v>4.4922752400111676E-4</c:v>
                </c:pt>
                <c:pt idx="24">
                  <c:v>4.6875915550259606E-4</c:v>
                </c:pt>
                <c:pt idx="25">
                  <c:v>4.8829078700407536E-4</c:v>
                </c:pt>
                <c:pt idx="26">
                  <c:v>5.0782241839897324E-4</c:v>
                </c:pt>
                <c:pt idx="27">
                  <c:v>5.2735404990045254E-4</c:v>
                </c:pt>
                <c:pt idx="28">
                  <c:v>5.4688568140193183E-4</c:v>
                </c:pt>
                <c:pt idx="29">
                  <c:v>5.6641731290341113E-4</c:v>
                </c:pt>
                <c:pt idx="30">
                  <c:v>5.8594894440489043E-4</c:v>
                </c:pt>
                <c:pt idx="31">
                  <c:v>6.0548057579978831E-4</c:v>
                </c:pt>
                <c:pt idx="32">
                  <c:v>6.2501220730126761E-4</c:v>
                </c:pt>
                <c:pt idx="33">
                  <c:v>6.445438388027469E-4</c:v>
                </c:pt>
                <c:pt idx="34">
                  <c:v>6.640754703042262E-4</c:v>
                </c:pt>
                <c:pt idx="35">
                  <c:v>6.836071018057055E-4</c:v>
                </c:pt>
                <c:pt idx="36">
                  <c:v>7.0313873320060338E-4</c:v>
                </c:pt>
                <c:pt idx="37">
                  <c:v>7.2267036470208268E-4</c:v>
                </c:pt>
                <c:pt idx="38">
                  <c:v>7.4220199620356198E-4</c:v>
                </c:pt>
                <c:pt idx="39">
                  <c:v>7.6173362770504127E-4</c:v>
                </c:pt>
                <c:pt idx="40">
                  <c:v>7.8126525909993916E-4</c:v>
                </c:pt>
                <c:pt idx="41">
                  <c:v>8.0079689060141845E-4</c:v>
                </c:pt>
                <c:pt idx="42">
                  <c:v>8.2032852210289775E-4</c:v>
                </c:pt>
                <c:pt idx="43">
                  <c:v>8.3986015360437705E-4</c:v>
                </c:pt>
                <c:pt idx="44">
                  <c:v>8.5939178499927493E-4</c:v>
                </c:pt>
                <c:pt idx="45">
                  <c:v>8.7892341650075423E-4</c:v>
                </c:pt>
                <c:pt idx="46">
                  <c:v>8.9845504800223353E-4</c:v>
                </c:pt>
                <c:pt idx="47">
                  <c:v>9.1798667950371282E-4</c:v>
                </c:pt>
                <c:pt idx="48">
                  <c:v>9.3751831090571613E-4</c:v>
                </c:pt>
                <c:pt idx="49">
                  <c:v>9.5704994240009E-4</c:v>
                </c:pt>
                <c:pt idx="50">
                  <c:v>9.765815739015693E-4</c:v>
                </c:pt>
                <c:pt idx="51">
                  <c:v>9.961132054030486E-4</c:v>
                </c:pt>
                <c:pt idx="52">
                  <c:v>1.0156448369045279E-3</c:v>
                </c:pt>
                <c:pt idx="53">
                  <c:v>1.0351764682994258E-3</c:v>
                </c:pt>
                <c:pt idx="54">
                  <c:v>1.0547080998009051E-3</c:v>
                </c:pt>
                <c:pt idx="55">
                  <c:v>1.0742397313023844E-3</c:v>
                </c:pt>
                <c:pt idx="56">
                  <c:v>1.0937713628038637E-3</c:v>
                </c:pt>
                <c:pt idx="57">
                  <c:v>1.113302994205867E-3</c:v>
                </c:pt>
                <c:pt idx="58">
                  <c:v>1.1328346257002408E-3</c:v>
                </c:pt>
                <c:pt idx="59">
                  <c:v>1.1523662572017201E-3</c:v>
                </c:pt>
                <c:pt idx="60">
                  <c:v>1.1718978887031994E-3</c:v>
                </c:pt>
                <c:pt idx="61">
                  <c:v>1.1914295202046787E-3</c:v>
                </c:pt>
                <c:pt idx="62">
                  <c:v>1.2109611515995766E-3</c:v>
                </c:pt>
                <c:pt idx="63">
                  <c:v>1.2304927831010559E-3</c:v>
                </c:pt>
                <c:pt idx="64">
                  <c:v>1.2500244146025352E-3</c:v>
                </c:pt>
                <c:pt idx="65">
                  <c:v>1.2695560461040145E-3</c:v>
                </c:pt>
                <c:pt idx="66">
                  <c:v>1.2890876774989124E-3</c:v>
                </c:pt>
                <c:pt idx="67">
                  <c:v>1.3086193090003917E-3</c:v>
                </c:pt>
                <c:pt idx="68">
                  <c:v>1.328150940501871E-3</c:v>
                </c:pt>
                <c:pt idx="69">
                  <c:v>1.3476825720033503E-3</c:v>
                </c:pt>
                <c:pt idx="70">
                  <c:v>1.3672142034053536E-3</c:v>
                </c:pt>
                <c:pt idx="71">
                  <c:v>1.3867458348997275E-3</c:v>
                </c:pt>
                <c:pt idx="72">
                  <c:v>1.4062774664012068E-3</c:v>
                </c:pt>
                <c:pt idx="73">
                  <c:v>1.4258090979026861E-3</c:v>
                </c:pt>
                <c:pt idx="74">
                  <c:v>1.4453407294041654E-3</c:v>
                </c:pt>
                <c:pt idx="75">
                  <c:v>1.4648723607990632E-3</c:v>
                </c:pt>
                <c:pt idx="76">
                  <c:v>1.4844039923005425E-3</c:v>
                </c:pt>
                <c:pt idx="77">
                  <c:v>1.5039356238020218E-3</c:v>
                </c:pt>
                <c:pt idx="78">
                  <c:v>1.5234672553035011E-3</c:v>
                </c:pt>
                <c:pt idx="79">
                  <c:v>1.5429988867055044E-3</c:v>
                </c:pt>
                <c:pt idx="80">
                  <c:v>1.5625305181998783E-3</c:v>
                </c:pt>
                <c:pt idx="81">
                  <c:v>1.5820621497013576E-3</c:v>
                </c:pt>
                <c:pt idx="82">
                  <c:v>1.6015937812028369E-3</c:v>
                </c:pt>
                <c:pt idx="83">
                  <c:v>1.6211254127043162E-3</c:v>
                </c:pt>
                <c:pt idx="84">
                  <c:v>1.6406570440992141E-3</c:v>
                </c:pt>
                <c:pt idx="85">
                  <c:v>1.6601886756006934E-3</c:v>
                </c:pt>
                <c:pt idx="86">
                  <c:v>1.6797203071021727E-3</c:v>
                </c:pt>
                <c:pt idx="87">
                  <c:v>1.699251938603652E-3</c:v>
                </c:pt>
                <c:pt idx="88">
                  <c:v>1.7187835700056553E-3</c:v>
                </c:pt>
                <c:pt idx="89">
                  <c:v>1.7383152015000292E-3</c:v>
                </c:pt>
                <c:pt idx="90">
                  <c:v>1.7578468330015085E-3</c:v>
                </c:pt>
                <c:pt idx="91">
                  <c:v>1.7773784645029878E-3</c:v>
                </c:pt>
                <c:pt idx="92">
                  <c:v>1.7969100959049911E-3</c:v>
                </c:pt>
                <c:pt idx="93">
                  <c:v>1.8164417273993649E-3</c:v>
                </c:pt>
                <c:pt idx="94">
                  <c:v>1.8359733589008442E-3</c:v>
                </c:pt>
                <c:pt idx="95">
                  <c:v>1.8555049904023235E-3</c:v>
                </c:pt>
                <c:pt idx="96">
                  <c:v>1.8750366219038028E-3</c:v>
                </c:pt>
                <c:pt idx="97">
                  <c:v>1.8945682533058061E-3</c:v>
                </c:pt>
                <c:pt idx="98">
                  <c:v>1.91409988480018E-3</c:v>
                </c:pt>
                <c:pt idx="99">
                  <c:v>1.9336315163016593E-3</c:v>
                </c:pt>
                <c:pt idx="100">
                  <c:v>1.9531631478031386E-3</c:v>
                </c:pt>
                <c:pt idx="101">
                  <c:v>1.9726947792051419E-3</c:v>
                </c:pt>
                <c:pt idx="102">
                  <c:v>1.9922264106995158E-3</c:v>
                </c:pt>
                <c:pt idx="103">
                  <c:v>2.0117580422009951E-3</c:v>
                </c:pt>
                <c:pt idx="104">
                  <c:v>2.0312896737024744E-3</c:v>
                </c:pt>
                <c:pt idx="105">
                  <c:v>2.0508213051044777E-3</c:v>
                </c:pt>
                <c:pt idx="106">
                  <c:v>2.0703529365988516E-3</c:v>
                </c:pt>
                <c:pt idx="107">
                  <c:v>2.0898845681003309E-3</c:v>
                </c:pt>
                <c:pt idx="108">
                  <c:v>2.1094161996018101E-3</c:v>
                </c:pt>
                <c:pt idx="109">
                  <c:v>2.1289478311032894E-3</c:v>
                </c:pt>
                <c:pt idx="110">
                  <c:v>2.1484794625052928E-3</c:v>
                </c:pt>
                <c:pt idx="111">
                  <c:v>2.1680110939996666E-3</c:v>
                </c:pt>
                <c:pt idx="112">
                  <c:v>2.1875427255011459E-3</c:v>
                </c:pt>
                <c:pt idx="113">
                  <c:v>2.2070743570026252E-3</c:v>
                </c:pt>
                <c:pt idx="114">
                  <c:v>2.2266059884046285E-3</c:v>
                </c:pt>
                <c:pt idx="115">
                  <c:v>2.2461376198990024E-3</c:v>
                </c:pt>
                <c:pt idx="116">
                  <c:v>2.2656692514004817E-3</c:v>
                </c:pt>
                <c:pt idx="117">
                  <c:v>2.285200882901961E-3</c:v>
                </c:pt>
                <c:pt idx="118">
                  <c:v>2.3047325144034403E-3</c:v>
                </c:pt>
                <c:pt idx="119">
                  <c:v>2.3242641458054436E-3</c:v>
                </c:pt>
                <c:pt idx="120">
                  <c:v>2.3437957772998175E-3</c:v>
                </c:pt>
                <c:pt idx="121">
                  <c:v>2.3633274088012968E-3</c:v>
                </c:pt>
                <c:pt idx="122">
                  <c:v>2.3828590403027761E-3</c:v>
                </c:pt>
                <c:pt idx="123">
                  <c:v>2.4023906717047794E-3</c:v>
                </c:pt>
                <c:pt idx="124">
                  <c:v>2.4219223031991532E-3</c:v>
                </c:pt>
                <c:pt idx="125">
                  <c:v>2.4414539347006325E-3</c:v>
                </c:pt>
                <c:pt idx="126">
                  <c:v>2.4609855662021118E-3</c:v>
                </c:pt>
                <c:pt idx="127">
                  <c:v>2.4805171976041152E-3</c:v>
                </c:pt>
                <c:pt idx="128">
                  <c:v>2.5000488291055945E-3</c:v>
                </c:pt>
                <c:pt idx="129">
                  <c:v>2.5195804605999683E-3</c:v>
                </c:pt>
                <c:pt idx="130">
                  <c:v>2.5391120921014476E-3</c:v>
                </c:pt>
                <c:pt idx="131">
                  <c:v>2.5586437236029269E-3</c:v>
                </c:pt>
                <c:pt idx="132">
                  <c:v>2.5781753550049302E-3</c:v>
                </c:pt>
                <c:pt idx="133">
                  <c:v>2.5977069864993041E-3</c:v>
                </c:pt>
                <c:pt idx="134">
                  <c:v>2.6172386180007834E-3</c:v>
                </c:pt>
                <c:pt idx="135">
                  <c:v>2.6367702495022627E-3</c:v>
                </c:pt>
                <c:pt idx="136">
                  <c:v>2.656301880904266E-3</c:v>
                </c:pt>
                <c:pt idx="137">
                  <c:v>2.6758335124057453E-3</c:v>
                </c:pt>
                <c:pt idx="138">
                  <c:v>2.6953651439001192E-3</c:v>
                </c:pt>
                <c:pt idx="139">
                  <c:v>2.7148967754015985E-3</c:v>
                </c:pt>
                <c:pt idx="140">
                  <c:v>2.7344284069030778E-3</c:v>
                </c:pt>
                <c:pt idx="141">
                  <c:v>2.7539600383050811E-3</c:v>
                </c:pt>
                <c:pt idx="142">
                  <c:v>2.7734916697994549E-3</c:v>
                </c:pt>
                <c:pt idx="143">
                  <c:v>2.7930233013009342E-3</c:v>
                </c:pt>
                <c:pt idx="144">
                  <c:v>2.8125549328024135E-3</c:v>
                </c:pt>
                <c:pt idx="145">
                  <c:v>2.8320865642044168E-3</c:v>
                </c:pt>
                <c:pt idx="146">
                  <c:v>2.8516181957058961E-3</c:v>
                </c:pt>
                <c:pt idx="147">
                  <c:v>2.87114982720027E-3</c:v>
                </c:pt>
                <c:pt idx="148">
                  <c:v>2.8906814587017493E-3</c:v>
                </c:pt>
                <c:pt idx="149">
                  <c:v>2.9102130901037526E-3</c:v>
                </c:pt>
                <c:pt idx="150">
                  <c:v>2.9297447216052319E-3</c:v>
                </c:pt>
                <c:pt idx="151">
                  <c:v>2.9492763530996058E-3</c:v>
                </c:pt>
                <c:pt idx="152">
                  <c:v>2.9688079846010851E-3</c:v>
                </c:pt>
                <c:pt idx="153">
                  <c:v>2.9883396161025644E-3</c:v>
                </c:pt>
                <c:pt idx="154">
                  <c:v>3.0078712475045677E-3</c:v>
                </c:pt>
                <c:pt idx="155">
                  <c:v>3.0274028789989416E-3</c:v>
                </c:pt>
                <c:pt idx="156">
                  <c:v>3.0469345105004209E-3</c:v>
                </c:pt>
                <c:pt idx="157">
                  <c:v>3.0664661420019002E-3</c:v>
                </c:pt>
                <c:pt idx="158">
                  <c:v>3.0859977734039035E-3</c:v>
                </c:pt>
                <c:pt idx="159">
                  <c:v>3.1055294049053828E-3</c:v>
                </c:pt>
                <c:pt idx="160">
                  <c:v>3.1250610363997566E-3</c:v>
                </c:pt>
                <c:pt idx="161">
                  <c:v>3.1445926679012359E-3</c:v>
                </c:pt>
                <c:pt idx="162">
                  <c:v>3.1641242993032392E-3</c:v>
                </c:pt>
                <c:pt idx="163">
                  <c:v>3.1836559308047185E-3</c:v>
                </c:pt>
                <c:pt idx="164">
                  <c:v>3.2031875622990924E-3</c:v>
                </c:pt>
                <c:pt idx="165">
                  <c:v>3.2227191938005717E-3</c:v>
                </c:pt>
                <c:pt idx="166">
                  <c:v>3.242250825302051E-3</c:v>
                </c:pt>
                <c:pt idx="167">
                  <c:v>3.2617824567040543E-3</c:v>
                </c:pt>
                <c:pt idx="168">
                  <c:v>3.2813140882055336E-3</c:v>
                </c:pt>
                <c:pt idx="169">
                  <c:v>3.3008457196999075E-3</c:v>
                </c:pt>
                <c:pt idx="170">
                  <c:v>3.3203773512013868E-3</c:v>
                </c:pt>
                <c:pt idx="171">
                  <c:v>3.3399089826033901E-3</c:v>
                </c:pt>
                <c:pt idx="172">
                  <c:v>3.3594406141048694E-3</c:v>
                </c:pt>
                <c:pt idx="173">
                  <c:v>3.3789722455992433E-3</c:v>
                </c:pt>
                <c:pt idx="174">
                  <c:v>3.3985038771007225E-3</c:v>
                </c:pt>
                <c:pt idx="175">
                  <c:v>3.4180355086022018E-3</c:v>
                </c:pt>
                <c:pt idx="176">
                  <c:v>3.4375671400042052E-3</c:v>
                </c:pt>
                <c:pt idx="177">
                  <c:v>3.4570987715056845E-3</c:v>
                </c:pt>
                <c:pt idx="178">
                  <c:v>3.4766304030000583E-3</c:v>
                </c:pt>
                <c:pt idx="179">
                  <c:v>3.4961620345015376E-3</c:v>
                </c:pt>
                <c:pt idx="180">
                  <c:v>3.5156936659035409E-3</c:v>
                </c:pt>
                <c:pt idx="181">
                  <c:v>3.5352252974050202E-3</c:v>
                </c:pt>
                <c:pt idx="182">
                  <c:v>3.5547569288993941E-3</c:v>
                </c:pt>
                <c:pt idx="183">
                  <c:v>3.5742885604008734E-3</c:v>
                </c:pt>
                <c:pt idx="184">
                  <c:v>3.5938201918028767E-3</c:v>
                </c:pt>
                <c:pt idx="185">
                  <c:v>3.613351823304356E-3</c:v>
                </c:pt>
                <c:pt idx="186">
                  <c:v>3.6328834548058353E-3</c:v>
                </c:pt>
                <c:pt idx="187">
                  <c:v>3.6524150863002092E-3</c:v>
                </c:pt>
                <c:pt idx="188">
                  <c:v>3.6719467178016885E-3</c:v>
                </c:pt>
                <c:pt idx="189">
                  <c:v>3.6914783492036918E-3</c:v>
                </c:pt>
                <c:pt idx="190">
                  <c:v>3.7110099807051711E-3</c:v>
                </c:pt>
                <c:pt idx="191">
                  <c:v>3.7305416121995449E-3</c:v>
                </c:pt>
                <c:pt idx="192">
                  <c:v>3.7500732437010242E-3</c:v>
                </c:pt>
                <c:pt idx="193">
                  <c:v>3.7696048751030276E-3</c:v>
                </c:pt>
                <c:pt idx="194">
                  <c:v>3.7891365066045068E-3</c:v>
                </c:pt>
                <c:pt idx="195">
                  <c:v>3.8086681380988807E-3</c:v>
                </c:pt>
                <c:pt idx="196">
                  <c:v>3.82819976960036E-3</c:v>
                </c:pt>
                <c:pt idx="197">
                  <c:v>3.8477314011018393E-3</c:v>
                </c:pt>
                <c:pt idx="198">
                  <c:v>3.8672630325038426E-3</c:v>
                </c:pt>
                <c:pt idx="199">
                  <c:v>3.8867946640053219E-3</c:v>
                </c:pt>
                <c:pt idx="200">
                  <c:v>3.9063262954996958E-3</c:v>
                </c:pt>
                <c:pt idx="201">
                  <c:v>3.9258579270011751E-3</c:v>
                </c:pt>
                <c:pt idx="202">
                  <c:v>3.9453895584031784E-3</c:v>
                </c:pt>
                <c:pt idx="203">
                  <c:v>3.9649211899046577E-3</c:v>
                </c:pt>
                <c:pt idx="204">
                  <c:v>3.9844528213990316E-3</c:v>
                </c:pt>
                <c:pt idx="205">
                  <c:v>4.0039844529005109E-3</c:v>
                </c:pt>
                <c:pt idx="206">
                  <c:v>4.0235160843025142E-3</c:v>
                </c:pt>
                <c:pt idx="207">
                  <c:v>4.0430477158039935E-3</c:v>
                </c:pt>
                <c:pt idx="208">
                  <c:v>4.0625793473054728E-3</c:v>
                </c:pt>
                <c:pt idx="209">
                  <c:v>4.0821109787998466E-3</c:v>
                </c:pt>
                <c:pt idx="210">
                  <c:v>4.1016426103013259E-3</c:v>
                </c:pt>
                <c:pt idx="211">
                  <c:v>4.1211742417033292E-3</c:v>
                </c:pt>
                <c:pt idx="212">
                  <c:v>4.1407058732048085E-3</c:v>
                </c:pt>
                <c:pt idx="213">
                  <c:v>4.1602375046991824E-3</c:v>
                </c:pt>
                <c:pt idx="214">
                  <c:v>4.1797691362006617E-3</c:v>
                </c:pt>
                <c:pt idx="215">
                  <c:v>4.199300767602665E-3</c:v>
                </c:pt>
                <c:pt idx="216">
                  <c:v>4.2188323991041443E-3</c:v>
                </c:pt>
                <c:pt idx="217">
                  <c:v>4.2383640306056236E-3</c:v>
                </c:pt>
                <c:pt idx="218">
                  <c:v>4.2578956620999975E-3</c:v>
                </c:pt>
                <c:pt idx="219">
                  <c:v>4.2774272935020008E-3</c:v>
                </c:pt>
                <c:pt idx="220">
                  <c:v>4.2969589250034801E-3</c:v>
                </c:pt>
                <c:pt idx="221">
                  <c:v>4.3164905565049594E-3</c:v>
                </c:pt>
                <c:pt idx="222">
                  <c:v>4.3360221879993333E-3</c:v>
                </c:pt>
                <c:pt idx="223">
                  <c:v>4.3555538195008126E-3</c:v>
                </c:pt>
                <c:pt idx="224">
                  <c:v>4.3750854509028159E-3</c:v>
                </c:pt>
                <c:pt idx="225">
                  <c:v>4.3946170824042952E-3</c:v>
                </c:pt>
                <c:pt idx="226">
                  <c:v>4.4141487139057745E-3</c:v>
                </c:pt>
                <c:pt idx="227">
                  <c:v>4.4336803454001483E-3</c:v>
                </c:pt>
                <c:pt idx="228">
                  <c:v>4.4532119768021516E-3</c:v>
                </c:pt>
                <c:pt idx="229">
                  <c:v>4.4727436083036309E-3</c:v>
                </c:pt>
                <c:pt idx="230">
                  <c:v>4.4922752398051102E-3</c:v>
                </c:pt>
                <c:pt idx="231">
                  <c:v>4.5118068712994841E-3</c:v>
                </c:pt>
                <c:pt idx="232">
                  <c:v>4.5313385028009634E-3</c:v>
                </c:pt>
                <c:pt idx="233">
                  <c:v>4.5508701342029667E-3</c:v>
                </c:pt>
                <c:pt idx="234">
                  <c:v>4.570401765704446E-3</c:v>
                </c:pt>
                <c:pt idx="235">
                  <c:v>4.5899333972059253E-3</c:v>
                </c:pt>
                <c:pt idx="236">
                  <c:v>4.6094650287002992E-3</c:v>
                </c:pt>
                <c:pt idx="237">
                  <c:v>4.6289966601023025E-3</c:v>
                </c:pt>
                <c:pt idx="238">
                  <c:v>4.6485282916037818E-3</c:v>
                </c:pt>
                <c:pt idx="239">
                  <c:v>4.6680599231052611E-3</c:v>
                </c:pt>
                <c:pt idx="240">
                  <c:v>4.6875915545996349E-3</c:v>
                </c:pt>
                <c:pt idx="241">
                  <c:v>4.7071231860016383E-3</c:v>
                </c:pt>
                <c:pt idx="242">
                  <c:v>4.7266548175031176E-3</c:v>
                </c:pt>
                <c:pt idx="243">
                  <c:v>4.7461864490045969E-3</c:v>
                </c:pt>
                <c:pt idx="244">
                  <c:v>4.7657180804989707E-3</c:v>
                </c:pt>
                <c:pt idx="245">
                  <c:v>4.78524971200045E-3</c:v>
                </c:pt>
                <c:pt idx="246">
                  <c:v>4.8047813434024533E-3</c:v>
                </c:pt>
                <c:pt idx="247">
                  <c:v>4.8243129749039326E-3</c:v>
                </c:pt>
                <c:pt idx="248">
                  <c:v>4.8438446064054119E-3</c:v>
                </c:pt>
                <c:pt idx="249">
                  <c:v>4.8633762378997858E-3</c:v>
                </c:pt>
                <c:pt idx="250">
                  <c:v>4.8829078693017891E-3</c:v>
                </c:pt>
                <c:pt idx="251">
                  <c:v>4.9024395008032684E-3</c:v>
                </c:pt>
                <c:pt idx="252">
                  <c:v>4.9219711323047477E-3</c:v>
                </c:pt>
                <c:pt idx="253">
                  <c:v>4.9415027637991216E-3</c:v>
                </c:pt>
                <c:pt idx="254">
                  <c:v>4.9610343953006009E-3</c:v>
                </c:pt>
                <c:pt idx="255">
                  <c:v>4.9805660267026042E-3</c:v>
                </c:pt>
                <c:pt idx="256">
                  <c:v>5.0000976582040835E-3</c:v>
                </c:pt>
                <c:pt idx="257">
                  <c:v>5.0196292897055628E-3</c:v>
                </c:pt>
                <c:pt idx="258">
                  <c:v>5.0391609211999366E-3</c:v>
                </c:pt>
                <c:pt idx="259">
                  <c:v>5.05869255260194E-3</c:v>
                </c:pt>
                <c:pt idx="260">
                  <c:v>5.0782241841034192E-3</c:v>
                </c:pt>
                <c:pt idx="261">
                  <c:v>5.0977558156048985E-3</c:v>
                </c:pt>
                <c:pt idx="262">
                  <c:v>5.1172874470992724E-3</c:v>
                </c:pt>
                <c:pt idx="263">
                  <c:v>5.1368190785012757E-3</c:v>
                </c:pt>
                <c:pt idx="264">
                  <c:v>5.156350710002755E-3</c:v>
                </c:pt>
                <c:pt idx="265">
                  <c:v>5.1758823415042343E-3</c:v>
                </c:pt>
                <c:pt idx="266">
                  <c:v>5.1954139730057136E-3</c:v>
                </c:pt>
                <c:pt idx="267">
                  <c:v>5.2149456045000875E-3</c:v>
                </c:pt>
                <c:pt idx="268">
                  <c:v>5.2344772359020908E-3</c:v>
                </c:pt>
                <c:pt idx="269">
                  <c:v>5.2540088674035701E-3</c:v>
                </c:pt>
                <c:pt idx="270">
                  <c:v>5.2735404989050494E-3</c:v>
                </c:pt>
                <c:pt idx="271">
                  <c:v>5.2930721303994233E-3</c:v>
                </c:pt>
                <c:pt idx="272">
                  <c:v>5.3126037618014266E-3</c:v>
                </c:pt>
                <c:pt idx="273">
                  <c:v>5.3321353933029059E-3</c:v>
                </c:pt>
                <c:pt idx="274">
                  <c:v>5.3516670248043852E-3</c:v>
                </c:pt>
                <c:pt idx="275">
                  <c:v>5.3711986563058645E-3</c:v>
                </c:pt>
                <c:pt idx="276">
                  <c:v>5.3907302877007623E-3</c:v>
                </c:pt>
                <c:pt idx="277">
                  <c:v>5.4102619192022416E-3</c:v>
                </c:pt>
                <c:pt idx="278">
                  <c:v>5.4297935507037209E-3</c:v>
                </c:pt>
                <c:pt idx="279">
                  <c:v>5.4493251822052002E-3</c:v>
                </c:pt>
                <c:pt idx="280">
                  <c:v>5.4688568136995741E-3</c:v>
                </c:pt>
                <c:pt idx="281">
                  <c:v>5.4883884451015774E-3</c:v>
                </c:pt>
                <c:pt idx="282">
                  <c:v>5.5079200766030567E-3</c:v>
                </c:pt>
                <c:pt idx="283">
                  <c:v>5.527451708104536E-3</c:v>
                </c:pt>
                <c:pt idx="284">
                  <c:v>5.5469833395989099E-3</c:v>
                </c:pt>
                <c:pt idx="285">
                  <c:v>5.5665149710009132E-3</c:v>
                </c:pt>
                <c:pt idx="286">
                  <c:v>5.5860466025023925E-3</c:v>
                </c:pt>
                <c:pt idx="287">
                  <c:v>5.6055782340038718E-3</c:v>
                </c:pt>
                <c:pt idx="288">
                  <c:v>5.6251098655053511E-3</c:v>
                </c:pt>
                <c:pt idx="289">
                  <c:v>5.644641496999725E-3</c:v>
                </c:pt>
                <c:pt idx="290">
                  <c:v>5.6641731284017283E-3</c:v>
                </c:pt>
                <c:pt idx="291">
                  <c:v>5.6837047599032076E-3</c:v>
                </c:pt>
                <c:pt idx="292">
                  <c:v>5.7032363914046869E-3</c:v>
                </c:pt>
                <c:pt idx="293">
                  <c:v>5.7227680228990607E-3</c:v>
                </c:pt>
                <c:pt idx="294">
                  <c:v>5.742299654301064E-3</c:v>
                </c:pt>
                <c:pt idx="295">
                  <c:v>5.7618312858025433E-3</c:v>
                </c:pt>
                <c:pt idx="296">
                  <c:v>5.7813629173040226E-3</c:v>
                </c:pt>
                <c:pt idx="297">
                  <c:v>5.8008945488055019E-3</c:v>
                </c:pt>
                <c:pt idx="298">
                  <c:v>5.8204261802003998E-3</c:v>
                </c:pt>
                <c:pt idx="299">
                  <c:v>5.8399578117018791E-3</c:v>
                </c:pt>
                <c:pt idx="300">
                  <c:v>5.8594894432033584E-3</c:v>
                </c:pt>
                <c:pt idx="301">
                  <c:v>5.8790210747048377E-3</c:v>
                </c:pt>
                <c:pt idx="302">
                  <c:v>5.8985527061992116E-3</c:v>
                </c:pt>
                <c:pt idx="303">
                  <c:v>5.9180843376012149E-3</c:v>
                </c:pt>
                <c:pt idx="304">
                  <c:v>5.9376159691026942E-3</c:v>
                </c:pt>
                <c:pt idx="305">
                  <c:v>5.9571476006041735E-3</c:v>
                </c:pt>
                <c:pt idx="306">
                  <c:v>5.9766792321056528E-3</c:v>
                </c:pt>
                <c:pt idx="307">
                  <c:v>5.9962108635005507E-3</c:v>
                </c:pt>
                <c:pt idx="308">
                  <c:v>6.01574249500203E-3</c:v>
                </c:pt>
                <c:pt idx="309">
                  <c:v>6.0352741265035093E-3</c:v>
                </c:pt>
                <c:pt idx="310">
                  <c:v>6.0548057580049885E-3</c:v>
                </c:pt>
                <c:pt idx="311">
                  <c:v>6.0743373894993624E-3</c:v>
                </c:pt>
                <c:pt idx="312">
                  <c:v>6.0938690209013657E-3</c:v>
                </c:pt>
                <c:pt idx="313">
                  <c:v>6.113400652402845E-3</c:v>
                </c:pt>
                <c:pt idx="314">
                  <c:v>6.1329322839043243E-3</c:v>
                </c:pt>
                <c:pt idx="315">
                  <c:v>6.1524639154058036E-3</c:v>
                </c:pt>
                <c:pt idx="316">
                  <c:v>6.1719955468007015E-3</c:v>
                </c:pt>
                <c:pt idx="317">
                  <c:v>6.1915271783021808E-3</c:v>
                </c:pt>
                <c:pt idx="318">
                  <c:v>6.2110588098036601E-3</c:v>
                </c:pt>
                <c:pt idx="319">
                  <c:v>6.2305904413051394E-3</c:v>
                </c:pt>
                <c:pt idx="320">
                  <c:v>6.2501220727000373E-3</c:v>
                </c:pt>
                <c:pt idx="321">
                  <c:v>6.2696537042015166E-3</c:v>
                </c:pt>
                <c:pt idx="322">
                  <c:v>6.2891853357029959E-3</c:v>
                </c:pt>
                <c:pt idx="323">
                  <c:v>6.3087169672044752E-3</c:v>
                </c:pt>
                <c:pt idx="324">
                  <c:v>6.328248598698849E-3</c:v>
                </c:pt>
                <c:pt idx="325">
                  <c:v>6.3477802301008524E-3</c:v>
                </c:pt>
                <c:pt idx="326">
                  <c:v>6.3673118616023316E-3</c:v>
                </c:pt>
                <c:pt idx="327">
                  <c:v>6.3868434931038109E-3</c:v>
                </c:pt>
                <c:pt idx="328">
                  <c:v>6.4063751246052902E-3</c:v>
                </c:pt>
                <c:pt idx="329">
                  <c:v>6.4259067560001881E-3</c:v>
                </c:pt>
                <c:pt idx="330">
                  <c:v>6.4454383875016674E-3</c:v>
                </c:pt>
                <c:pt idx="331">
                  <c:v>6.4649700190031467E-3</c:v>
                </c:pt>
                <c:pt idx="332">
                  <c:v>6.484501650504626E-3</c:v>
                </c:pt>
                <c:pt idx="333">
                  <c:v>6.5040332818995239E-3</c:v>
                </c:pt>
                <c:pt idx="334">
                  <c:v>6.5235649134010032E-3</c:v>
                </c:pt>
                <c:pt idx="335">
                  <c:v>6.5430965449024825E-3</c:v>
                </c:pt>
                <c:pt idx="336">
                  <c:v>6.5626281764039618E-3</c:v>
                </c:pt>
                <c:pt idx="337">
                  <c:v>6.5821598079054411E-3</c:v>
                </c:pt>
                <c:pt idx="338">
                  <c:v>6.601691439300339E-3</c:v>
                </c:pt>
                <c:pt idx="339">
                  <c:v>6.6212230708018183E-3</c:v>
                </c:pt>
                <c:pt idx="340">
                  <c:v>6.6407547023032976E-3</c:v>
                </c:pt>
                <c:pt idx="341">
                  <c:v>6.6602863338047769E-3</c:v>
                </c:pt>
                <c:pt idx="342">
                  <c:v>6.6798179651996747E-3</c:v>
                </c:pt>
                <c:pt idx="343">
                  <c:v>6.699349596701154E-3</c:v>
                </c:pt>
                <c:pt idx="344">
                  <c:v>6.7188812282026333E-3</c:v>
                </c:pt>
                <c:pt idx="345">
                  <c:v>6.7384128597041126E-3</c:v>
                </c:pt>
                <c:pt idx="346">
                  <c:v>6.7579444910990105E-3</c:v>
                </c:pt>
                <c:pt idx="347">
                  <c:v>6.7774761226004898E-3</c:v>
                </c:pt>
                <c:pt idx="348">
                  <c:v>6.7970077541019691E-3</c:v>
                </c:pt>
              </c:numCache>
            </c:numRef>
          </c:xVal>
          <c:yVal>
            <c:numRef>
              <c:f>'0.3'!$H$2:$H$350</c:f>
              <c:numCache>
                <c:formatCode>General</c:formatCode>
                <c:ptCount val="349"/>
                <c:pt idx="0">
                  <c:v>2.9144975099999997E-4</c:v>
                </c:pt>
                <c:pt idx="1">
                  <c:v>2.5239227900000002E-4</c:v>
                </c:pt>
                <c:pt idx="2">
                  <c:v>2.37745727E-4</c:v>
                </c:pt>
                <c:pt idx="3">
                  <c:v>2.48120368E-4</c:v>
                </c:pt>
                <c:pt idx="4">
                  <c:v>2.9022920500000002E-4</c:v>
                </c:pt>
                <c:pt idx="5">
                  <c:v>2.5056146000000001E-4</c:v>
                </c:pt>
                <c:pt idx="6">
                  <c:v>2.5300255200000002E-4</c:v>
                </c:pt>
                <c:pt idx="7">
                  <c:v>3.0243466500000002E-4</c:v>
                </c:pt>
                <c:pt idx="8">
                  <c:v>2.37745727E-4</c:v>
                </c:pt>
                <c:pt idx="9">
                  <c:v>2.85347021E-4</c:v>
                </c:pt>
                <c:pt idx="10">
                  <c:v>3.1769148999999998E-4</c:v>
                </c:pt>
                <c:pt idx="11">
                  <c:v>2.2065808300000001E-4</c:v>
                </c:pt>
                <c:pt idx="12">
                  <c:v>2.24319721E-4</c:v>
                </c:pt>
                <c:pt idx="13">
                  <c:v>2.5117173300000001E-4</c:v>
                </c:pt>
                <c:pt idx="14">
                  <c:v>1.9685743600000001E-4</c:v>
                </c:pt>
                <c:pt idx="15">
                  <c:v>3.2867640399999998E-4</c:v>
                </c:pt>
                <c:pt idx="16">
                  <c:v>2.60936101E-4</c:v>
                </c:pt>
                <c:pt idx="17">
                  <c:v>2.0784235E-4</c:v>
                </c:pt>
                <c:pt idx="18">
                  <c:v>2.5849500899999999E-4</c:v>
                </c:pt>
                <c:pt idx="19">
                  <c:v>1.6512324E-4</c:v>
                </c:pt>
                <c:pt idx="20">
                  <c:v>2.7680319900000002E-4</c:v>
                </c:pt>
                <c:pt idx="21">
                  <c:v>2.2676081300000001E-4</c:v>
                </c:pt>
                <c:pt idx="22">
                  <c:v>2.5849500899999999E-4</c:v>
                </c:pt>
                <c:pt idx="23">
                  <c:v>2.5727446299999998E-4</c:v>
                </c:pt>
                <c:pt idx="24">
                  <c:v>2.5056146000000001E-4</c:v>
                </c:pt>
                <c:pt idx="25">
                  <c:v>2.3225327000000001E-4</c:v>
                </c:pt>
                <c:pt idx="26">
                  <c:v>2.8046483699999998E-4</c:v>
                </c:pt>
                <c:pt idx="27">
                  <c:v>1.3949177399999999E-4</c:v>
                </c:pt>
                <c:pt idx="28">
                  <c:v>5.6668287399999997E-4</c:v>
                </c:pt>
                <c:pt idx="29">
                  <c:v>3.3330503829999999E-3</c:v>
                </c:pt>
                <c:pt idx="30">
                  <c:v>1.3698537288000001E-2</c:v>
                </c:pt>
                <c:pt idx="31">
                  <c:v>2.2606692269000001E-2</c:v>
                </c:pt>
                <c:pt idx="32">
                  <c:v>1.8260938236000002E-2</c:v>
                </c:pt>
                <c:pt idx="33">
                  <c:v>6.7615640970000003E-3</c:v>
                </c:pt>
                <c:pt idx="34">
                  <c:v>-4.3026853930000003E-3</c:v>
                </c:pt>
                <c:pt idx="35">
                  <c:v>-7.7513381160000004E-3</c:v>
                </c:pt>
                <c:pt idx="36">
                  <c:v>-7.0110769669999998E-3</c:v>
                </c:pt>
                <c:pt idx="37">
                  <c:v>-5.9339451219999999E-3</c:v>
                </c:pt>
                <c:pt idx="38">
                  <c:v>-5.0710191E-3</c:v>
                </c:pt>
                <c:pt idx="39">
                  <c:v>-4.2959723899999996E-3</c:v>
                </c:pt>
                <c:pt idx="40">
                  <c:v>-3.705228126E-3</c:v>
                </c:pt>
                <c:pt idx="41">
                  <c:v>-3.375070433E-3</c:v>
                </c:pt>
                <c:pt idx="42">
                  <c:v>-2.8984472200000002E-3</c:v>
                </c:pt>
                <c:pt idx="43">
                  <c:v>-2.4816307609999999E-3</c:v>
                </c:pt>
                <c:pt idx="44">
                  <c:v>-2.1185183259999998E-3</c:v>
                </c:pt>
                <c:pt idx="45">
                  <c:v>-1.7987352740000001E-3</c:v>
                </c:pt>
                <c:pt idx="46">
                  <c:v>-1.4673570349999999E-3</c:v>
                </c:pt>
                <c:pt idx="47">
                  <c:v>-1.294039503E-3</c:v>
                </c:pt>
                <c:pt idx="48">
                  <c:v>-1.117060333E-3</c:v>
                </c:pt>
                <c:pt idx="49">
                  <c:v>-9.9683655200000004E-4</c:v>
                </c:pt>
                <c:pt idx="50">
                  <c:v>-8.1558547100000003E-4</c:v>
                </c:pt>
                <c:pt idx="51">
                  <c:v>-6.3311384400000002E-4</c:v>
                </c:pt>
                <c:pt idx="52">
                  <c:v>-4.9763323799999995E-4</c:v>
                </c:pt>
                <c:pt idx="53">
                  <c:v>-3.8290191399999998E-4</c:v>
                </c:pt>
                <c:pt idx="54">
                  <c:v>-2.7488359299999998E-4</c:v>
                </c:pt>
                <c:pt idx="55">
                  <c:v>-1.9493783E-4</c:v>
                </c:pt>
                <c:pt idx="56" formatCode="0.00E+00">
                  <c:v>-9.7904422999999804E-5</c:v>
                </c:pt>
                <c:pt idx="57" formatCode="0.00E+00">
                  <c:v>-1.79586599999997E-5</c:v>
                </c:pt>
                <c:pt idx="58" formatCode="0.00E+00">
                  <c:v>6.0156284000000198E-5</c:v>
                </c:pt>
                <c:pt idx="59" formatCode="0.00E+00">
                  <c:v>2.4760450000000299E-5</c:v>
                </c:pt>
                <c:pt idx="60" formatCode="0.00E+00">
                  <c:v>3.5135090999999997E-5</c:v>
                </c:pt>
                <c:pt idx="61">
                  <c:v>1.3827122799999999E-4</c:v>
                </c:pt>
                <c:pt idx="62">
                  <c:v>1.1202948900000001E-4</c:v>
                </c:pt>
                <c:pt idx="63">
                  <c:v>1.6024105600000001E-4</c:v>
                </c:pt>
                <c:pt idx="64">
                  <c:v>1.8587252200000001E-4</c:v>
                </c:pt>
                <c:pt idx="65">
                  <c:v>1.8587252200000001E-4</c:v>
                </c:pt>
                <c:pt idx="66">
                  <c:v>1.7976979200000001E-4</c:v>
                </c:pt>
                <c:pt idx="67">
                  <c:v>2.1150398799999999E-4</c:v>
                </c:pt>
                <c:pt idx="68">
                  <c:v>1.7976979200000001E-4</c:v>
                </c:pt>
                <c:pt idx="69">
                  <c:v>3.0121411900000002E-4</c:v>
                </c:pt>
                <c:pt idx="70">
                  <c:v>2.3896627300000001E-4</c:v>
                </c:pt>
                <c:pt idx="71">
                  <c:v>2.37135454E-4</c:v>
                </c:pt>
                <c:pt idx="72">
                  <c:v>2.61546374E-4</c:v>
                </c:pt>
                <c:pt idx="73">
                  <c:v>2.5788473599999999E-4</c:v>
                </c:pt>
                <c:pt idx="74">
                  <c:v>2.3896627300000001E-4</c:v>
                </c:pt>
                <c:pt idx="75">
                  <c:v>2.2187862900000001E-4</c:v>
                </c:pt>
                <c:pt idx="76">
                  <c:v>2.1638617199999999E-4</c:v>
                </c:pt>
                <c:pt idx="77">
                  <c:v>1.8099033799999999E-4</c:v>
                </c:pt>
                <c:pt idx="78">
                  <c:v>2.06011531E-4</c:v>
                </c:pt>
                <c:pt idx="79">
                  <c:v>1.95026617E-4</c:v>
                </c:pt>
                <c:pt idx="80">
                  <c:v>1.71836243E-4</c:v>
                </c:pt>
                <c:pt idx="81">
                  <c:v>2.37745727E-4</c:v>
                </c:pt>
                <c:pt idx="82">
                  <c:v>2.9450111599999999E-4</c:v>
                </c:pt>
                <c:pt idx="83">
                  <c:v>1.9258552499999999E-4</c:v>
                </c:pt>
                <c:pt idx="84">
                  <c:v>2.60325828E-4</c:v>
                </c:pt>
                <c:pt idx="85">
                  <c:v>2.2004781E-4</c:v>
                </c:pt>
                <c:pt idx="86">
                  <c:v>2.0906289600000001E-4</c:v>
                </c:pt>
                <c:pt idx="87">
                  <c:v>3.5552841599999999E-4</c:v>
                </c:pt>
                <c:pt idx="88">
                  <c:v>2.9999357300000001E-4</c:v>
                </c:pt>
                <c:pt idx="89">
                  <c:v>3.0548602999999998E-4</c:v>
                </c:pt>
                <c:pt idx="90">
                  <c:v>3.45153775E-4</c:v>
                </c:pt>
                <c:pt idx="91">
                  <c:v>2.5727446299999998E-4</c:v>
                </c:pt>
                <c:pt idx="92">
                  <c:v>2.5544364399999997E-4</c:v>
                </c:pt>
                <c:pt idx="93">
                  <c:v>2.6276692000000001E-4</c:v>
                </c:pt>
                <c:pt idx="94">
                  <c:v>2.4628954899999999E-4</c:v>
                </c:pt>
                <c:pt idx="95">
                  <c:v>2.2248890199999999E-4</c:v>
                </c:pt>
                <c:pt idx="96">
                  <c:v>2.7131074199999999E-4</c:v>
                </c:pt>
                <c:pt idx="97">
                  <c:v>2.35914908E-4</c:v>
                </c:pt>
                <c:pt idx="98">
                  <c:v>2.6520801200000002E-4</c:v>
                </c:pt>
                <c:pt idx="99">
                  <c:v>1.63902694E-4</c:v>
                </c:pt>
                <c:pt idx="100">
                  <c:v>3.1219903300000001E-4</c:v>
                </c:pt>
                <c:pt idx="101">
                  <c:v>1.7488760799999999E-4</c:v>
                </c:pt>
                <c:pt idx="102">
                  <c:v>1.6817460499999999E-4</c:v>
                </c:pt>
                <c:pt idx="103">
                  <c:v>2.7131074199999999E-4</c:v>
                </c:pt>
                <c:pt idx="104">
                  <c:v>1.6817460499999999E-4</c:v>
                </c:pt>
                <c:pt idx="105">
                  <c:v>1.33999317E-4</c:v>
                </c:pt>
                <c:pt idx="106">
                  <c:v>2.8168538299999998E-4</c:v>
                </c:pt>
                <c:pt idx="107">
                  <c:v>2.6581828500000002E-4</c:v>
                </c:pt>
                <c:pt idx="108" formatCode="0.00E+00">
                  <c:v>9.4941845000000403E-5</c:v>
                </c:pt>
                <c:pt idx="109">
                  <c:v>2.4751009499999999E-4</c:v>
                </c:pt>
                <c:pt idx="110">
                  <c:v>1.7488760799999999E-4</c:v>
                </c:pt>
                <c:pt idx="111">
                  <c:v>2.1638617199999999E-4</c:v>
                </c:pt>
                <c:pt idx="112">
                  <c:v>2.6886964999999998E-4</c:v>
                </c:pt>
                <c:pt idx="113">
                  <c:v>2.5788473599999999E-4</c:v>
                </c:pt>
                <c:pt idx="114">
                  <c:v>1.8770334099999999E-4</c:v>
                </c:pt>
                <c:pt idx="115">
                  <c:v>1.9624716300000001E-4</c:v>
                </c:pt>
                <c:pt idx="116">
                  <c:v>1.8587252200000001E-4</c:v>
                </c:pt>
                <c:pt idx="117">
                  <c:v>2.25540267E-4</c:v>
                </c:pt>
                <c:pt idx="118">
                  <c:v>2.4140736499999999E-4</c:v>
                </c:pt>
                <c:pt idx="119">
                  <c:v>1.6268214799999999E-4</c:v>
                </c:pt>
                <c:pt idx="120">
                  <c:v>1.5718969099999999E-4</c:v>
                </c:pt>
                <c:pt idx="121">
                  <c:v>1.9319579799999999E-4</c:v>
                </c:pt>
                <c:pt idx="122">
                  <c:v>2.2126835600000001E-4</c:v>
                </c:pt>
                <c:pt idx="123">
                  <c:v>2.43238184E-4</c:v>
                </c:pt>
                <c:pt idx="124">
                  <c:v>2.5056146000000001E-4</c:v>
                </c:pt>
                <c:pt idx="125">
                  <c:v>2.48120368E-4</c:v>
                </c:pt>
                <c:pt idx="126" formatCode="0.00E+00">
                  <c:v>9.9824029000000397E-5</c:v>
                </c:pt>
                <c:pt idx="127">
                  <c:v>2.6764910399999998E-4</c:v>
                </c:pt>
                <c:pt idx="128">
                  <c:v>1.70615697E-4</c:v>
                </c:pt>
                <c:pt idx="129">
                  <c:v>2.5971555499999999E-4</c:v>
                </c:pt>
                <c:pt idx="130">
                  <c:v>2.01129347E-4</c:v>
                </c:pt>
                <c:pt idx="131">
                  <c:v>2.6703883099999997E-4</c:v>
                </c:pt>
                <c:pt idx="132">
                  <c:v>2.7497238000000001E-4</c:v>
                </c:pt>
                <c:pt idx="133">
                  <c:v>2.4140736499999999E-4</c:v>
                </c:pt>
                <c:pt idx="134">
                  <c:v>2.1760671799999999E-4</c:v>
                </c:pt>
                <c:pt idx="135">
                  <c:v>2.06011531E-4</c:v>
                </c:pt>
                <c:pt idx="136">
                  <c:v>1.82821157E-4</c:v>
                </c:pt>
                <c:pt idx="137">
                  <c:v>2.5483337100000003E-4</c:v>
                </c:pt>
                <c:pt idx="138">
                  <c:v>2.6764910399999998E-4</c:v>
                </c:pt>
                <c:pt idx="139">
                  <c:v>1.4315341200000001E-4</c:v>
                </c:pt>
                <c:pt idx="140">
                  <c:v>2.7924429099999997E-4</c:v>
                </c:pt>
                <c:pt idx="141">
                  <c:v>2.8229565599999999E-4</c:v>
                </c:pt>
                <c:pt idx="142">
                  <c:v>2.4567927599999999E-4</c:v>
                </c:pt>
                <c:pt idx="143">
                  <c:v>2.5910528199999999E-4</c:v>
                </c:pt>
                <c:pt idx="144">
                  <c:v>2.7741347200000002E-4</c:v>
                </c:pt>
                <c:pt idx="145">
                  <c:v>2.5544364399999997E-4</c:v>
                </c:pt>
                <c:pt idx="146">
                  <c:v>2.7436210700000001E-4</c:v>
                </c:pt>
                <c:pt idx="147">
                  <c:v>3.0487575699999998E-4</c:v>
                </c:pt>
                <c:pt idx="148">
                  <c:v>2.9877302700000001E-4</c:v>
                </c:pt>
                <c:pt idx="149">
                  <c:v>3.1708121699999998E-4</c:v>
                </c:pt>
                <c:pt idx="150">
                  <c:v>2.6459773900000002E-4</c:v>
                </c:pt>
                <c:pt idx="151">
                  <c:v>1.59630783E-4</c:v>
                </c:pt>
                <c:pt idx="152">
                  <c:v>2.4506900299999998E-4</c:v>
                </c:pt>
                <c:pt idx="153">
                  <c:v>1.6756433200000001E-4</c:v>
                </c:pt>
                <c:pt idx="154">
                  <c:v>2.7680319900000002E-4</c:v>
                </c:pt>
                <c:pt idx="155">
                  <c:v>2.7436210700000001E-4</c:v>
                </c:pt>
                <c:pt idx="156">
                  <c:v>2.9389084299999999E-4</c:v>
                </c:pt>
                <c:pt idx="157">
                  <c:v>3.45153775E-4</c:v>
                </c:pt>
                <c:pt idx="158">
                  <c:v>2.5361282500000002E-4</c:v>
                </c:pt>
                <c:pt idx="159">
                  <c:v>1.9197525199999999E-4</c:v>
                </c:pt>
                <c:pt idx="160">
                  <c:v>2.37135454E-4</c:v>
                </c:pt>
                <c:pt idx="161">
                  <c:v>2.5422309800000002E-4</c:v>
                </c:pt>
                <c:pt idx="162">
                  <c:v>3.21963401E-4</c:v>
                </c:pt>
                <c:pt idx="163">
                  <c:v>1.3094795200000001E-4</c:v>
                </c:pt>
                <c:pt idx="164">
                  <c:v>1.5413832600000001E-4</c:v>
                </c:pt>
                <c:pt idx="165">
                  <c:v>2.84736748E-4</c:v>
                </c:pt>
                <c:pt idx="166">
                  <c:v>2.9999357300000001E-4</c:v>
                </c:pt>
                <c:pt idx="167">
                  <c:v>2.5422309800000002E-4</c:v>
                </c:pt>
                <c:pt idx="168">
                  <c:v>2.13334807E-4</c:v>
                </c:pt>
                <c:pt idx="169">
                  <c:v>2.3286354300000001E-4</c:v>
                </c:pt>
                <c:pt idx="170">
                  <c:v>2.8351620199999999E-4</c:v>
                </c:pt>
                <c:pt idx="171">
                  <c:v>3.0182439200000002E-4</c:v>
                </c:pt>
                <c:pt idx="172">
                  <c:v>1.8526224900000001E-4</c:v>
                </c:pt>
                <c:pt idx="173">
                  <c:v>1.8038006499999999E-4</c:v>
                </c:pt>
                <c:pt idx="174">
                  <c:v>2.30422451E-4</c:v>
                </c:pt>
                <c:pt idx="175">
                  <c:v>2.2004781E-4</c:v>
                </c:pt>
                <c:pt idx="176">
                  <c:v>1.59630783E-4</c:v>
                </c:pt>
                <c:pt idx="177">
                  <c:v>3.2318394700000001E-4</c:v>
                </c:pt>
                <c:pt idx="178">
                  <c:v>1.6939515099999999E-4</c:v>
                </c:pt>
                <c:pt idx="179">
                  <c:v>2.06621804E-4</c:v>
                </c:pt>
                <c:pt idx="180">
                  <c:v>2.1668186799999999E-3</c:v>
                </c:pt>
                <c:pt idx="181">
                  <c:v>6.7121319840000001E-3</c:v>
                </c:pt>
                <c:pt idx="182">
                  <c:v>5.5367461859999996E-3</c:v>
                </c:pt>
                <c:pt idx="183">
                  <c:v>3.74742575E-3</c:v>
                </c:pt>
                <c:pt idx="184">
                  <c:v>8.7101657860000001E-3</c:v>
                </c:pt>
                <c:pt idx="185">
                  <c:v>2.1851268699999999E-3</c:v>
                </c:pt>
                <c:pt idx="186">
                  <c:v>-3.1443872390000001E-3</c:v>
                </c:pt>
                <c:pt idx="187">
                  <c:v>-2.98998817E-3</c:v>
                </c:pt>
                <c:pt idx="188">
                  <c:v>-3.1114324970000001E-3</c:v>
                </c:pt>
                <c:pt idx="189">
                  <c:v>-2.260101662E-3</c:v>
                </c:pt>
                <c:pt idx="190">
                  <c:v>-2.1386573349999999E-3</c:v>
                </c:pt>
                <c:pt idx="191">
                  <c:v>-1.554015801E-3</c:v>
                </c:pt>
                <c:pt idx="192">
                  <c:v>-1.412432465E-3</c:v>
                </c:pt>
                <c:pt idx="193">
                  <c:v>-8.7844358999999896E-4</c:v>
                </c:pt>
                <c:pt idx="194">
                  <c:v>-9.4740443899999998E-4</c:v>
                </c:pt>
                <c:pt idx="195">
                  <c:v>-7.8629236700000001E-4</c:v>
                </c:pt>
                <c:pt idx="196">
                  <c:v>-8.7112031400000001E-4</c:v>
                </c:pt>
                <c:pt idx="197">
                  <c:v>-4.9092023499999998E-4</c:v>
                </c:pt>
                <c:pt idx="198">
                  <c:v>-4.2073883999999999E-4</c:v>
                </c:pt>
                <c:pt idx="199">
                  <c:v>-1.89445373E-4</c:v>
                </c:pt>
                <c:pt idx="200">
                  <c:v>-4.5308330900000002E-4</c:v>
                </c:pt>
                <c:pt idx="201">
                  <c:v>-1.11940702E-4</c:v>
                </c:pt>
                <c:pt idx="202">
                  <c:v>-3.0722806200000002E-4</c:v>
                </c:pt>
                <c:pt idx="203">
                  <c:v>-5.6110163000000002E-4</c:v>
                </c:pt>
                <c:pt idx="204">
                  <c:v>3.08537395E-4</c:v>
                </c:pt>
                <c:pt idx="205" formatCode="0.00E+00">
                  <c:v>6.9310379000000206E-5</c:v>
                </c:pt>
                <c:pt idx="206">
                  <c:v>1.88313614E-4</c:v>
                </c:pt>
                <c:pt idx="207">
                  <c:v>1.9075470600000001E-4</c:v>
                </c:pt>
                <c:pt idx="208">
                  <c:v>3.4088186399999998E-4</c:v>
                </c:pt>
                <c:pt idx="209">
                  <c:v>2.7924429099999997E-4</c:v>
                </c:pt>
                <c:pt idx="210">
                  <c:v>2.48120368E-4</c:v>
                </c:pt>
                <c:pt idx="211">
                  <c:v>2.3957654600000001E-4</c:v>
                </c:pt>
                <c:pt idx="212">
                  <c:v>3.5857978100000001E-4</c:v>
                </c:pt>
                <c:pt idx="213">
                  <c:v>2.8229565599999999E-4</c:v>
                </c:pt>
                <c:pt idx="214">
                  <c:v>3.5308732399999998E-4</c:v>
                </c:pt>
                <c:pt idx="215">
                  <c:v>1.7305678900000001E-4</c:v>
                </c:pt>
                <c:pt idx="216">
                  <c:v>3.33558588E-4</c:v>
                </c:pt>
                <c:pt idx="217">
                  <c:v>2.2920190499999999E-4</c:v>
                </c:pt>
                <c:pt idx="218">
                  <c:v>3.3783049900000002E-4</c:v>
                </c:pt>
                <c:pt idx="219">
                  <c:v>2.0771085489999998E-3</c:v>
                </c:pt>
                <c:pt idx="220">
                  <c:v>7.7605809979999999E-3</c:v>
                </c:pt>
                <c:pt idx="221">
                  <c:v>3.1517993019999999E-3</c:v>
                </c:pt>
                <c:pt idx="222">
                  <c:v>3.5826520399999998E-3</c:v>
                </c:pt>
                <c:pt idx="223">
                  <c:v>5.4366614139999998E-3</c:v>
                </c:pt>
                <c:pt idx="224">
                  <c:v>4.1660730280000001E-3</c:v>
                </c:pt>
                <c:pt idx="225">
                  <c:v>-1.5552363469999999E-3</c:v>
                </c:pt>
                <c:pt idx="226">
                  <c:v>-2.5975826309999998E-3</c:v>
                </c:pt>
                <c:pt idx="227">
                  <c:v>-3.0259942769999999E-3</c:v>
                </c:pt>
                <c:pt idx="228">
                  <c:v>-2.515195776E-3</c:v>
                </c:pt>
                <c:pt idx="229">
                  <c:v>-1.9702219869999998E-3</c:v>
                </c:pt>
                <c:pt idx="230">
                  <c:v>-1.1909033659999999E-3</c:v>
                </c:pt>
                <c:pt idx="231">
                  <c:v>-1.4306462500000001E-4</c:v>
                </c:pt>
                <c:pt idx="232">
                  <c:v>-1.686445042E-3</c:v>
                </c:pt>
                <c:pt idx="233">
                  <c:v>-1.052371395E-3</c:v>
                </c:pt>
                <c:pt idx="234">
                  <c:v>-1.049930303E-3</c:v>
                </c:pt>
                <c:pt idx="235">
                  <c:v>-6.9963360100000005E-4</c:v>
                </c:pt>
                <c:pt idx="236">
                  <c:v>-7.23434248E-4</c:v>
                </c:pt>
                <c:pt idx="237">
                  <c:v>-3.5849099399999998E-4</c:v>
                </c:pt>
                <c:pt idx="238">
                  <c:v>-4.1707720200000002E-4</c:v>
                </c:pt>
                <c:pt idx="239">
                  <c:v>-2.4803158100000002E-4</c:v>
                </c:pt>
                <c:pt idx="240">
                  <c:v>-2.2850284499999999E-4</c:v>
                </c:pt>
                <c:pt idx="241" formatCode="0.00E+00">
                  <c:v>-3.26052119999998E-5</c:v>
                </c:pt>
                <c:pt idx="242" formatCode="0.00E+00">
                  <c:v>-4.2369579999999899E-5</c:v>
                </c:pt>
                <c:pt idx="243">
                  <c:v>1.76718427E-4</c:v>
                </c:pt>
                <c:pt idx="244">
                  <c:v>-4.5186276300000002E-4</c:v>
                </c:pt>
                <c:pt idx="245">
                  <c:v>1.0348566699999999E-4</c:v>
                </c:pt>
                <c:pt idx="246">
                  <c:v>2.48730641E-4</c:v>
                </c:pt>
                <c:pt idx="247">
                  <c:v>2.6886964999999998E-4</c:v>
                </c:pt>
                <c:pt idx="248">
                  <c:v>1.773287E-4</c:v>
                </c:pt>
                <c:pt idx="249">
                  <c:v>2.3896627300000001E-4</c:v>
                </c:pt>
                <c:pt idx="250">
                  <c:v>1.5169723399999999E-4</c:v>
                </c:pt>
                <c:pt idx="251">
                  <c:v>7.4366204400000001E-4</c:v>
                </c:pt>
                <c:pt idx="252">
                  <c:v>1.0043430199999999E-4</c:v>
                </c:pt>
                <c:pt idx="253" formatCode="0.00E+00">
                  <c:v>8.4567204000000302E-5</c:v>
                </c:pt>
                <c:pt idx="254">
                  <c:v>3.2501476600000002E-4</c:v>
                </c:pt>
                <c:pt idx="255">
                  <c:v>2.385906687E-3</c:v>
                </c:pt>
                <c:pt idx="256">
                  <c:v>3.3440352970000001E-3</c:v>
                </c:pt>
                <c:pt idx="257">
                  <c:v>1.698129016E-3</c:v>
                </c:pt>
                <c:pt idx="258">
                  <c:v>1.4973491990000001E-3</c:v>
                </c:pt>
                <c:pt idx="259">
                  <c:v>-8.0399028399999895E-4</c:v>
                </c:pt>
                <c:pt idx="260">
                  <c:v>6.4845945600000001E-4</c:v>
                </c:pt>
                <c:pt idx="261">
                  <c:v>-5.3547016400000002E-4</c:v>
                </c:pt>
                <c:pt idx="262">
                  <c:v>5.7034451199999999E-4</c:v>
                </c:pt>
                <c:pt idx="263">
                  <c:v>3.287279908E-3</c:v>
                </c:pt>
                <c:pt idx="264">
                  <c:v>2.023404525E-3</c:v>
                </c:pt>
                <c:pt idx="265">
                  <c:v>-1.3391997049999999E-3</c:v>
                </c:pt>
                <c:pt idx="266">
                  <c:v>-1.054202214E-3</c:v>
                </c:pt>
                <c:pt idx="267">
                  <c:v>5.0687612000000003E-4</c:v>
                </c:pt>
                <c:pt idx="268">
                  <c:v>-8.13754651999999E-4</c:v>
                </c:pt>
                <c:pt idx="269">
                  <c:v>-1.312347693E-3</c:v>
                </c:pt>
                <c:pt idx="270">
                  <c:v>4.7270083199999998E-4</c:v>
                </c:pt>
                <c:pt idx="271">
                  <c:v>-8.6135594599999997E-4</c:v>
                </c:pt>
                <c:pt idx="272">
                  <c:v>-8.4121693699999896E-4</c:v>
                </c:pt>
                <c:pt idx="273">
                  <c:v>-6.9841305500000005E-4</c:v>
                </c:pt>
                <c:pt idx="274">
                  <c:v>-5.2509552300000002E-4</c:v>
                </c:pt>
                <c:pt idx="275">
                  <c:v>-4.0609228799999997E-4</c:v>
                </c:pt>
                <c:pt idx="276">
                  <c:v>-2.8403768800000002E-4</c:v>
                </c:pt>
                <c:pt idx="277">
                  <c:v>-3.8473273299999999E-4</c:v>
                </c:pt>
                <c:pt idx="278">
                  <c:v>-1.2597698100000001E-4</c:v>
                </c:pt>
                <c:pt idx="279">
                  <c:v>-1.20484524E-4</c:v>
                </c:pt>
                <c:pt idx="280" formatCode="0.00E+00">
                  <c:v>-6.9737459999995797E-6</c:v>
                </c:pt>
                <c:pt idx="281">
                  <c:v>-2.8220686900000001E-4</c:v>
                </c:pt>
                <c:pt idx="282">
                  <c:v>-7.0817742299999998E-4</c:v>
                </c:pt>
                <c:pt idx="283">
                  <c:v>2.8168538299999998E-4</c:v>
                </c:pt>
                <c:pt idx="284">
                  <c:v>1.4681505E-4</c:v>
                </c:pt>
                <c:pt idx="285">
                  <c:v>3.8909343099999998E-4</c:v>
                </c:pt>
                <c:pt idx="286" formatCode="0.00E+00">
                  <c:v>7.7854201000000095E-5</c:v>
                </c:pt>
                <c:pt idx="287">
                  <c:v>5.5081577600000001E-4</c:v>
                </c:pt>
                <c:pt idx="288">
                  <c:v>4.7575219699999999E-4</c:v>
                </c:pt>
                <c:pt idx="289">
                  <c:v>1.6207187499999999E-4</c:v>
                </c:pt>
                <c:pt idx="290">
                  <c:v>2.0173962E-4</c:v>
                </c:pt>
                <c:pt idx="291">
                  <c:v>1.41932866E-4</c:v>
                </c:pt>
                <c:pt idx="292">
                  <c:v>1.82210884E-4</c:v>
                </c:pt>
                <c:pt idx="293">
                  <c:v>1.0043430199999999E-4</c:v>
                </c:pt>
                <c:pt idx="294">
                  <c:v>1.63902694E-4</c:v>
                </c:pt>
                <c:pt idx="295">
                  <c:v>1.4437395799999999E-4</c:v>
                </c:pt>
                <c:pt idx="296">
                  <c:v>3.2501476600000002E-4</c:v>
                </c:pt>
                <c:pt idx="297">
                  <c:v>4.0007834499999998E-4</c:v>
                </c:pt>
                <c:pt idx="298">
                  <c:v>3.2501476600000002E-4</c:v>
                </c:pt>
                <c:pt idx="299">
                  <c:v>5.2701512899999995E-4</c:v>
                </c:pt>
                <c:pt idx="300" formatCode="0.00E+00">
                  <c:v>4.9781643000000097E-5</c:v>
                </c:pt>
                <c:pt idx="301">
                  <c:v>3.5003595900000002E-4</c:v>
                </c:pt>
                <c:pt idx="302">
                  <c:v>-2.5962676800000002E-4</c:v>
                </c:pt>
                <c:pt idx="303" formatCode="0.00E+00">
                  <c:v>3.40089500000008E-6</c:v>
                </c:pt>
                <c:pt idx="304">
                  <c:v>2.4506900299999998E-4</c:v>
                </c:pt>
                <c:pt idx="305">
                  <c:v>2.7070046899999999E-4</c:v>
                </c:pt>
                <c:pt idx="306">
                  <c:v>1.3827122799999999E-4</c:v>
                </c:pt>
                <c:pt idx="307">
                  <c:v>1.3972644270000001E-3</c:v>
                </c:pt>
                <c:pt idx="308">
                  <c:v>1.563868956E-3</c:v>
                </c:pt>
                <c:pt idx="309">
                  <c:v>6.8629638199999997E-4</c:v>
                </c:pt>
                <c:pt idx="310">
                  <c:v>5.4288222700000003E-4</c:v>
                </c:pt>
                <c:pt idx="311" formatCode="0.00E+00">
                  <c:v>8.9449388000000296E-5</c:v>
                </c:pt>
                <c:pt idx="312">
                  <c:v>-1.29028346E-4</c:v>
                </c:pt>
                <c:pt idx="313">
                  <c:v>-3.9327655500000003E-4</c:v>
                </c:pt>
                <c:pt idx="314">
                  <c:v>-2.55354857E-4</c:v>
                </c:pt>
                <c:pt idx="315" formatCode="0.00E+00">
                  <c:v>-4.9082582999999597E-5</c:v>
                </c:pt>
                <c:pt idx="316" formatCode="0.00E+00">
                  <c:v>-3.4436030999999998E-5</c:v>
                </c:pt>
                <c:pt idx="317">
                  <c:v>2.5666418999999998E-4</c:v>
                </c:pt>
                <c:pt idx="318">
                  <c:v>1.1983154289999999E-3</c:v>
                </c:pt>
                <c:pt idx="319">
                  <c:v>-2.2362066099999999E-4</c:v>
                </c:pt>
                <c:pt idx="320">
                  <c:v>4.0801189400000001E-4</c:v>
                </c:pt>
                <c:pt idx="321">
                  <c:v>6.0818143800000005E-4</c:v>
                </c:pt>
                <c:pt idx="322" formatCode="0.00E+00">
                  <c:v>2.41501770000003E-5</c:v>
                </c:pt>
                <c:pt idx="323">
                  <c:v>-3.2126434100000003E-4</c:v>
                </c:pt>
                <c:pt idx="324" formatCode="0.00E+00">
                  <c:v>3.4524818000000401E-5</c:v>
                </c:pt>
                <c:pt idx="325">
                  <c:v>1.154375773E-3</c:v>
                </c:pt>
                <c:pt idx="326">
                  <c:v>-7.2953697799999905E-4</c:v>
                </c:pt>
                <c:pt idx="327">
                  <c:v>4.3425363300000002E-4</c:v>
                </c:pt>
                <c:pt idx="328">
                  <c:v>6.3015126600000004E-4</c:v>
                </c:pt>
                <c:pt idx="329">
                  <c:v>1.101282022E-3</c:v>
                </c:pt>
                <c:pt idx="330">
                  <c:v>2.125930389E-3</c:v>
                </c:pt>
                <c:pt idx="331">
                  <c:v>1.0048588880000001E-3</c:v>
                </c:pt>
                <c:pt idx="332">
                  <c:v>1.9935011479999998E-3</c:v>
                </c:pt>
                <c:pt idx="333">
                  <c:v>1.061614277E-3</c:v>
                </c:pt>
                <c:pt idx="334">
                  <c:v>4.8246520000000002E-4</c:v>
                </c:pt>
                <c:pt idx="335" formatCode="0.00E+00">
                  <c:v>6.0156284000000198E-5</c:v>
                </c:pt>
                <c:pt idx="336">
                  <c:v>-1.005380374E-3</c:v>
                </c:pt>
                <c:pt idx="337">
                  <c:v>-6.5020148799999999E-4</c:v>
                </c:pt>
                <c:pt idx="338">
                  <c:v>-5.7452763599999998E-4</c:v>
                </c:pt>
                <c:pt idx="339">
                  <c:v>-5.0373596799999998E-4</c:v>
                </c:pt>
                <c:pt idx="340">
                  <c:v>-4.12195018E-4</c:v>
                </c:pt>
                <c:pt idx="341">
                  <c:v>-3.28587617E-4</c:v>
                </c:pt>
                <c:pt idx="342">
                  <c:v>1.3460959E-4</c:v>
                </c:pt>
                <c:pt idx="343">
                  <c:v>1.07757578E-4</c:v>
                </c:pt>
                <c:pt idx="344">
                  <c:v>4.0801189400000001E-4</c:v>
                </c:pt>
                <c:pt idx="345" formatCode="0.00E+00">
                  <c:v>-2.0915619999999901E-6</c:v>
                </c:pt>
                <c:pt idx="346">
                  <c:v>1.35830136E-4</c:v>
                </c:pt>
                <c:pt idx="347" formatCode="0.00E+00">
                  <c:v>-2.8333300999999801E-5</c:v>
                </c:pt>
                <c:pt idx="348" formatCode="0.00E+00">
                  <c:v>7.41925630000002E-5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62BE-6948-A6F2-D650C7CB6CE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8348944"/>
        <c:axId val="1518347984"/>
      </c:scatterChart>
      <c:valAx>
        <c:axId val="1518348944"/>
        <c:scaling>
          <c:orientation val="minMax"/>
          <c:max val="5.000000000000001E-3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7984"/>
        <c:crosses val="autoZero"/>
        <c:crossBetween val="midCat"/>
      </c:valAx>
      <c:valAx>
        <c:axId val="1518347984"/>
        <c:scaling>
          <c:orientation val="minMax"/>
          <c:min val="-1.0000000000000002E-2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8944"/>
        <c:crosses val="autoZero"/>
        <c:crossBetween val="midCat"/>
      </c:valAx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242175925925925"/>
          <c:y val="0.12935185185185186"/>
          <c:w val="0.81968865740740737"/>
          <c:h val="0.74129629629629634"/>
        </c:manualLayout>
      </c:layout>
      <c:scatterChart>
        <c:scatterStyle val="smoothMarker"/>
        <c:varyColors val="0"/>
        <c:ser>
          <c:idx val="0"/>
          <c:order val="0"/>
          <c:spPr>
            <a:ln w="12700" cap="rnd">
              <a:solidFill>
                <a:srgbClr val="0070C0"/>
              </a:solidFill>
              <a:round/>
            </a:ln>
            <a:effectLst/>
          </c:spPr>
          <c:marker>
            <c:symbol val="none"/>
          </c:marker>
          <c:xVal>
            <c:numRef>
              <c:f>'0.3'!$L$2:$L$350</c:f>
              <c:numCache>
                <c:formatCode>General</c:formatCode>
                <c:ptCount val="349"/>
                <c:pt idx="0">
                  <c:v>0</c:v>
                </c:pt>
                <c:pt idx="1">
                  <c:v>1.9531631499702939E-5</c:v>
                </c:pt>
                <c:pt idx="2">
                  <c:v>3.9063262899929896E-5</c:v>
                </c:pt>
                <c:pt idx="3">
                  <c:v>5.8594894399632835E-5</c:v>
                </c:pt>
                <c:pt idx="4">
                  <c:v>7.8126525899335775E-5</c:v>
                </c:pt>
                <c:pt idx="5">
                  <c:v>9.7658157399038714E-5</c:v>
                </c:pt>
                <c:pt idx="6">
                  <c:v>1.1718978889874165E-4</c:v>
                </c:pt>
                <c:pt idx="7">
                  <c:v>1.3672142029896861E-4</c:v>
                </c:pt>
                <c:pt idx="8">
                  <c:v>1.5625305179867155E-4</c:v>
                </c:pt>
                <c:pt idx="9">
                  <c:v>1.7578468330015085E-4</c:v>
                </c:pt>
                <c:pt idx="10">
                  <c:v>1.9531631479985379E-4</c:v>
                </c:pt>
                <c:pt idx="11">
                  <c:v>2.1484794620008074E-4</c:v>
                </c:pt>
                <c:pt idx="12">
                  <c:v>2.3437957769978368E-4</c:v>
                </c:pt>
                <c:pt idx="13">
                  <c:v>2.5391120919948662E-4</c:v>
                </c:pt>
                <c:pt idx="14">
                  <c:v>2.7344284069918956E-4</c:v>
                </c:pt>
                <c:pt idx="15">
                  <c:v>2.9297447209941652E-4</c:v>
                </c:pt>
                <c:pt idx="16">
                  <c:v>3.1250610359911946E-4</c:v>
                </c:pt>
                <c:pt idx="17">
                  <c:v>3.320377350988224E-4</c:v>
                </c:pt>
                <c:pt idx="18">
                  <c:v>3.5156936659852533E-4</c:v>
                </c:pt>
                <c:pt idx="19">
                  <c:v>3.7110099810000463E-4</c:v>
                </c:pt>
                <c:pt idx="20">
                  <c:v>3.9063262949845523E-4</c:v>
                </c:pt>
                <c:pt idx="21">
                  <c:v>4.1016426099993453E-4</c:v>
                </c:pt>
                <c:pt idx="22">
                  <c:v>4.2969589249963747E-4</c:v>
                </c:pt>
                <c:pt idx="23">
                  <c:v>4.4922752399934041E-4</c:v>
                </c:pt>
                <c:pt idx="24">
                  <c:v>4.6875915539956736E-4</c:v>
                </c:pt>
                <c:pt idx="25">
                  <c:v>4.882907868992703E-4</c:v>
                </c:pt>
                <c:pt idx="26">
                  <c:v>5.0782241839897324E-4</c:v>
                </c:pt>
                <c:pt idx="27">
                  <c:v>5.2735404989867618E-4</c:v>
                </c:pt>
                <c:pt idx="28">
                  <c:v>5.4688568140015548E-4</c:v>
                </c:pt>
                <c:pt idx="29">
                  <c:v>5.6641731279860608E-4</c:v>
                </c:pt>
                <c:pt idx="30">
                  <c:v>5.8594894430008537E-4</c:v>
                </c:pt>
                <c:pt idx="31">
                  <c:v>6.0548057579978831E-4</c:v>
                </c:pt>
                <c:pt idx="32">
                  <c:v>6.2501220729949125E-4</c:v>
                </c:pt>
                <c:pt idx="33">
                  <c:v>6.4454383869971821E-4</c:v>
                </c:pt>
                <c:pt idx="34">
                  <c:v>6.6407547019942115E-4</c:v>
                </c:pt>
                <c:pt idx="35">
                  <c:v>6.8360710169912409E-4</c:v>
                </c:pt>
                <c:pt idx="36">
                  <c:v>7.0313873319882703E-4</c:v>
                </c:pt>
                <c:pt idx="37">
                  <c:v>7.2267036459905398E-4</c:v>
                </c:pt>
                <c:pt idx="38">
                  <c:v>7.4220199609875692E-4</c:v>
                </c:pt>
                <c:pt idx="39">
                  <c:v>7.6173362759845986E-4</c:v>
                </c:pt>
                <c:pt idx="40">
                  <c:v>7.8126525909993916E-4</c:v>
                </c:pt>
                <c:pt idx="41">
                  <c:v>8.007968905996421E-4</c:v>
                </c:pt>
                <c:pt idx="42">
                  <c:v>8.2032852199986905E-4</c:v>
                </c:pt>
                <c:pt idx="43">
                  <c:v>8.3986015349957199E-4</c:v>
                </c:pt>
                <c:pt idx="44">
                  <c:v>8.5939178499927493E-4</c:v>
                </c:pt>
                <c:pt idx="45">
                  <c:v>8.7892341649897787E-4</c:v>
                </c:pt>
                <c:pt idx="46">
                  <c:v>8.9845504789920483E-4</c:v>
                </c:pt>
                <c:pt idx="47">
                  <c:v>9.1798667939890777E-4</c:v>
                </c:pt>
                <c:pt idx="48">
                  <c:v>9.3751831089861071E-4</c:v>
                </c:pt>
                <c:pt idx="49">
                  <c:v>9.5704994240009E-4</c:v>
                </c:pt>
                <c:pt idx="50">
                  <c:v>9.765815737985406E-4</c:v>
                </c:pt>
                <c:pt idx="51">
                  <c:v>9.961132053000199E-4</c:v>
                </c:pt>
                <c:pt idx="52">
                  <c:v>1.0156448367997228E-3</c:v>
                </c:pt>
                <c:pt idx="53">
                  <c:v>1.0351764682994258E-3</c:v>
                </c:pt>
                <c:pt idx="54">
                  <c:v>1.0547080997991287E-3</c:v>
                </c:pt>
                <c:pt idx="55">
                  <c:v>1.0742397311993557E-3</c:v>
                </c:pt>
                <c:pt idx="56">
                  <c:v>1.0937713626990586E-3</c:v>
                </c:pt>
                <c:pt idx="57">
                  <c:v>1.1133029941987616E-3</c:v>
                </c:pt>
                <c:pt idx="58">
                  <c:v>1.1328346256984645E-3</c:v>
                </c:pt>
                <c:pt idx="59">
                  <c:v>1.1523662570986914E-3</c:v>
                </c:pt>
                <c:pt idx="60">
                  <c:v>1.1718978886001707E-3</c:v>
                </c:pt>
                <c:pt idx="61">
                  <c:v>1.1914295200998737E-3</c:v>
                </c:pt>
                <c:pt idx="62">
                  <c:v>1.2109611515995766E-3</c:v>
                </c:pt>
                <c:pt idx="63">
                  <c:v>1.2304927830992796E-3</c:v>
                </c:pt>
                <c:pt idx="64">
                  <c:v>1.2500244144995065E-3</c:v>
                </c:pt>
                <c:pt idx="65">
                  <c:v>1.2695560459992095E-3</c:v>
                </c:pt>
                <c:pt idx="66">
                  <c:v>1.2890876774989124E-3</c:v>
                </c:pt>
                <c:pt idx="67">
                  <c:v>1.3086193089986153E-3</c:v>
                </c:pt>
                <c:pt idx="68">
                  <c:v>1.3281509403988423E-3</c:v>
                </c:pt>
                <c:pt idx="69">
                  <c:v>1.3476825718985452E-3</c:v>
                </c:pt>
                <c:pt idx="70">
                  <c:v>1.3672142034000245E-3</c:v>
                </c:pt>
                <c:pt idx="71">
                  <c:v>1.3867458348997275E-3</c:v>
                </c:pt>
                <c:pt idx="72">
                  <c:v>1.4062774662999544E-3</c:v>
                </c:pt>
                <c:pt idx="73">
                  <c:v>1.4258090977996574E-3</c:v>
                </c:pt>
                <c:pt idx="74">
                  <c:v>1.4453407292993603E-3</c:v>
                </c:pt>
                <c:pt idx="75">
                  <c:v>1.4648723607990632E-3</c:v>
                </c:pt>
                <c:pt idx="76">
                  <c:v>1.4844039922987662E-3</c:v>
                </c:pt>
                <c:pt idx="77">
                  <c:v>1.5039356236989931E-3</c:v>
                </c:pt>
                <c:pt idx="78">
                  <c:v>1.5234672551986961E-3</c:v>
                </c:pt>
                <c:pt idx="79">
                  <c:v>1.5429988867001754E-3</c:v>
                </c:pt>
                <c:pt idx="80">
                  <c:v>1.5625305181998783E-3</c:v>
                </c:pt>
                <c:pt idx="81">
                  <c:v>1.5820621496001053E-3</c:v>
                </c:pt>
                <c:pt idx="82">
                  <c:v>1.6015937810998082E-3</c:v>
                </c:pt>
                <c:pt idx="83">
                  <c:v>1.6211254125995112E-3</c:v>
                </c:pt>
                <c:pt idx="84">
                  <c:v>1.6406570440992141E-3</c:v>
                </c:pt>
                <c:pt idx="85">
                  <c:v>1.660188675598917E-3</c:v>
                </c:pt>
                <c:pt idx="86">
                  <c:v>1.679720306999144E-3</c:v>
                </c:pt>
                <c:pt idx="87">
                  <c:v>1.6992519384988469E-3</c:v>
                </c:pt>
                <c:pt idx="88">
                  <c:v>1.7187835699985499E-3</c:v>
                </c:pt>
                <c:pt idx="89">
                  <c:v>1.7383152015000292E-3</c:v>
                </c:pt>
                <c:pt idx="90">
                  <c:v>1.7578468328984798E-3</c:v>
                </c:pt>
                <c:pt idx="91">
                  <c:v>1.7773784643999591E-3</c:v>
                </c:pt>
                <c:pt idx="92">
                  <c:v>1.796910095899662E-3</c:v>
                </c:pt>
                <c:pt idx="93">
                  <c:v>1.8164417273993649E-3</c:v>
                </c:pt>
                <c:pt idx="94">
                  <c:v>1.8359733587995919E-3</c:v>
                </c:pt>
                <c:pt idx="95">
                  <c:v>1.8555049902992948E-3</c:v>
                </c:pt>
                <c:pt idx="96">
                  <c:v>1.8750366217989978E-3</c:v>
                </c:pt>
                <c:pt idx="97">
                  <c:v>1.8945682532987007E-3</c:v>
                </c:pt>
                <c:pt idx="98">
                  <c:v>1.91409988480018E-3</c:v>
                </c:pt>
                <c:pt idx="99">
                  <c:v>1.9336315161986306E-3</c:v>
                </c:pt>
                <c:pt idx="100">
                  <c:v>1.9531631477001099E-3</c:v>
                </c:pt>
                <c:pt idx="101">
                  <c:v>1.9726947791998128E-3</c:v>
                </c:pt>
                <c:pt idx="102">
                  <c:v>1.9922264106995158E-3</c:v>
                </c:pt>
                <c:pt idx="103">
                  <c:v>2.0117580420997427E-3</c:v>
                </c:pt>
                <c:pt idx="104">
                  <c:v>2.0312896735994457E-3</c:v>
                </c:pt>
                <c:pt idx="105">
                  <c:v>2.0508213050991486E-3</c:v>
                </c:pt>
                <c:pt idx="106">
                  <c:v>2.0703529365988516E-3</c:v>
                </c:pt>
                <c:pt idx="107">
                  <c:v>2.0898845680985545E-3</c:v>
                </c:pt>
                <c:pt idx="108">
                  <c:v>2.1094161994987815E-3</c:v>
                </c:pt>
                <c:pt idx="109">
                  <c:v>2.1289478309984844E-3</c:v>
                </c:pt>
                <c:pt idx="110">
                  <c:v>2.1484794624999637E-3</c:v>
                </c:pt>
                <c:pt idx="111">
                  <c:v>2.1680110939996666E-3</c:v>
                </c:pt>
                <c:pt idx="112">
                  <c:v>2.1875427253998936E-3</c:v>
                </c:pt>
                <c:pt idx="113">
                  <c:v>2.2070743568995965E-3</c:v>
                </c:pt>
                <c:pt idx="114">
                  <c:v>2.2266059883992995E-3</c:v>
                </c:pt>
                <c:pt idx="115">
                  <c:v>2.2461376198990024E-3</c:v>
                </c:pt>
                <c:pt idx="116">
                  <c:v>2.2656692512992294E-3</c:v>
                </c:pt>
                <c:pt idx="117">
                  <c:v>2.2852008827989323E-3</c:v>
                </c:pt>
                <c:pt idx="118">
                  <c:v>2.3047325142986352E-3</c:v>
                </c:pt>
                <c:pt idx="119">
                  <c:v>2.3242641458001145E-3</c:v>
                </c:pt>
                <c:pt idx="120">
                  <c:v>2.3437957772998175E-3</c:v>
                </c:pt>
                <c:pt idx="121">
                  <c:v>2.3633274087000444E-3</c:v>
                </c:pt>
                <c:pt idx="122">
                  <c:v>2.3828590401997474E-3</c:v>
                </c:pt>
                <c:pt idx="123">
                  <c:v>2.4023906716994503E-3</c:v>
                </c:pt>
                <c:pt idx="124">
                  <c:v>2.4219223031991532E-3</c:v>
                </c:pt>
                <c:pt idx="125">
                  <c:v>2.4414539345993802E-3</c:v>
                </c:pt>
                <c:pt idx="126">
                  <c:v>2.4609855660990831E-3</c:v>
                </c:pt>
                <c:pt idx="127">
                  <c:v>2.4805171975987861E-3</c:v>
                </c:pt>
                <c:pt idx="128">
                  <c:v>2.500048829098489E-3</c:v>
                </c:pt>
                <c:pt idx="129">
                  <c:v>2.519580460498716E-3</c:v>
                </c:pt>
                <c:pt idx="130">
                  <c:v>2.5391120920001953E-3</c:v>
                </c:pt>
                <c:pt idx="131">
                  <c:v>2.5586437234998982E-3</c:v>
                </c:pt>
                <c:pt idx="132">
                  <c:v>2.5781753549996012E-3</c:v>
                </c:pt>
                <c:pt idx="133">
                  <c:v>2.5977069864993041E-3</c:v>
                </c:pt>
                <c:pt idx="134">
                  <c:v>2.6172386178995311E-3</c:v>
                </c:pt>
                <c:pt idx="135">
                  <c:v>2.636770249399234E-3</c:v>
                </c:pt>
                <c:pt idx="136">
                  <c:v>2.6563018808989369E-3</c:v>
                </c:pt>
                <c:pt idx="137">
                  <c:v>2.6758335123986399E-3</c:v>
                </c:pt>
                <c:pt idx="138">
                  <c:v>2.6953651437988668E-3</c:v>
                </c:pt>
                <c:pt idx="139">
                  <c:v>2.7148967752985698E-3</c:v>
                </c:pt>
                <c:pt idx="140">
                  <c:v>2.7344284068000491E-3</c:v>
                </c:pt>
                <c:pt idx="141">
                  <c:v>2.753960038299752E-3</c:v>
                </c:pt>
                <c:pt idx="142">
                  <c:v>2.7734916697994549E-3</c:v>
                </c:pt>
                <c:pt idx="143">
                  <c:v>2.7930233011996819E-3</c:v>
                </c:pt>
                <c:pt idx="144">
                  <c:v>2.8125549326993848E-3</c:v>
                </c:pt>
                <c:pt idx="145">
                  <c:v>2.8320865641990878E-3</c:v>
                </c:pt>
                <c:pt idx="146">
                  <c:v>2.8516181956987907E-3</c:v>
                </c:pt>
                <c:pt idx="147">
                  <c:v>2.8711498270990177E-3</c:v>
                </c:pt>
                <c:pt idx="148">
                  <c:v>2.8906814585987206E-3</c:v>
                </c:pt>
                <c:pt idx="149">
                  <c:v>2.9102130901001999E-3</c:v>
                </c:pt>
                <c:pt idx="150">
                  <c:v>2.9297447215999028E-3</c:v>
                </c:pt>
                <c:pt idx="151">
                  <c:v>2.9492763530001298E-3</c:v>
                </c:pt>
                <c:pt idx="152">
                  <c:v>2.9688079844998327E-3</c:v>
                </c:pt>
                <c:pt idx="153">
                  <c:v>2.9883396159995357E-3</c:v>
                </c:pt>
                <c:pt idx="154">
                  <c:v>3.0078712474992386E-3</c:v>
                </c:pt>
                <c:pt idx="155">
                  <c:v>3.0274028789989416E-3</c:v>
                </c:pt>
                <c:pt idx="156">
                  <c:v>3.0469345103991685E-3</c:v>
                </c:pt>
                <c:pt idx="157">
                  <c:v>3.0664661418988715E-3</c:v>
                </c:pt>
                <c:pt idx="158">
                  <c:v>3.0859977733985744E-3</c:v>
                </c:pt>
                <c:pt idx="159">
                  <c:v>3.1055294049000537E-3</c:v>
                </c:pt>
                <c:pt idx="160">
                  <c:v>3.1250610362985043E-3</c:v>
                </c:pt>
                <c:pt idx="161">
                  <c:v>3.1445926677999836E-3</c:v>
                </c:pt>
                <c:pt idx="162">
                  <c:v>3.1641242992996865E-3</c:v>
                </c:pt>
                <c:pt idx="163">
                  <c:v>3.1836559307993895E-3</c:v>
                </c:pt>
                <c:pt idx="164">
                  <c:v>3.2031875621996164E-3</c:v>
                </c:pt>
                <c:pt idx="165">
                  <c:v>3.2227191936993194E-3</c:v>
                </c:pt>
                <c:pt idx="166">
                  <c:v>3.2422508251990223E-3</c:v>
                </c:pt>
                <c:pt idx="167">
                  <c:v>3.2617824566987252E-3</c:v>
                </c:pt>
                <c:pt idx="168">
                  <c:v>3.2813140882002045E-3</c:v>
                </c:pt>
                <c:pt idx="169">
                  <c:v>3.3008457195986551E-3</c:v>
                </c:pt>
                <c:pt idx="170">
                  <c:v>3.3203773511001344E-3</c:v>
                </c:pt>
                <c:pt idx="171">
                  <c:v>3.3399089825998374E-3</c:v>
                </c:pt>
                <c:pt idx="172">
                  <c:v>3.3594406140995403E-3</c:v>
                </c:pt>
                <c:pt idx="173">
                  <c:v>3.3789722454997673E-3</c:v>
                </c:pt>
                <c:pt idx="174">
                  <c:v>3.3985038769994702E-3</c:v>
                </c:pt>
                <c:pt idx="175">
                  <c:v>3.4180355084991731E-3</c:v>
                </c:pt>
                <c:pt idx="176">
                  <c:v>3.4375671399988761E-3</c:v>
                </c:pt>
                <c:pt idx="177">
                  <c:v>3.457098771498579E-3</c:v>
                </c:pt>
                <c:pt idx="178">
                  <c:v>3.476630402898806E-3</c:v>
                </c:pt>
                <c:pt idx="179">
                  <c:v>3.4961620343985089E-3</c:v>
                </c:pt>
                <c:pt idx="180">
                  <c:v>3.5156936658999882E-3</c:v>
                </c:pt>
                <c:pt idx="181">
                  <c:v>3.5352252973996912E-3</c:v>
                </c:pt>
                <c:pt idx="182">
                  <c:v>3.5547569287999181E-3</c:v>
                </c:pt>
                <c:pt idx="183">
                  <c:v>3.5742885602996211E-3</c:v>
                </c:pt>
                <c:pt idx="184">
                  <c:v>3.593820191799324E-3</c:v>
                </c:pt>
                <c:pt idx="185">
                  <c:v>3.6133518232990269E-3</c:v>
                </c:pt>
                <c:pt idx="186">
                  <c:v>3.6328834546992539E-3</c:v>
                </c:pt>
                <c:pt idx="187">
                  <c:v>3.6524150861989568E-3</c:v>
                </c:pt>
                <c:pt idx="188">
                  <c:v>3.6719467176986598E-3</c:v>
                </c:pt>
                <c:pt idx="189">
                  <c:v>3.6914783492001391E-3</c:v>
                </c:pt>
                <c:pt idx="190">
                  <c:v>3.711009980699842E-3</c:v>
                </c:pt>
                <c:pt idx="191">
                  <c:v>3.730541612100069E-3</c:v>
                </c:pt>
                <c:pt idx="192">
                  <c:v>3.7500732435997719E-3</c:v>
                </c:pt>
                <c:pt idx="193">
                  <c:v>3.7696048750994748E-3</c:v>
                </c:pt>
                <c:pt idx="194">
                  <c:v>3.7891365065991778E-3</c:v>
                </c:pt>
                <c:pt idx="195">
                  <c:v>3.8086681379994047E-3</c:v>
                </c:pt>
                <c:pt idx="196">
                  <c:v>3.8281997694991077E-3</c:v>
                </c:pt>
                <c:pt idx="197">
                  <c:v>3.8477314009988106E-3</c:v>
                </c:pt>
                <c:pt idx="198">
                  <c:v>3.8672630324985136E-3</c:v>
                </c:pt>
                <c:pt idx="199">
                  <c:v>3.8867946639999928E-3</c:v>
                </c:pt>
                <c:pt idx="200">
                  <c:v>3.9063262954002198E-3</c:v>
                </c:pt>
                <c:pt idx="201">
                  <c:v>3.9258579268999227E-3</c:v>
                </c:pt>
                <c:pt idx="202">
                  <c:v>3.9453895583996257E-3</c:v>
                </c:pt>
                <c:pt idx="203">
                  <c:v>3.9649211898993286E-3</c:v>
                </c:pt>
                <c:pt idx="204">
                  <c:v>3.9844528212995556E-3</c:v>
                </c:pt>
                <c:pt idx="205">
                  <c:v>4.0039844527992585E-3</c:v>
                </c:pt>
                <c:pt idx="206">
                  <c:v>4.0235160842989615E-3</c:v>
                </c:pt>
                <c:pt idx="207">
                  <c:v>4.0430477157986644E-3</c:v>
                </c:pt>
                <c:pt idx="208">
                  <c:v>4.0625793471988914E-3</c:v>
                </c:pt>
                <c:pt idx="209">
                  <c:v>4.0821109786985943E-3</c:v>
                </c:pt>
                <c:pt idx="210">
                  <c:v>4.1016426102000736E-3</c:v>
                </c:pt>
                <c:pt idx="211">
                  <c:v>4.1211742416997765E-3</c:v>
                </c:pt>
                <c:pt idx="212">
                  <c:v>4.1407058731994795E-3</c:v>
                </c:pt>
                <c:pt idx="213">
                  <c:v>4.1602375045997064E-3</c:v>
                </c:pt>
                <c:pt idx="214">
                  <c:v>4.1797691360994094E-3</c:v>
                </c:pt>
                <c:pt idx="215">
                  <c:v>4.1993007675991123E-3</c:v>
                </c:pt>
                <c:pt idx="216">
                  <c:v>4.2188323990988152E-3</c:v>
                </c:pt>
                <c:pt idx="217">
                  <c:v>4.2383640304990422E-3</c:v>
                </c:pt>
                <c:pt idx="218">
                  <c:v>4.2578956619987451E-3</c:v>
                </c:pt>
                <c:pt idx="219">
                  <c:v>4.2774272934984481E-3</c:v>
                </c:pt>
                <c:pt idx="220">
                  <c:v>4.2969589249999274E-3</c:v>
                </c:pt>
                <c:pt idx="221">
                  <c:v>4.3164905564001543E-3</c:v>
                </c:pt>
                <c:pt idx="222">
                  <c:v>4.3360221878998573E-3</c:v>
                </c:pt>
                <c:pt idx="223">
                  <c:v>4.3555538193995602E-3</c:v>
                </c:pt>
                <c:pt idx="224">
                  <c:v>4.3750854508992632E-3</c:v>
                </c:pt>
                <c:pt idx="225">
                  <c:v>4.3946170823989661E-3</c:v>
                </c:pt>
                <c:pt idx="226">
                  <c:v>4.414148713799193E-3</c:v>
                </c:pt>
                <c:pt idx="227">
                  <c:v>4.433680345298896E-3</c:v>
                </c:pt>
                <c:pt idx="228">
                  <c:v>4.4532119767985989E-3</c:v>
                </c:pt>
                <c:pt idx="229">
                  <c:v>4.4727436083000782E-3</c:v>
                </c:pt>
                <c:pt idx="230">
                  <c:v>4.4922752396985288E-3</c:v>
                </c:pt>
                <c:pt idx="231">
                  <c:v>4.5118068712000081E-3</c:v>
                </c:pt>
                <c:pt idx="232">
                  <c:v>4.5313385026997111E-3</c:v>
                </c:pt>
                <c:pt idx="233">
                  <c:v>4.550870134199414E-3</c:v>
                </c:pt>
                <c:pt idx="234">
                  <c:v>4.5704017656991169E-3</c:v>
                </c:pt>
                <c:pt idx="235">
                  <c:v>4.5899333970993439E-3</c:v>
                </c:pt>
                <c:pt idx="236">
                  <c:v>4.6094650285990468E-3</c:v>
                </c:pt>
                <c:pt idx="237">
                  <c:v>4.6289966600987498E-3</c:v>
                </c:pt>
                <c:pt idx="238">
                  <c:v>4.6485282915984527E-3</c:v>
                </c:pt>
                <c:pt idx="239">
                  <c:v>4.6680599229986797E-3</c:v>
                </c:pt>
                <c:pt idx="240">
                  <c:v>4.687591554500159E-3</c:v>
                </c:pt>
                <c:pt idx="241">
                  <c:v>4.7071231859998619E-3</c:v>
                </c:pt>
                <c:pt idx="242">
                  <c:v>4.7266548174995648E-3</c:v>
                </c:pt>
                <c:pt idx="243">
                  <c:v>4.7461864488997918E-3</c:v>
                </c:pt>
                <c:pt idx="244">
                  <c:v>4.7657180803994947E-3</c:v>
                </c:pt>
                <c:pt idx="245">
                  <c:v>4.7852497118991977E-3</c:v>
                </c:pt>
                <c:pt idx="246">
                  <c:v>4.8047813433989006E-3</c:v>
                </c:pt>
                <c:pt idx="247">
                  <c:v>4.8243129748986036E-3</c:v>
                </c:pt>
                <c:pt idx="248">
                  <c:v>4.8438446062988305E-3</c:v>
                </c:pt>
                <c:pt idx="249">
                  <c:v>4.8633762377985335E-3</c:v>
                </c:pt>
                <c:pt idx="250">
                  <c:v>4.8829078693000127E-3</c:v>
                </c:pt>
                <c:pt idx="251">
                  <c:v>4.9024395007997157E-3</c:v>
                </c:pt>
                <c:pt idx="252">
                  <c:v>4.9219711321999426E-3</c:v>
                </c:pt>
                <c:pt idx="253">
                  <c:v>4.9415027636996456E-3</c:v>
                </c:pt>
                <c:pt idx="254">
                  <c:v>4.9610343951993485E-3</c:v>
                </c:pt>
                <c:pt idx="255">
                  <c:v>4.9805660266990515E-3</c:v>
                </c:pt>
                <c:pt idx="256">
                  <c:v>5.0000976580992784E-3</c:v>
                </c:pt>
                <c:pt idx="257">
                  <c:v>5.0196292895989814E-3</c:v>
                </c:pt>
                <c:pt idx="258">
                  <c:v>5.0391609210986843E-3</c:v>
                </c:pt>
                <c:pt idx="259">
                  <c:v>5.0586925526001636E-3</c:v>
                </c:pt>
                <c:pt idx="260">
                  <c:v>5.0782241840998665E-3</c:v>
                </c:pt>
                <c:pt idx="261">
                  <c:v>5.0977558155000935E-3</c:v>
                </c:pt>
                <c:pt idx="262">
                  <c:v>5.1172874469997964E-3</c:v>
                </c:pt>
                <c:pt idx="263">
                  <c:v>5.1368190784994994E-3</c:v>
                </c:pt>
                <c:pt idx="264">
                  <c:v>5.1563507099992023E-3</c:v>
                </c:pt>
                <c:pt idx="265">
                  <c:v>5.1758823413994293E-3</c:v>
                </c:pt>
                <c:pt idx="266">
                  <c:v>5.1954139728991322E-3</c:v>
                </c:pt>
                <c:pt idx="267">
                  <c:v>5.2149456043988351E-3</c:v>
                </c:pt>
                <c:pt idx="268">
                  <c:v>5.2344772358985381E-3</c:v>
                </c:pt>
                <c:pt idx="269">
                  <c:v>5.2540088674000174E-3</c:v>
                </c:pt>
                <c:pt idx="270">
                  <c:v>5.273540498798468E-3</c:v>
                </c:pt>
                <c:pt idx="271">
                  <c:v>5.2930721302999473E-3</c:v>
                </c:pt>
                <c:pt idx="272">
                  <c:v>5.3126037617996502E-3</c:v>
                </c:pt>
                <c:pt idx="273">
                  <c:v>5.3321353932993532E-3</c:v>
                </c:pt>
                <c:pt idx="274">
                  <c:v>5.3516670246995801E-3</c:v>
                </c:pt>
                <c:pt idx="275">
                  <c:v>5.3711986561992831E-3</c:v>
                </c:pt>
                <c:pt idx="276">
                  <c:v>5.390730287698986E-3</c:v>
                </c:pt>
                <c:pt idx="277">
                  <c:v>5.4102619191986889E-3</c:v>
                </c:pt>
                <c:pt idx="278">
                  <c:v>5.4297935505989159E-3</c:v>
                </c:pt>
                <c:pt idx="279">
                  <c:v>5.4493251820986188E-3</c:v>
                </c:pt>
                <c:pt idx="280">
                  <c:v>5.4688568136000981E-3</c:v>
                </c:pt>
                <c:pt idx="281">
                  <c:v>5.4883884450998011E-3</c:v>
                </c:pt>
                <c:pt idx="282">
                  <c:v>5.507920076599504E-3</c:v>
                </c:pt>
                <c:pt idx="283">
                  <c:v>5.527451707999731E-3</c:v>
                </c:pt>
                <c:pt idx="284">
                  <c:v>5.5469833394994339E-3</c:v>
                </c:pt>
                <c:pt idx="285">
                  <c:v>5.5665149709991368E-3</c:v>
                </c:pt>
                <c:pt idx="286">
                  <c:v>5.5860466024988398E-3</c:v>
                </c:pt>
                <c:pt idx="287">
                  <c:v>5.6055782338990667E-3</c:v>
                </c:pt>
                <c:pt idx="288">
                  <c:v>5.6251098653987697E-3</c:v>
                </c:pt>
                <c:pt idx="289">
                  <c:v>5.6446414968984726E-3</c:v>
                </c:pt>
                <c:pt idx="290">
                  <c:v>5.6641731283999519E-3</c:v>
                </c:pt>
                <c:pt idx="291">
                  <c:v>5.6837047598001789E-3</c:v>
                </c:pt>
                <c:pt idx="292">
                  <c:v>5.7032363912998818E-3</c:v>
                </c:pt>
                <c:pt idx="293">
                  <c:v>5.7227680227995847E-3</c:v>
                </c:pt>
                <c:pt idx="294">
                  <c:v>5.7422996542992877E-3</c:v>
                </c:pt>
                <c:pt idx="295">
                  <c:v>5.7618312857989906E-3</c:v>
                </c:pt>
                <c:pt idx="296">
                  <c:v>5.7813629171992176E-3</c:v>
                </c:pt>
                <c:pt idx="297">
                  <c:v>5.8008945486989205E-3</c:v>
                </c:pt>
                <c:pt idx="298">
                  <c:v>5.8204261801986235E-3</c:v>
                </c:pt>
                <c:pt idx="299">
                  <c:v>5.8399578117001028E-3</c:v>
                </c:pt>
                <c:pt idx="300">
                  <c:v>5.8594894430985534E-3</c:v>
                </c:pt>
                <c:pt idx="301">
                  <c:v>5.8790210746000326E-3</c:v>
                </c:pt>
                <c:pt idx="302">
                  <c:v>5.8985527060997356E-3</c:v>
                </c:pt>
                <c:pt idx="303">
                  <c:v>5.9180843375994385E-3</c:v>
                </c:pt>
                <c:pt idx="304">
                  <c:v>5.9376159690991415E-3</c:v>
                </c:pt>
                <c:pt idx="305">
                  <c:v>5.9571476004993684E-3</c:v>
                </c:pt>
                <c:pt idx="306">
                  <c:v>5.9766792319990714E-3</c:v>
                </c:pt>
                <c:pt idx="307">
                  <c:v>5.9962108634987743E-3</c:v>
                </c:pt>
                <c:pt idx="308">
                  <c:v>6.0157424949984772E-3</c:v>
                </c:pt>
                <c:pt idx="309">
                  <c:v>6.0352741263987042E-3</c:v>
                </c:pt>
                <c:pt idx="310">
                  <c:v>6.0548057579001835E-3</c:v>
                </c:pt>
                <c:pt idx="311">
                  <c:v>6.0743373893998864E-3</c:v>
                </c:pt>
                <c:pt idx="312">
                  <c:v>6.0938690208995894E-3</c:v>
                </c:pt>
                <c:pt idx="313">
                  <c:v>6.1134006522998163E-3</c:v>
                </c:pt>
                <c:pt idx="314">
                  <c:v>6.1329322837995193E-3</c:v>
                </c:pt>
                <c:pt idx="315">
                  <c:v>6.1524639152992222E-3</c:v>
                </c:pt>
                <c:pt idx="316">
                  <c:v>6.1719955467989251E-3</c:v>
                </c:pt>
                <c:pt idx="317">
                  <c:v>6.1915271782986281E-3</c:v>
                </c:pt>
                <c:pt idx="318">
                  <c:v>6.211058809698855E-3</c:v>
                </c:pt>
                <c:pt idx="319">
                  <c:v>6.230590441198558E-3</c:v>
                </c:pt>
                <c:pt idx="320">
                  <c:v>6.2501220727000373E-3</c:v>
                </c:pt>
                <c:pt idx="321">
                  <c:v>6.2696537041997402E-3</c:v>
                </c:pt>
                <c:pt idx="322">
                  <c:v>6.2891853355999672E-3</c:v>
                </c:pt>
                <c:pt idx="323">
                  <c:v>6.3087169670996701E-3</c:v>
                </c:pt>
                <c:pt idx="324">
                  <c:v>6.3282485985993731E-3</c:v>
                </c:pt>
                <c:pt idx="325">
                  <c:v>6.347780230099076E-3</c:v>
                </c:pt>
                <c:pt idx="326">
                  <c:v>6.3673118615987789E-3</c:v>
                </c:pt>
                <c:pt idx="327">
                  <c:v>6.3868434929990059E-3</c:v>
                </c:pt>
                <c:pt idx="328">
                  <c:v>6.4063751244987088E-3</c:v>
                </c:pt>
                <c:pt idx="329">
                  <c:v>6.4259067560001881E-3</c:v>
                </c:pt>
                <c:pt idx="330">
                  <c:v>6.4454383874998911E-3</c:v>
                </c:pt>
                <c:pt idx="331">
                  <c:v>6.464970018900118E-3</c:v>
                </c:pt>
                <c:pt idx="332">
                  <c:v>6.484501650399821E-3</c:v>
                </c:pt>
                <c:pt idx="333">
                  <c:v>6.5040332818995239E-3</c:v>
                </c:pt>
                <c:pt idx="334">
                  <c:v>6.5235649133992268E-3</c:v>
                </c:pt>
                <c:pt idx="335">
                  <c:v>6.5430965447994538E-3</c:v>
                </c:pt>
                <c:pt idx="336">
                  <c:v>6.5626281762991567E-3</c:v>
                </c:pt>
                <c:pt idx="337">
                  <c:v>6.5821598077988597E-3</c:v>
                </c:pt>
                <c:pt idx="338">
                  <c:v>6.6016914392985626E-3</c:v>
                </c:pt>
                <c:pt idx="339">
                  <c:v>6.6212230708000419E-3</c:v>
                </c:pt>
                <c:pt idx="340">
                  <c:v>6.6407547021984925E-3</c:v>
                </c:pt>
                <c:pt idx="341">
                  <c:v>6.6602863336999718E-3</c:v>
                </c:pt>
                <c:pt idx="342">
                  <c:v>6.6798179651996747E-3</c:v>
                </c:pt>
                <c:pt idx="343">
                  <c:v>6.6993495966993777E-3</c:v>
                </c:pt>
                <c:pt idx="344">
                  <c:v>6.7188812280996046E-3</c:v>
                </c:pt>
                <c:pt idx="345">
                  <c:v>6.7384128595993076E-3</c:v>
                </c:pt>
                <c:pt idx="346">
                  <c:v>6.7579444910990105E-3</c:v>
                </c:pt>
                <c:pt idx="347">
                  <c:v>6.7774761225987135E-3</c:v>
                </c:pt>
                <c:pt idx="348">
                  <c:v>6.7970077539989404E-3</c:v>
                </c:pt>
              </c:numCache>
            </c:numRef>
          </c:xVal>
          <c:yVal>
            <c:numRef>
              <c:f>'0.3'!$K$2:$K$350</c:f>
              <c:numCache>
                <c:formatCode>General</c:formatCode>
                <c:ptCount val="349"/>
                <c:pt idx="0">
                  <c:v>2.3957654600000001E-4</c:v>
                </c:pt>
                <c:pt idx="1">
                  <c:v>2.6276692000000001E-4</c:v>
                </c:pt>
                <c:pt idx="2">
                  <c:v>2.73141561E-4</c:v>
                </c:pt>
                <c:pt idx="3">
                  <c:v>2.3835600000000001E-4</c:v>
                </c:pt>
                <c:pt idx="4">
                  <c:v>1.70615697E-4</c:v>
                </c:pt>
                <c:pt idx="5">
                  <c:v>1.2545549500000001E-4</c:v>
                </c:pt>
                <c:pt idx="6">
                  <c:v>1.6512324E-4</c:v>
                </c:pt>
                <c:pt idx="7">
                  <c:v>1.7305678900000001E-4</c:v>
                </c:pt>
                <c:pt idx="8">
                  <c:v>1.4071232E-4</c:v>
                </c:pt>
                <c:pt idx="9">
                  <c:v>2.7802374500000002E-4</c:v>
                </c:pt>
                <c:pt idx="10">
                  <c:v>1.7549788099999999E-4</c:v>
                </c:pt>
                <c:pt idx="11">
                  <c:v>1.4498423099999999E-4</c:v>
                </c:pt>
                <c:pt idx="12">
                  <c:v>2.1516562600000001E-4</c:v>
                </c:pt>
                <c:pt idx="13">
                  <c:v>1.9807798199999999E-4</c:v>
                </c:pt>
                <c:pt idx="14">
                  <c:v>2.5788473599999999E-4</c:v>
                </c:pt>
                <c:pt idx="15">
                  <c:v>2.7924429099999997E-4</c:v>
                </c:pt>
                <c:pt idx="16">
                  <c:v>2.6215664700000001E-4</c:v>
                </c:pt>
                <c:pt idx="17">
                  <c:v>1.57799964E-4</c:v>
                </c:pt>
                <c:pt idx="18">
                  <c:v>1.9868825499999999E-4</c:v>
                </c:pt>
                <c:pt idx="19">
                  <c:v>2.9389084299999999E-4</c:v>
                </c:pt>
                <c:pt idx="20">
                  <c:v>2.3286354300000001E-4</c:v>
                </c:pt>
                <c:pt idx="21">
                  <c:v>2.2309917499999999E-4</c:v>
                </c:pt>
                <c:pt idx="22">
                  <c:v>3.57969508E-4</c:v>
                </c:pt>
                <c:pt idx="23">
                  <c:v>2.30422451E-4</c:v>
                </c:pt>
                <c:pt idx="24">
                  <c:v>2.6642855800000002E-4</c:v>
                </c:pt>
                <c:pt idx="25">
                  <c:v>3.1341957900000002E-4</c:v>
                </c:pt>
                <c:pt idx="26">
                  <c:v>2.9206002399999998E-4</c:v>
                </c:pt>
                <c:pt idx="27">
                  <c:v>3.1097848700000001E-4</c:v>
                </c:pt>
                <c:pt idx="28">
                  <c:v>5.6546232799999996E-4</c:v>
                </c:pt>
                <c:pt idx="29">
                  <c:v>2.8722942679999999E-3</c:v>
                </c:pt>
                <c:pt idx="30">
                  <c:v>1.2351664777000001E-2</c:v>
                </c:pt>
                <c:pt idx="31">
                  <c:v>2.2416897365999999E-2</c:v>
                </c:pt>
                <c:pt idx="32">
                  <c:v>1.9284366056999999E-2</c:v>
                </c:pt>
                <c:pt idx="33">
                  <c:v>7.3205741649999996E-3</c:v>
                </c:pt>
                <c:pt idx="34">
                  <c:v>-3.9499475990000003E-3</c:v>
                </c:pt>
                <c:pt idx="35">
                  <c:v>-8.0168068709999991E-3</c:v>
                </c:pt>
                <c:pt idx="36">
                  <c:v>-7.5639843050000002E-3</c:v>
                </c:pt>
                <c:pt idx="37">
                  <c:v>-6.2628822690000002E-3</c:v>
                </c:pt>
                <c:pt idx="38">
                  <c:v>-4.9660521439999997E-3</c:v>
                </c:pt>
                <c:pt idx="39">
                  <c:v>-4.3960571620000003E-3</c:v>
                </c:pt>
                <c:pt idx="40">
                  <c:v>-4.1080083060000003E-3</c:v>
                </c:pt>
                <c:pt idx="41">
                  <c:v>-3.5215359530000002E-3</c:v>
                </c:pt>
                <c:pt idx="42">
                  <c:v>-2.9796135289999999E-3</c:v>
                </c:pt>
                <c:pt idx="43">
                  <c:v>-2.1728326230000001E-3</c:v>
                </c:pt>
                <c:pt idx="44">
                  <c:v>-1.8988200460000001E-3</c:v>
                </c:pt>
                <c:pt idx="45">
                  <c:v>-1.442946115E-3</c:v>
                </c:pt>
                <c:pt idx="46">
                  <c:v>-1.0505405760000001E-3</c:v>
                </c:pt>
                <c:pt idx="47">
                  <c:v>-1.198226642E-3</c:v>
                </c:pt>
                <c:pt idx="48">
                  <c:v>-8.4182720999999901E-4</c:v>
                </c:pt>
                <c:pt idx="49">
                  <c:v>-7.6005062799999995E-4</c:v>
                </c:pt>
                <c:pt idx="50">
                  <c:v>-7.6188144700000001E-4</c:v>
                </c:pt>
                <c:pt idx="51">
                  <c:v>-6.1724674599999995E-4</c:v>
                </c:pt>
                <c:pt idx="52">
                  <c:v>-3.8961491700000001E-4</c:v>
                </c:pt>
                <c:pt idx="53">
                  <c:v>-3.9510737399999998E-4</c:v>
                </c:pt>
                <c:pt idx="54">
                  <c:v>-3.1760270300000001E-4</c:v>
                </c:pt>
                <c:pt idx="55">
                  <c:v>-2.6145758700000003E-4</c:v>
                </c:pt>
                <c:pt idx="56">
                  <c:v>-1.3391052999999999E-4</c:v>
                </c:pt>
                <c:pt idx="57" formatCode="0.00E+00">
                  <c:v>-3.8707941999999902E-5</c:v>
                </c:pt>
                <c:pt idx="58" formatCode="0.00E+00">
                  <c:v>-2.0399751999999999E-5</c:v>
                </c:pt>
                <c:pt idx="59" formatCode="0.00E+00">
                  <c:v>3.3914545000000303E-5</c:v>
                </c:pt>
                <c:pt idx="60" formatCode="0.00E+00">
                  <c:v>-3.9223809999997302E-6</c:v>
                </c:pt>
                <c:pt idx="61" formatCode="0.00E+00">
                  <c:v>-1.6127840999999601E-5</c:v>
                </c:pt>
                <c:pt idx="62" formatCode="0.00E+00">
                  <c:v>8.5177477000000304E-5</c:v>
                </c:pt>
                <c:pt idx="63" formatCode="0.00E+00">
                  <c:v>6.8700106000000094E-5</c:v>
                </c:pt>
                <c:pt idx="64">
                  <c:v>1.40102047E-4</c:v>
                </c:pt>
                <c:pt idx="65" formatCode="0.00E+00">
                  <c:v>7.0530925000000306E-5</c:v>
                </c:pt>
                <c:pt idx="66">
                  <c:v>2.5361282500000002E-4</c:v>
                </c:pt>
                <c:pt idx="67">
                  <c:v>2.9938330000000001E-4</c:v>
                </c:pt>
                <c:pt idx="68">
                  <c:v>1.4437395799999999E-4</c:v>
                </c:pt>
                <c:pt idx="69">
                  <c:v>2.5544364399999997E-4</c:v>
                </c:pt>
                <c:pt idx="70">
                  <c:v>2.31032724E-4</c:v>
                </c:pt>
                <c:pt idx="71">
                  <c:v>1.4559450399999999E-4</c:v>
                </c:pt>
                <c:pt idx="72">
                  <c:v>1.7488760799999999E-4</c:v>
                </c:pt>
                <c:pt idx="73">
                  <c:v>2.3835600000000001E-4</c:v>
                </c:pt>
                <c:pt idx="74" formatCode="0.00E+00">
                  <c:v>9.1280207000000101E-5</c:v>
                </c:pt>
                <c:pt idx="75">
                  <c:v>1.4925614200000001E-4</c:v>
                </c:pt>
                <c:pt idx="76">
                  <c:v>2.5056146000000001E-4</c:v>
                </c:pt>
                <c:pt idx="77">
                  <c:v>2.0784235E-4</c:v>
                </c:pt>
                <c:pt idx="78">
                  <c:v>1.4498423099999999E-4</c:v>
                </c:pt>
                <c:pt idx="79">
                  <c:v>3.21353128E-4</c:v>
                </c:pt>
                <c:pt idx="80">
                  <c:v>2.6520801200000002E-4</c:v>
                </c:pt>
                <c:pt idx="81">
                  <c:v>3.4027159099999998E-4</c:v>
                </c:pt>
                <c:pt idx="82">
                  <c:v>3.57969508E-4</c:v>
                </c:pt>
                <c:pt idx="83">
                  <c:v>2.3286354300000001E-4</c:v>
                </c:pt>
                <c:pt idx="84">
                  <c:v>3.9153452299999999E-4</c:v>
                </c:pt>
                <c:pt idx="85">
                  <c:v>2.3469436199999999E-4</c:v>
                </c:pt>
                <c:pt idx="86">
                  <c:v>2.9572166199999999E-4</c:v>
                </c:pt>
                <c:pt idx="87">
                  <c:v>2.9022920500000002E-4</c:v>
                </c:pt>
                <c:pt idx="88">
                  <c:v>3.0243466500000002E-4</c:v>
                </c:pt>
                <c:pt idx="89">
                  <c:v>3.20742855E-4</c:v>
                </c:pt>
                <c:pt idx="90">
                  <c:v>2.2798135899999999E-4</c:v>
                </c:pt>
                <c:pt idx="91">
                  <c:v>2.9083947800000003E-4</c:v>
                </c:pt>
                <c:pt idx="92">
                  <c:v>2.9206002399999998E-4</c:v>
                </c:pt>
                <c:pt idx="93">
                  <c:v>2.8229565599999999E-4</c:v>
                </c:pt>
                <c:pt idx="94">
                  <c:v>2.1089371499999999E-4</c:v>
                </c:pt>
                <c:pt idx="95">
                  <c:v>2.5361282500000002E-4</c:v>
                </c:pt>
                <c:pt idx="96">
                  <c:v>2.8656756700000001E-4</c:v>
                </c:pt>
                <c:pt idx="97">
                  <c:v>2.1150398799999999E-4</c:v>
                </c:pt>
                <c:pt idx="98">
                  <c:v>2.5239227900000002E-4</c:v>
                </c:pt>
                <c:pt idx="99">
                  <c:v>1.9868825499999999E-4</c:v>
                </c:pt>
                <c:pt idx="100">
                  <c:v>2.1638617199999999E-4</c:v>
                </c:pt>
                <c:pt idx="101">
                  <c:v>1.58410237E-4</c:v>
                </c:pt>
                <c:pt idx="102">
                  <c:v>2.42627911E-4</c:v>
                </c:pt>
                <c:pt idx="103">
                  <c:v>2.1516562600000001E-4</c:v>
                </c:pt>
                <c:pt idx="104">
                  <c:v>2.6215664700000001E-4</c:v>
                </c:pt>
                <c:pt idx="105">
                  <c:v>1.9746770900000001E-4</c:v>
                </c:pt>
                <c:pt idx="106">
                  <c:v>2.2370944799999999E-4</c:v>
                </c:pt>
                <c:pt idx="107">
                  <c:v>2.01129347E-4</c:v>
                </c:pt>
                <c:pt idx="108">
                  <c:v>2.31032724E-4</c:v>
                </c:pt>
                <c:pt idx="109">
                  <c:v>2.4506900299999998E-4</c:v>
                </c:pt>
                <c:pt idx="110">
                  <c:v>1.94416344E-4</c:v>
                </c:pt>
                <c:pt idx="111">
                  <c:v>1.9014443300000001E-4</c:v>
                </c:pt>
                <c:pt idx="112">
                  <c:v>1.6756433200000001E-4</c:v>
                </c:pt>
                <c:pt idx="113">
                  <c:v>2.0234989300000001E-4</c:v>
                </c:pt>
                <c:pt idx="114">
                  <c:v>1.76718427E-4</c:v>
                </c:pt>
                <c:pt idx="115">
                  <c:v>2.2309917499999999E-4</c:v>
                </c:pt>
                <c:pt idx="116">
                  <c:v>3.0426548399999998E-4</c:v>
                </c:pt>
                <c:pt idx="117">
                  <c:v>2.9328056999999998E-4</c:v>
                </c:pt>
                <c:pt idx="118">
                  <c:v>2.6825937699999998E-4</c:v>
                </c:pt>
                <c:pt idx="119">
                  <c:v>2.2737108600000001E-4</c:v>
                </c:pt>
                <c:pt idx="120">
                  <c:v>2.36525181E-4</c:v>
                </c:pt>
                <c:pt idx="121">
                  <c:v>2.19437537E-4</c:v>
                </c:pt>
                <c:pt idx="122">
                  <c:v>2.2370944799999999E-4</c:v>
                </c:pt>
                <c:pt idx="123">
                  <c:v>2.2676081300000001E-4</c:v>
                </c:pt>
                <c:pt idx="124">
                  <c:v>2.96331935E-4</c:v>
                </c:pt>
                <c:pt idx="125">
                  <c:v>2.6337719300000001E-4</c:v>
                </c:pt>
                <c:pt idx="126">
                  <c:v>3.6224141900000002E-4</c:v>
                </c:pt>
                <c:pt idx="127">
                  <c:v>3.0792712199999999E-4</c:v>
                </c:pt>
                <c:pt idx="128">
                  <c:v>2.0540125799999999E-4</c:v>
                </c:pt>
                <c:pt idx="129">
                  <c:v>2.6581828500000002E-4</c:v>
                </c:pt>
                <c:pt idx="130">
                  <c:v>2.5788473599999999E-4</c:v>
                </c:pt>
                <c:pt idx="131">
                  <c:v>2.3225327000000001E-4</c:v>
                </c:pt>
                <c:pt idx="132">
                  <c:v>2.7924429099999997E-4</c:v>
                </c:pt>
                <c:pt idx="133">
                  <c:v>2.5361282500000002E-4</c:v>
                </c:pt>
                <c:pt idx="134">
                  <c:v>3.1036821400000001E-4</c:v>
                </c:pt>
                <c:pt idx="135">
                  <c:v>1.8465197600000001E-4</c:v>
                </c:pt>
                <c:pt idx="136">
                  <c:v>2.5666418999999998E-4</c:v>
                </c:pt>
                <c:pt idx="137">
                  <c:v>2.31642997E-4</c:v>
                </c:pt>
                <c:pt idx="138">
                  <c:v>1.3094795200000001E-4</c:v>
                </c:pt>
                <c:pt idx="139">
                  <c:v>2.2126835600000001E-4</c:v>
                </c:pt>
                <c:pt idx="140">
                  <c:v>2.5361282500000002E-4</c:v>
                </c:pt>
                <c:pt idx="141">
                  <c:v>1.6939515099999999E-4</c:v>
                </c:pt>
                <c:pt idx="142">
                  <c:v>1.7366706200000001E-4</c:v>
                </c:pt>
                <c:pt idx="143">
                  <c:v>1.5657941799999999E-4</c:v>
                </c:pt>
                <c:pt idx="144">
                  <c:v>1.8404170300000001E-4</c:v>
                </c:pt>
                <c:pt idx="145">
                  <c:v>2.2920190499999999E-4</c:v>
                </c:pt>
                <c:pt idx="146">
                  <c:v>1.4071232E-4</c:v>
                </c:pt>
                <c:pt idx="147">
                  <c:v>1.6329242099999999E-4</c:v>
                </c:pt>
                <c:pt idx="148">
                  <c:v>1.8648279499999999E-4</c:v>
                </c:pt>
                <c:pt idx="149">
                  <c:v>1.7488760799999999E-4</c:v>
                </c:pt>
                <c:pt idx="150">
                  <c:v>1.9868825499999999E-4</c:v>
                </c:pt>
                <c:pt idx="151">
                  <c:v>2.7680319900000002E-4</c:v>
                </c:pt>
                <c:pt idx="152">
                  <c:v>2.12724534E-4</c:v>
                </c:pt>
                <c:pt idx="153">
                  <c:v>2.1638617199999999E-4</c:v>
                </c:pt>
                <c:pt idx="154">
                  <c:v>2.12114261E-4</c:v>
                </c:pt>
                <c:pt idx="155">
                  <c:v>1.163014E-4</c:v>
                </c:pt>
                <c:pt idx="156">
                  <c:v>2.1577589900000001E-4</c:v>
                </c:pt>
                <c:pt idx="157">
                  <c:v>2.2981217799999999E-4</c:v>
                </c:pt>
                <c:pt idx="158">
                  <c:v>2.2798135899999999E-4</c:v>
                </c:pt>
                <c:pt idx="159">
                  <c:v>2.13334807E-4</c:v>
                </c:pt>
                <c:pt idx="160">
                  <c:v>1.6939515099999999E-4</c:v>
                </c:pt>
                <c:pt idx="161">
                  <c:v>2.2126835600000001E-4</c:v>
                </c:pt>
                <c:pt idx="162" formatCode="0.00E+00">
                  <c:v>7.41925630000002E-5</c:v>
                </c:pt>
                <c:pt idx="163">
                  <c:v>4.7087001300000003E-4</c:v>
                </c:pt>
                <c:pt idx="164">
                  <c:v>2.94796812E-3</c:v>
                </c:pt>
                <c:pt idx="165">
                  <c:v>6.8262530350000003E-3</c:v>
                </c:pt>
                <c:pt idx="166">
                  <c:v>6.5314911759999997E-3</c:v>
                </c:pt>
                <c:pt idx="167">
                  <c:v>6.2617505099999997E-3</c:v>
                </c:pt>
                <c:pt idx="168">
                  <c:v>6.692603248E-3</c:v>
                </c:pt>
                <c:pt idx="169">
                  <c:v>-9.8768245700000005E-4</c:v>
                </c:pt>
                <c:pt idx="170">
                  <c:v>-3.3762909790000001E-3</c:v>
                </c:pt>
                <c:pt idx="171">
                  <c:v>-3.7156027670000001E-3</c:v>
                </c:pt>
                <c:pt idx="172">
                  <c:v>-1.646777297E-3</c:v>
                </c:pt>
                <c:pt idx="173">
                  <c:v>-1.7273333329999999E-3</c:v>
                </c:pt>
                <c:pt idx="174">
                  <c:v>-1.863424212E-3</c:v>
                </c:pt>
                <c:pt idx="175">
                  <c:v>-1.068848766E-3</c:v>
                </c:pt>
                <c:pt idx="176">
                  <c:v>-1.623586923E-3</c:v>
                </c:pt>
                <c:pt idx="177">
                  <c:v>-1.2482690280000001E-3</c:v>
                </c:pt>
                <c:pt idx="178">
                  <c:v>-1.198226642E-3</c:v>
                </c:pt>
                <c:pt idx="179">
                  <c:v>-7.1794179100000003E-4</c:v>
                </c:pt>
                <c:pt idx="180">
                  <c:v>-8.7051004099999996E-4</c:v>
                </c:pt>
                <c:pt idx="181">
                  <c:v>-6.3311384400000002E-4</c:v>
                </c:pt>
                <c:pt idx="182">
                  <c:v>-6.3921657400000005E-4</c:v>
                </c:pt>
                <c:pt idx="183">
                  <c:v>-2.7244250100000002E-4</c:v>
                </c:pt>
                <c:pt idx="184">
                  <c:v>-7.4296298399999998E-4</c:v>
                </c:pt>
                <c:pt idx="185">
                  <c:v>-4.9519214600000005E-4</c:v>
                </c:pt>
                <c:pt idx="186" formatCode="0.00E+00">
                  <c:v>-5.5185312999999699E-5</c:v>
                </c:pt>
                <c:pt idx="187" formatCode="0.00E+00">
                  <c:v>-5.1523674999999798E-5</c:v>
                </c:pt>
                <c:pt idx="188" formatCode="0.00E+00">
                  <c:v>3.0252907000000399E-5</c:v>
                </c:pt>
                <c:pt idx="189">
                  <c:v>1.3949177399999999E-4</c:v>
                </c:pt>
                <c:pt idx="190" formatCode="0.00E+00">
                  <c:v>-4.60312179999998E-5</c:v>
                </c:pt>
                <c:pt idx="191">
                  <c:v>4.0007834499999998E-4</c:v>
                </c:pt>
                <c:pt idx="192">
                  <c:v>3.81159882E-4</c:v>
                </c:pt>
                <c:pt idx="193">
                  <c:v>2.0357043900000001E-4</c:v>
                </c:pt>
                <c:pt idx="194" formatCode="0.00E+00">
                  <c:v>4.6730278000000199E-5</c:v>
                </c:pt>
                <c:pt idx="195">
                  <c:v>1.8770334099999999E-4</c:v>
                </c:pt>
                <c:pt idx="196" formatCode="0.00E+00">
                  <c:v>2.9642634000000399E-5</c:v>
                </c:pt>
                <c:pt idx="197">
                  <c:v>4.4645909300000002E-4</c:v>
                </c:pt>
                <c:pt idx="198">
                  <c:v>-1.14992067E-4</c:v>
                </c:pt>
                <c:pt idx="199">
                  <c:v>1.303892658E-3</c:v>
                </c:pt>
                <c:pt idx="200">
                  <c:v>2.81370806E-3</c:v>
                </c:pt>
                <c:pt idx="201">
                  <c:v>6.8665310529999997E-3</c:v>
                </c:pt>
                <c:pt idx="202">
                  <c:v>3.8975529080000001E-3</c:v>
                </c:pt>
                <c:pt idx="203">
                  <c:v>1.035982811E-3</c:v>
                </c:pt>
                <c:pt idx="204">
                  <c:v>-6.9536168999999998E-4</c:v>
                </c:pt>
                <c:pt idx="205">
                  <c:v>1.438152718E-3</c:v>
                </c:pt>
                <c:pt idx="206">
                  <c:v>5.2352713240000001E-3</c:v>
                </c:pt>
                <c:pt idx="207">
                  <c:v>1.289246106E-3</c:v>
                </c:pt>
                <c:pt idx="208">
                  <c:v>-1.4673570349999999E-3</c:v>
                </c:pt>
                <c:pt idx="209">
                  <c:v>-6.7705350000000001E-4</c:v>
                </c:pt>
                <c:pt idx="210">
                  <c:v>2.30422451E-4</c:v>
                </c:pt>
                <c:pt idx="211">
                  <c:v>-2.4962773129999999E-3</c:v>
                </c:pt>
                <c:pt idx="212">
                  <c:v>-2.264983846E-3</c:v>
                </c:pt>
                <c:pt idx="213">
                  <c:v>-1.9964637260000001E-3</c:v>
                </c:pt>
                <c:pt idx="214">
                  <c:v>-1.4093810999999999E-3</c:v>
                </c:pt>
                <c:pt idx="215">
                  <c:v>-1.3129579660000001E-3</c:v>
                </c:pt>
                <c:pt idx="216">
                  <c:v>-9.3825034399999999E-4</c:v>
                </c:pt>
                <c:pt idx="217">
                  <c:v>-4.1036419899999999E-4</c:v>
                </c:pt>
                <c:pt idx="218">
                  <c:v>-5.3852152899999998E-4</c:v>
                </c:pt>
                <c:pt idx="219" formatCode="0.00E+00">
                  <c:v>-6.9737459999995797E-6</c:v>
                </c:pt>
                <c:pt idx="220">
                  <c:v>-3.4323416900000002E-4</c:v>
                </c:pt>
                <c:pt idx="221">
                  <c:v>1.024387624E-3</c:v>
                </c:pt>
                <c:pt idx="222" formatCode="0.00E+00">
                  <c:v>5.03919160000001E-5</c:v>
                </c:pt>
                <c:pt idx="223">
                  <c:v>-5.31808526E-4</c:v>
                </c:pt>
                <c:pt idx="224">
                  <c:v>-3.4201362300000001E-4</c:v>
                </c:pt>
                <c:pt idx="225">
                  <c:v>-1.8456318900000001E-4</c:v>
                </c:pt>
                <c:pt idx="226">
                  <c:v>-3.3285952800000002E-4</c:v>
                </c:pt>
                <c:pt idx="227">
                  <c:v>-1.29638619E-4</c:v>
                </c:pt>
                <c:pt idx="228">
                  <c:v>-2.13856293E-4</c:v>
                </c:pt>
                <c:pt idx="229" formatCode="0.00E+00">
                  <c:v>4.3068640000000297E-5</c:v>
                </c:pt>
                <c:pt idx="230" formatCode="0.00E+00">
                  <c:v>-8.1427051999999594E-5</c:v>
                </c:pt>
                <c:pt idx="231" formatCode="0.00E+00">
                  <c:v>2.3539904000000199E-5</c:v>
                </c:pt>
                <c:pt idx="232" formatCode="0.00E+00">
                  <c:v>3.7576183000000198E-5</c:v>
                </c:pt>
                <c:pt idx="233">
                  <c:v>1.14470581E-4</c:v>
                </c:pt>
                <c:pt idx="234" formatCode="0.00E+00">
                  <c:v>7.2361744000000002E-5</c:v>
                </c:pt>
                <c:pt idx="235">
                  <c:v>1.19352765E-4</c:v>
                </c:pt>
                <c:pt idx="236">
                  <c:v>1.2019770670000001E-3</c:v>
                </c:pt>
                <c:pt idx="237">
                  <c:v>2.2101480630000001E-3</c:v>
                </c:pt>
                <c:pt idx="238">
                  <c:v>1.3417295840000001E-3</c:v>
                </c:pt>
                <c:pt idx="239">
                  <c:v>1.9806854149999999E-3</c:v>
                </c:pt>
                <c:pt idx="240" formatCode="0.00E+00">
                  <c:v>5.03919160000001E-5</c:v>
                </c:pt>
                <c:pt idx="241">
                  <c:v>-7.8446154799999995E-4</c:v>
                </c:pt>
                <c:pt idx="242">
                  <c:v>-6.7949459200000002E-4</c:v>
                </c:pt>
                <c:pt idx="243">
                  <c:v>-3.4262389600000001E-4</c:v>
                </c:pt>
                <c:pt idx="244">
                  <c:v>-1.5465981200000001E-4</c:v>
                </c:pt>
                <c:pt idx="245">
                  <c:v>2.321217749E-3</c:v>
                </c:pt>
                <c:pt idx="246">
                  <c:v>-5.2631606900000003E-4</c:v>
                </c:pt>
                <c:pt idx="247">
                  <c:v>-1.9127619200000001E-4</c:v>
                </c:pt>
                <c:pt idx="248">
                  <c:v>-1.892717316E-3</c:v>
                </c:pt>
                <c:pt idx="249">
                  <c:v>3.0797870880000001E-3</c:v>
                </c:pt>
                <c:pt idx="250">
                  <c:v>3.8238042800000001E-4</c:v>
                </c:pt>
                <c:pt idx="251">
                  <c:v>-8.2901147699999999E-4</c:v>
                </c:pt>
                <c:pt idx="252">
                  <c:v>-5.56219446E-4</c:v>
                </c:pt>
                <c:pt idx="253">
                  <c:v>1.2324907170000001E-3</c:v>
                </c:pt>
                <c:pt idx="254">
                  <c:v>1.396654154E-3</c:v>
                </c:pt>
                <c:pt idx="255">
                  <c:v>-1.156728078E-3</c:v>
                </c:pt>
                <c:pt idx="256">
                  <c:v>-1.07668791E-4</c:v>
                </c:pt>
                <c:pt idx="257">
                  <c:v>-6.2212892999999997E-4</c:v>
                </c:pt>
                <c:pt idx="258">
                  <c:v>-1.0095578799999999E-4</c:v>
                </c:pt>
                <c:pt idx="259">
                  <c:v>-4.0487174200000002E-4</c:v>
                </c:pt>
                <c:pt idx="260">
                  <c:v>-5.3547016400000002E-4</c:v>
                </c:pt>
                <c:pt idx="261">
                  <c:v>4.3974608999999999E-4</c:v>
                </c:pt>
                <c:pt idx="262">
                  <c:v>1.6554099059999999E-3</c:v>
                </c:pt>
                <c:pt idx="263">
                  <c:v>-5.0312569500000003E-4</c:v>
                </c:pt>
                <c:pt idx="264" formatCode="0.00E+00">
                  <c:v>-6.6780500000000002E-5</c:v>
                </c:pt>
                <c:pt idx="265">
                  <c:v>-3.0783833500000002E-4</c:v>
                </c:pt>
                <c:pt idx="266">
                  <c:v>1.70615697E-4</c:v>
                </c:pt>
                <c:pt idx="267" formatCode="0.00E+00">
                  <c:v>3.1473453000000103E-5</c:v>
                </c:pt>
                <c:pt idx="268">
                  <c:v>1.20573311E-4</c:v>
                </c:pt>
                <c:pt idx="269">
                  <c:v>1.23624676E-4</c:v>
                </c:pt>
                <c:pt idx="270">
                  <c:v>1.0897812400000001E-4</c:v>
                </c:pt>
                <c:pt idx="271">
                  <c:v>1.19963038E-4</c:v>
                </c:pt>
                <c:pt idx="272">
                  <c:v>1.3827122799999999E-4</c:v>
                </c:pt>
                <c:pt idx="273">
                  <c:v>1.82210884E-4</c:v>
                </c:pt>
                <c:pt idx="274">
                  <c:v>1.35219863E-4</c:v>
                </c:pt>
                <c:pt idx="275">
                  <c:v>3.70174968E-4</c:v>
                </c:pt>
                <c:pt idx="276">
                  <c:v>1.3094795200000001E-4</c:v>
                </c:pt>
                <c:pt idx="277">
                  <c:v>9.7800687599999998E-4</c:v>
                </c:pt>
                <c:pt idx="278">
                  <c:v>1.380176783E-3</c:v>
                </c:pt>
                <c:pt idx="279">
                  <c:v>7.1375866700000004E-4</c:v>
                </c:pt>
                <c:pt idx="280">
                  <c:v>1.4088596140000001E-3</c:v>
                </c:pt>
                <c:pt idx="281">
                  <c:v>1.1818380579999999E-3</c:v>
                </c:pt>
                <c:pt idx="282">
                  <c:v>-2.0531247099999999E-4</c:v>
                </c:pt>
                <c:pt idx="283">
                  <c:v>-5.2509552300000002E-4</c:v>
                </c:pt>
                <c:pt idx="284">
                  <c:v>-3.2370543299999998E-4</c:v>
                </c:pt>
                <c:pt idx="285" formatCode="0.00E+00">
                  <c:v>-9.1191419999999597E-5</c:v>
                </c:pt>
                <c:pt idx="286">
                  <c:v>-1.1316124799999999E-4</c:v>
                </c:pt>
                <c:pt idx="287">
                  <c:v>-1.8517346200000001E-4</c:v>
                </c:pt>
                <c:pt idx="288">
                  <c:v>-4.6895040699999999E-4</c:v>
                </c:pt>
                <c:pt idx="289">
                  <c:v>1.6329242099999999E-4</c:v>
                </c:pt>
                <c:pt idx="290" formatCode="0.00E+00">
                  <c:v>-2.1010024999999599E-5</c:v>
                </c:pt>
                <c:pt idx="291">
                  <c:v>1.1508085400000001E-4</c:v>
                </c:pt>
                <c:pt idx="292" formatCode="0.00E+00">
                  <c:v>-4.60312179999998E-5</c:v>
                </c:pt>
                <c:pt idx="293">
                  <c:v>2.8961893200000002E-4</c:v>
                </c:pt>
                <c:pt idx="294" formatCode="0.00E+00">
                  <c:v>-6.3729134999999704E-5</c:v>
                </c:pt>
                <c:pt idx="295">
                  <c:v>7.5342641200000005E-4</c:v>
                </c:pt>
                <c:pt idx="296">
                  <c:v>1.252019453E-3</c:v>
                </c:pt>
                <c:pt idx="297" formatCode="0.00E+00">
                  <c:v>-3.01641199999996E-5</c:v>
                </c:pt>
                <c:pt idx="298">
                  <c:v>-2.0409192500000001E-4</c:v>
                </c:pt>
                <c:pt idx="299">
                  <c:v>9.7434523799999997E-4</c:v>
                </c:pt>
                <c:pt idx="300">
                  <c:v>1.0677170069999999E-3</c:v>
                </c:pt>
                <c:pt idx="301">
                  <c:v>-4.5003194400000001E-4</c:v>
                </c:pt>
                <c:pt idx="302" formatCode="0.00E+00">
                  <c:v>1.9267993000000302E-5</c:v>
                </c:pt>
                <c:pt idx="303" formatCode="0.00E+00">
                  <c:v>-3.01641199999996E-5</c:v>
                </c:pt>
                <c:pt idx="304">
                  <c:v>-1.00345515E-4</c:v>
                </c:pt>
                <c:pt idx="305">
                  <c:v>8.1384343899999995E-4</c:v>
                </c:pt>
                <c:pt idx="306">
                  <c:v>8.3825435899999995E-4</c:v>
                </c:pt>
                <c:pt idx="307">
                  <c:v>-4.3233402699999998E-4</c:v>
                </c:pt>
                <c:pt idx="308">
                  <c:v>2.2248890199999999E-4</c:v>
                </c:pt>
                <c:pt idx="309">
                  <c:v>-1.8822482699999999E-4</c:v>
                </c:pt>
                <c:pt idx="310">
                  <c:v>2.8168538299999998E-4</c:v>
                </c:pt>
                <c:pt idx="311">
                  <c:v>6.3503344999999995E-4</c:v>
                </c:pt>
                <c:pt idx="312" formatCode="0.00E+00">
                  <c:v>5.8325465E-5</c:v>
                </c:pt>
                <c:pt idx="313" formatCode="0.00E+00">
                  <c:v>2.5980996E-5</c:v>
                </c:pt>
                <c:pt idx="314" formatCode="0.00E+00">
                  <c:v>8.7008296000000096E-5</c:v>
                </c:pt>
                <c:pt idx="315">
                  <c:v>1.6817460499999999E-4</c:v>
                </c:pt>
                <c:pt idx="316">
                  <c:v>1.087245743E-3</c:v>
                </c:pt>
                <c:pt idx="317">
                  <c:v>7.4061067900000005E-4</c:v>
                </c:pt>
                <c:pt idx="318">
                  <c:v>9.5664732100000005E-4</c:v>
                </c:pt>
                <c:pt idx="319">
                  <c:v>1.59630783E-4</c:v>
                </c:pt>
                <c:pt idx="320">
                  <c:v>1.5657941799999999E-4</c:v>
                </c:pt>
                <c:pt idx="321">
                  <c:v>1.9014443300000001E-4</c:v>
                </c:pt>
                <c:pt idx="322" formatCode="0.00E+00">
                  <c:v>-9.6683876999999703E-5</c:v>
                </c:pt>
                <c:pt idx="323">
                  <c:v>-2.08363836E-4</c:v>
                </c:pt>
                <c:pt idx="324">
                  <c:v>1.442424629E-3</c:v>
                </c:pt>
                <c:pt idx="325" formatCode="0.00E+00">
                  <c:v>7.1141198000000295E-5</c:v>
                </c:pt>
                <c:pt idx="326">
                  <c:v>-2.0409192500000001E-4</c:v>
                </c:pt>
                <c:pt idx="327">
                  <c:v>9.8594042500000007E-4</c:v>
                </c:pt>
                <c:pt idx="328">
                  <c:v>-2.9807396699999998E-4</c:v>
                </c:pt>
                <c:pt idx="329" formatCode="0.00E+00">
                  <c:v>7.1141198000000295E-5</c:v>
                </c:pt>
                <c:pt idx="330">
                  <c:v>-2.5291376499999999E-4</c:v>
                </c:pt>
                <c:pt idx="331" formatCode="0.00E+00">
                  <c:v>1.8047447000000201E-5</c:v>
                </c:pt>
                <c:pt idx="332">
                  <c:v>-2.2178984200000001E-4</c:v>
                </c:pt>
                <c:pt idx="333">
                  <c:v>8.6510637099999996E-4</c:v>
                </c:pt>
                <c:pt idx="334">
                  <c:v>7.4549286299999996E-4</c:v>
                </c:pt>
                <c:pt idx="335">
                  <c:v>-3.3774171199999999E-4</c:v>
                </c:pt>
                <c:pt idx="336">
                  <c:v>1.1874249199999999E-4</c:v>
                </c:pt>
                <c:pt idx="337" formatCode="0.00E+00">
                  <c:v>-5.3354493999999603E-5</c:v>
                </c:pt>
                <c:pt idx="338">
                  <c:v>1.3277877099999999E-4</c:v>
                </c:pt>
                <c:pt idx="339" formatCode="0.00E+00">
                  <c:v>-6.5559953999999902E-5</c:v>
                </c:pt>
                <c:pt idx="340">
                  <c:v>5.9963761600000001E-4</c:v>
                </c:pt>
                <c:pt idx="341" formatCode="0.00E+00">
                  <c:v>5.5884373000000199E-5</c:v>
                </c:pt>
                <c:pt idx="342" formatCode="0.00E+00">
                  <c:v>2.53707230000004E-5</c:v>
                </c:pt>
                <c:pt idx="343" formatCode="0.00E+00">
                  <c:v>9.2500753000000202E-5</c:v>
                </c:pt>
                <c:pt idx="344" formatCode="0.00E+00">
                  <c:v>9.9824029000000397E-5</c:v>
                </c:pt>
                <c:pt idx="345">
                  <c:v>1.8770334099999999E-4</c:v>
                </c:pt>
                <c:pt idx="346">
                  <c:v>1.41932866E-4</c:v>
                </c:pt>
                <c:pt idx="347">
                  <c:v>2.60936101E-4</c:v>
                </c:pt>
                <c:pt idx="348">
                  <c:v>1.8038006499999999E-4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64D-234F-91CC-3E3AB2F58D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8348944"/>
        <c:axId val="1518347984"/>
      </c:scatterChart>
      <c:valAx>
        <c:axId val="1518348944"/>
        <c:scaling>
          <c:orientation val="minMax"/>
          <c:max val="5.000000000000001E-3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7984"/>
        <c:crosses val="autoZero"/>
        <c:crossBetween val="midCat"/>
      </c:valAx>
      <c:valAx>
        <c:axId val="1518347984"/>
        <c:scaling>
          <c:orientation val="minMax"/>
          <c:min val="-1.0000000000000002E-2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8944"/>
        <c:crosses val="autoZero"/>
        <c:crossBetween val="midCat"/>
      </c:valAx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242175925925925"/>
          <c:y val="0.12935185185185186"/>
          <c:w val="0.81968865740740737"/>
          <c:h val="0.74129629629629634"/>
        </c:manualLayout>
      </c:layout>
      <c:scatterChart>
        <c:scatterStyle val="smoothMarker"/>
        <c:varyColors val="0"/>
        <c:ser>
          <c:idx val="0"/>
          <c:order val="0"/>
          <c:spPr>
            <a:ln w="12700" cap="rnd">
              <a:solidFill>
                <a:srgbClr val="0070C0"/>
              </a:solidFill>
              <a:round/>
            </a:ln>
            <a:effectLst/>
          </c:spPr>
          <c:marker>
            <c:symbol val="none"/>
          </c:marker>
          <c:xVal>
            <c:numRef>
              <c:f>'0.3'!$O$2:$O$350</c:f>
              <c:numCache>
                <c:formatCode>General</c:formatCode>
                <c:ptCount val="349"/>
                <c:pt idx="0">
                  <c:v>0</c:v>
                </c:pt>
                <c:pt idx="1">
                  <c:v>1.9531631469504873E-5</c:v>
                </c:pt>
                <c:pt idx="2">
                  <c:v>3.9063262949667887E-5</c:v>
                </c:pt>
                <c:pt idx="3">
                  <c:v>5.8594894429830902E-5</c:v>
                </c:pt>
                <c:pt idx="4">
                  <c:v>7.8126525909993916E-5</c:v>
                </c:pt>
                <c:pt idx="5">
                  <c:v>9.7658157379498789E-5</c:v>
                </c:pt>
                <c:pt idx="6">
                  <c:v>1.171897888596618E-4</c:v>
                </c:pt>
                <c:pt idx="7">
                  <c:v>1.3672142033982482E-4</c:v>
                </c:pt>
                <c:pt idx="8">
                  <c:v>1.5625305180932969E-4</c:v>
                </c:pt>
                <c:pt idx="9">
                  <c:v>1.757846832894927E-4</c:v>
                </c:pt>
                <c:pt idx="10">
                  <c:v>1.9531631476965572E-4</c:v>
                </c:pt>
                <c:pt idx="11">
                  <c:v>2.1484794624981873E-4</c:v>
                </c:pt>
                <c:pt idx="12">
                  <c:v>2.3437957771932361E-4</c:v>
                </c:pt>
                <c:pt idx="13">
                  <c:v>2.5391120919948662E-4</c:v>
                </c:pt>
                <c:pt idx="14">
                  <c:v>2.7344284067964963E-4</c:v>
                </c:pt>
                <c:pt idx="15">
                  <c:v>2.9297447215981265E-4</c:v>
                </c:pt>
                <c:pt idx="16">
                  <c:v>3.1250610362931752E-4</c:v>
                </c:pt>
                <c:pt idx="17">
                  <c:v>3.3203773510948054E-4</c:v>
                </c:pt>
                <c:pt idx="18">
                  <c:v>3.5156936658964355E-4</c:v>
                </c:pt>
                <c:pt idx="19">
                  <c:v>3.711009980600366E-4</c:v>
                </c:pt>
                <c:pt idx="20">
                  <c:v>3.9063262953931144E-4</c:v>
                </c:pt>
                <c:pt idx="21">
                  <c:v>4.1016426101947445E-4</c:v>
                </c:pt>
                <c:pt idx="22">
                  <c:v>4.2969589249963747E-4</c:v>
                </c:pt>
                <c:pt idx="23">
                  <c:v>4.4922752397003052E-4</c:v>
                </c:pt>
                <c:pt idx="24">
                  <c:v>4.6875915544930535E-4</c:v>
                </c:pt>
                <c:pt idx="25">
                  <c:v>4.8829078692946837E-4</c:v>
                </c:pt>
                <c:pt idx="26">
                  <c:v>5.0782241839986142E-4</c:v>
                </c:pt>
                <c:pt idx="27">
                  <c:v>5.2735404988002443E-4</c:v>
                </c:pt>
                <c:pt idx="28">
                  <c:v>5.4688568135929927E-4</c:v>
                </c:pt>
                <c:pt idx="29">
                  <c:v>5.6641731283946228E-4</c:v>
                </c:pt>
                <c:pt idx="30">
                  <c:v>5.8594894430985534E-4</c:v>
                </c:pt>
                <c:pt idx="31">
                  <c:v>6.0548057579001835E-4</c:v>
                </c:pt>
                <c:pt idx="32">
                  <c:v>6.2501220726929319E-4</c:v>
                </c:pt>
                <c:pt idx="33">
                  <c:v>6.4454383873968624E-4</c:v>
                </c:pt>
                <c:pt idx="34">
                  <c:v>6.6407547021984925E-4</c:v>
                </c:pt>
                <c:pt idx="35">
                  <c:v>6.8360710170001227E-4</c:v>
                </c:pt>
                <c:pt idx="36">
                  <c:v>7.031387331792871E-4</c:v>
                </c:pt>
                <c:pt idx="37">
                  <c:v>7.2267036464968015E-4</c:v>
                </c:pt>
                <c:pt idx="38">
                  <c:v>7.4220199612984317E-4</c:v>
                </c:pt>
                <c:pt idx="39">
                  <c:v>7.6173362761000618E-4</c:v>
                </c:pt>
                <c:pt idx="40">
                  <c:v>7.8126525907951105E-4</c:v>
                </c:pt>
                <c:pt idx="41">
                  <c:v>8.0079689055967407E-4</c:v>
                </c:pt>
                <c:pt idx="42">
                  <c:v>8.2032852203983708E-4</c:v>
                </c:pt>
                <c:pt idx="43">
                  <c:v>8.398601535200001E-4</c:v>
                </c:pt>
                <c:pt idx="44">
                  <c:v>8.5939178498950497E-4</c:v>
                </c:pt>
                <c:pt idx="45">
                  <c:v>8.7892341646966798E-4</c:v>
                </c:pt>
                <c:pt idx="46">
                  <c:v>8.98455047949831E-4</c:v>
                </c:pt>
                <c:pt idx="47">
                  <c:v>9.1798667941933587E-4</c:v>
                </c:pt>
                <c:pt idx="48">
                  <c:v>9.3751831089949889E-4</c:v>
                </c:pt>
                <c:pt idx="49">
                  <c:v>9.570499423796619E-4</c:v>
                </c:pt>
                <c:pt idx="50">
                  <c:v>9.7658157385982491E-4</c:v>
                </c:pt>
                <c:pt idx="51">
                  <c:v>9.9611320532932979E-4</c:v>
                </c:pt>
                <c:pt idx="52">
                  <c:v>1.0156448368094928E-3</c:v>
                </c:pt>
                <c:pt idx="53">
                  <c:v>1.0351764682896558E-3</c:v>
                </c:pt>
                <c:pt idx="54">
                  <c:v>1.0547080997698188E-3</c:v>
                </c:pt>
                <c:pt idx="55">
                  <c:v>1.0742397312393237E-3</c:v>
                </c:pt>
                <c:pt idx="56">
                  <c:v>1.0937713627194867E-3</c:v>
                </c:pt>
                <c:pt idx="57">
                  <c:v>1.1133029941996497E-3</c:v>
                </c:pt>
                <c:pt idx="58">
                  <c:v>1.1328346256700428E-3</c:v>
                </c:pt>
                <c:pt idx="59">
                  <c:v>1.1523662571493176E-3</c:v>
                </c:pt>
                <c:pt idx="60">
                  <c:v>1.1718978886294806E-3</c:v>
                </c:pt>
                <c:pt idx="61">
                  <c:v>1.1914295201096436E-3</c:v>
                </c:pt>
                <c:pt idx="62">
                  <c:v>1.2109611515800367E-3</c:v>
                </c:pt>
                <c:pt idx="63">
                  <c:v>1.2304927830593115E-3</c:v>
                </c:pt>
                <c:pt idx="64">
                  <c:v>1.2500244145394745E-3</c:v>
                </c:pt>
                <c:pt idx="65">
                  <c:v>1.2695560460098676E-3</c:v>
                </c:pt>
                <c:pt idx="66">
                  <c:v>1.2890876774900306E-3</c:v>
                </c:pt>
                <c:pt idx="67">
                  <c:v>1.3086193089693055E-3</c:v>
                </c:pt>
                <c:pt idx="68">
                  <c:v>1.3281509404494685E-3</c:v>
                </c:pt>
                <c:pt idx="69">
                  <c:v>1.3476825719198615E-3</c:v>
                </c:pt>
                <c:pt idx="70">
                  <c:v>1.3672142034000245E-3</c:v>
                </c:pt>
                <c:pt idx="71">
                  <c:v>1.3867458348792994E-3</c:v>
                </c:pt>
                <c:pt idx="72">
                  <c:v>1.4062774663496924E-3</c:v>
                </c:pt>
                <c:pt idx="73">
                  <c:v>1.4258090978298554E-3</c:v>
                </c:pt>
                <c:pt idx="74">
                  <c:v>1.4453407293100184E-3</c:v>
                </c:pt>
                <c:pt idx="75">
                  <c:v>1.4648723607892933E-3</c:v>
                </c:pt>
                <c:pt idx="76">
                  <c:v>1.4844039922596863E-3</c:v>
                </c:pt>
                <c:pt idx="77">
                  <c:v>1.5039356237398493E-3</c:v>
                </c:pt>
                <c:pt idx="78">
                  <c:v>1.5234672552200124E-3</c:v>
                </c:pt>
                <c:pt idx="79">
                  <c:v>1.5429988866895172E-3</c:v>
                </c:pt>
                <c:pt idx="80">
                  <c:v>1.5625305181696802E-3</c:v>
                </c:pt>
                <c:pt idx="81">
                  <c:v>1.5820621496498433E-3</c:v>
                </c:pt>
                <c:pt idx="82">
                  <c:v>1.6015937811300063E-3</c:v>
                </c:pt>
                <c:pt idx="83">
                  <c:v>1.6211254125995112E-3</c:v>
                </c:pt>
                <c:pt idx="84">
                  <c:v>1.6406570440796742E-3</c:v>
                </c:pt>
                <c:pt idx="85">
                  <c:v>1.6601886755598372E-3</c:v>
                </c:pt>
                <c:pt idx="86">
                  <c:v>1.6797203070293421E-3</c:v>
                </c:pt>
                <c:pt idx="87">
                  <c:v>1.6992519385095051E-3</c:v>
                </c:pt>
                <c:pt idx="88">
                  <c:v>1.7187835699896681E-3</c:v>
                </c:pt>
                <c:pt idx="89">
                  <c:v>1.7383152014698311E-3</c:v>
                </c:pt>
                <c:pt idx="90">
                  <c:v>1.757846832939336E-3</c:v>
                </c:pt>
                <c:pt idx="91">
                  <c:v>1.777378464419499E-3</c:v>
                </c:pt>
                <c:pt idx="92">
                  <c:v>1.796910095899662E-3</c:v>
                </c:pt>
                <c:pt idx="93">
                  <c:v>1.816441727379825E-3</c:v>
                </c:pt>
                <c:pt idx="94">
                  <c:v>1.8359733588493299E-3</c:v>
                </c:pt>
                <c:pt idx="95">
                  <c:v>1.8555049903294929E-3</c:v>
                </c:pt>
                <c:pt idx="96">
                  <c:v>1.8750366218096559E-3</c:v>
                </c:pt>
                <c:pt idx="97">
                  <c:v>1.8945682532791608E-3</c:v>
                </c:pt>
                <c:pt idx="98">
                  <c:v>1.9140998847593238E-3</c:v>
                </c:pt>
                <c:pt idx="99">
                  <c:v>1.9336315162394868E-3</c:v>
                </c:pt>
                <c:pt idx="100">
                  <c:v>1.9531631477196498E-3</c:v>
                </c:pt>
                <c:pt idx="101">
                  <c:v>1.9726947791900429E-3</c:v>
                </c:pt>
                <c:pt idx="102">
                  <c:v>1.9922264106693177E-3</c:v>
                </c:pt>
                <c:pt idx="103">
                  <c:v>2.0117580421494807E-3</c:v>
                </c:pt>
                <c:pt idx="104">
                  <c:v>2.0312896736198738E-3</c:v>
                </c:pt>
                <c:pt idx="105">
                  <c:v>2.0508213051000368E-3</c:v>
                </c:pt>
                <c:pt idx="106">
                  <c:v>2.0703529365793116E-3</c:v>
                </c:pt>
                <c:pt idx="107">
                  <c:v>2.0898845680594746E-3</c:v>
                </c:pt>
                <c:pt idx="108">
                  <c:v>2.1094161995298677E-3</c:v>
                </c:pt>
                <c:pt idx="109">
                  <c:v>2.1289478310100307E-3</c:v>
                </c:pt>
                <c:pt idx="110">
                  <c:v>2.1484794624893055E-3</c:v>
                </c:pt>
                <c:pt idx="111">
                  <c:v>2.1680110939596986E-3</c:v>
                </c:pt>
                <c:pt idx="112">
                  <c:v>2.1875427254398616E-3</c:v>
                </c:pt>
                <c:pt idx="113">
                  <c:v>2.2070743569200246E-3</c:v>
                </c:pt>
                <c:pt idx="114">
                  <c:v>2.2266059883992995E-3</c:v>
                </c:pt>
                <c:pt idx="115">
                  <c:v>2.2461376198696925E-3</c:v>
                </c:pt>
                <c:pt idx="116">
                  <c:v>2.2656692513498555E-3</c:v>
                </c:pt>
                <c:pt idx="117">
                  <c:v>2.2852008828300185E-3</c:v>
                </c:pt>
                <c:pt idx="118">
                  <c:v>2.3047325142995234E-3</c:v>
                </c:pt>
                <c:pt idx="119">
                  <c:v>2.3242641457796864E-3</c:v>
                </c:pt>
                <c:pt idx="120">
                  <c:v>2.3437957772598494E-3</c:v>
                </c:pt>
                <c:pt idx="121">
                  <c:v>2.3633274087400125E-3</c:v>
                </c:pt>
                <c:pt idx="122">
                  <c:v>2.3828590402095173E-3</c:v>
                </c:pt>
                <c:pt idx="123">
                  <c:v>2.4023906716896803E-3</c:v>
                </c:pt>
                <c:pt idx="124">
                  <c:v>2.4219223031698434E-3</c:v>
                </c:pt>
                <c:pt idx="125">
                  <c:v>2.4414539346393482E-3</c:v>
                </c:pt>
                <c:pt idx="126">
                  <c:v>2.4609855661195112E-3</c:v>
                </c:pt>
                <c:pt idx="127">
                  <c:v>2.4805171975996743E-3</c:v>
                </c:pt>
                <c:pt idx="128">
                  <c:v>2.5000488290798373E-3</c:v>
                </c:pt>
                <c:pt idx="129">
                  <c:v>2.5195804605493421E-3</c:v>
                </c:pt>
                <c:pt idx="130">
                  <c:v>2.5391120920295052E-3</c:v>
                </c:pt>
                <c:pt idx="131">
                  <c:v>2.5586437235096682E-3</c:v>
                </c:pt>
                <c:pt idx="132">
                  <c:v>2.5781753549791731E-3</c:v>
                </c:pt>
                <c:pt idx="133">
                  <c:v>2.5977069864593361E-3</c:v>
                </c:pt>
                <c:pt idx="134">
                  <c:v>2.6172386179394991E-3</c:v>
                </c:pt>
                <c:pt idx="135">
                  <c:v>2.6367702494196621E-3</c:v>
                </c:pt>
                <c:pt idx="136">
                  <c:v>2.656301880889167E-3</c:v>
                </c:pt>
                <c:pt idx="137">
                  <c:v>2.67583351236933E-3</c:v>
                </c:pt>
                <c:pt idx="138">
                  <c:v>2.695365143849493E-3</c:v>
                </c:pt>
                <c:pt idx="139">
                  <c:v>2.714896775329656E-3</c:v>
                </c:pt>
                <c:pt idx="140">
                  <c:v>2.7344284067991609E-3</c:v>
                </c:pt>
                <c:pt idx="141">
                  <c:v>2.7539600382793239E-3</c:v>
                </c:pt>
                <c:pt idx="142">
                  <c:v>2.7734916697594869E-3</c:v>
                </c:pt>
                <c:pt idx="143">
                  <c:v>2.79302330122988E-3</c:v>
                </c:pt>
                <c:pt idx="144">
                  <c:v>2.812554932710043E-3</c:v>
                </c:pt>
                <c:pt idx="145">
                  <c:v>2.8320865641893178E-3</c:v>
                </c:pt>
                <c:pt idx="146">
                  <c:v>2.8516181956597109E-3</c:v>
                </c:pt>
                <c:pt idx="147">
                  <c:v>2.8711498271398739E-3</c:v>
                </c:pt>
                <c:pt idx="148">
                  <c:v>2.8906814586200369E-3</c:v>
                </c:pt>
                <c:pt idx="149">
                  <c:v>2.9102130900993117E-3</c:v>
                </c:pt>
                <c:pt idx="150">
                  <c:v>2.9297447215697048E-3</c:v>
                </c:pt>
                <c:pt idx="151">
                  <c:v>2.9492763530498678E-3</c:v>
                </c:pt>
                <c:pt idx="152">
                  <c:v>2.9688079845300308E-3</c:v>
                </c:pt>
                <c:pt idx="153">
                  <c:v>2.9883396160093056E-3</c:v>
                </c:pt>
                <c:pt idx="154">
                  <c:v>3.0078712474796987E-3</c:v>
                </c:pt>
                <c:pt idx="155">
                  <c:v>3.0274028789598617E-3</c:v>
                </c:pt>
                <c:pt idx="156">
                  <c:v>3.0469345104400247E-3</c:v>
                </c:pt>
                <c:pt idx="157">
                  <c:v>3.0664661419095296E-3</c:v>
                </c:pt>
                <c:pt idx="158">
                  <c:v>3.0859977733896926E-3</c:v>
                </c:pt>
                <c:pt idx="159">
                  <c:v>3.1055294048698556E-3</c:v>
                </c:pt>
                <c:pt idx="160">
                  <c:v>3.1250610363500186E-3</c:v>
                </c:pt>
                <c:pt idx="161">
                  <c:v>3.1445926678195235E-3</c:v>
                </c:pt>
                <c:pt idx="162">
                  <c:v>3.1641242992996865E-3</c:v>
                </c:pt>
                <c:pt idx="163">
                  <c:v>3.1836559307798495E-3</c:v>
                </c:pt>
                <c:pt idx="164">
                  <c:v>3.2031875622493544E-3</c:v>
                </c:pt>
                <c:pt idx="165">
                  <c:v>3.2227191937295174E-3</c:v>
                </c:pt>
                <c:pt idx="166">
                  <c:v>3.2422508252096804E-3</c:v>
                </c:pt>
                <c:pt idx="167">
                  <c:v>3.2617824566898435E-3</c:v>
                </c:pt>
                <c:pt idx="168">
                  <c:v>3.2813140881593483E-3</c:v>
                </c:pt>
                <c:pt idx="169">
                  <c:v>3.3008457196395113E-3</c:v>
                </c:pt>
                <c:pt idx="170">
                  <c:v>3.3203773511196744E-3</c:v>
                </c:pt>
                <c:pt idx="171">
                  <c:v>3.3399089825891792E-3</c:v>
                </c:pt>
                <c:pt idx="172">
                  <c:v>3.3594406140693422E-3</c:v>
                </c:pt>
                <c:pt idx="173">
                  <c:v>3.3789722455495053E-3</c:v>
                </c:pt>
                <c:pt idx="174">
                  <c:v>3.3985038770296683E-3</c:v>
                </c:pt>
                <c:pt idx="175">
                  <c:v>3.4180355084991731E-3</c:v>
                </c:pt>
                <c:pt idx="176">
                  <c:v>3.4375671399793362E-3</c:v>
                </c:pt>
                <c:pt idx="177">
                  <c:v>3.4570987714594992E-3</c:v>
                </c:pt>
                <c:pt idx="178">
                  <c:v>3.4766304029396622E-3</c:v>
                </c:pt>
                <c:pt idx="179">
                  <c:v>3.4961620344091671E-3</c:v>
                </c:pt>
                <c:pt idx="180">
                  <c:v>3.5156936658893301E-3</c:v>
                </c:pt>
                <c:pt idx="181">
                  <c:v>3.5352252973694931E-3</c:v>
                </c:pt>
                <c:pt idx="182">
                  <c:v>3.5547569288398861E-3</c:v>
                </c:pt>
                <c:pt idx="183">
                  <c:v>3.574288560319161E-3</c:v>
                </c:pt>
                <c:pt idx="184">
                  <c:v>3.593820191799324E-3</c:v>
                </c:pt>
                <c:pt idx="185">
                  <c:v>3.613351823279487E-3</c:v>
                </c:pt>
                <c:pt idx="186">
                  <c:v>3.6328834547498801E-3</c:v>
                </c:pt>
                <c:pt idx="187">
                  <c:v>3.6524150862300431E-3</c:v>
                </c:pt>
                <c:pt idx="188">
                  <c:v>3.6719467177093179E-3</c:v>
                </c:pt>
                <c:pt idx="189">
                  <c:v>3.691478349179711E-3</c:v>
                </c:pt>
                <c:pt idx="190">
                  <c:v>3.711009980659874E-3</c:v>
                </c:pt>
                <c:pt idx="191">
                  <c:v>3.730541612140037E-3</c:v>
                </c:pt>
                <c:pt idx="192">
                  <c:v>3.7500732436193118E-3</c:v>
                </c:pt>
                <c:pt idx="193">
                  <c:v>3.7696048750897049E-3</c:v>
                </c:pt>
                <c:pt idx="194">
                  <c:v>3.7891365065698679E-3</c:v>
                </c:pt>
                <c:pt idx="195">
                  <c:v>3.8086681380500309E-3</c:v>
                </c:pt>
                <c:pt idx="196">
                  <c:v>3.8281997695195358E-3</c:v>
                </c:pt>
                <c:pt idx="197">
                  <c:v>3.8477314009996988E-3</c:v>
                </c:pt>
                <c:pt idx="198">
                  <c:v>3.8672630324798618E-3</c:v>
                </c:pt>
                <c:pt idx="199">
                  <c:v>3.8867946639600248E-3</c:v>
                </c:pt>
                <c:pt idx="200">
                  <c:v>3.9063262954295297E-3</c:v>
                </c:pt>
                <c:pt idx="201">
                  <c:v>3.9258579269096927E-3</c:v>
                </c:pt>
                <c:pt idx="202">
                  <c:v>3.9453895583898557E-3</c:v>
                </c:pt>
                <c:pt idx="203">
                  <c:v>3.9649211898593606E-3</c:v>
                </c:pt>
                <c:pt idx="204">
                  <c:v>3.9844528213395236E-3</c:v>
                </c:pt>
                <c:pt idx="205">
                  <c:v>4.0039844528196866E-3</c:v>
                </c:pt>
                <c:pt idx="206">
                  <c:v>4.0235160842998496E-3</c:v>
                </c:pt>
                <c:pt idx="207">
                  <c:v>4.0430477157693545E-3</c:v>
                </c:pt>
                <c:pt idx="208">
                  <c:v>4.0625793472495175E-3</c:v>
                </c:pt>
                <c:pt idx="209">
                  <c:v>4.0821109787296805E-3</c:v>
                </c:pt>
                <c:pt idx="210">
                  <c:v>4.1016426101991854E-3</c:v>
                </c:pt>
                <c:pt idx="211">
                  <c:v>4.1211742416793484E-3</c:v>
                </c:pt>
                <c:pt idx="212">
                  <c:v>4.1407058731595114E-3</c:v>
                </c:pt>
                <c:pt idx="213">
                  <c:v>4.1602375046396745E-3</c:v>
                </c:pt>
                <c:pt idx="214">
                  <c:v>4.1797691361091793E-3</c:v>
                </c:pt>
                <c:pt idx="215">
                  <c:v>4.1993007675893423E-3</c:v>
                </c:pt>
                <c:pt idx="216">
                  <c:v>4.2188323990695054E-3</c:v>
                </c:pt>
                <c:pt idx="217">
                  <c:v>4.2383640305496684E-3</c:v>
                </c:pt>
                <c:pt idx="218">
                  <c:v>4.2578956620191732E-3</c:v>
                </c:pt>
                <c:pt idx="219">
                  <c:v>4.2774272934993363E-3</c:v>
                </c:pt>
                <c:pt idx="220">
                  <c:v>4.2969589249794993E-3</c:v>
                </c:pt>
                <c:pt idx="221">
                  <c:v>4.3164905564498923E-3</c:v>
                </c:pt>
                <c:pt idx="222">
                  <c:v>4.3360221879291672E-3</c:v>
                </c:pt>
                <c:pt idx="223">
                  <c:v>4.3555538194093302E-3</c:v>
                </c:pt>
                <c:pt idx="224">
                  <c:v>4.3750854508894932E-3</c:v>
                </c:pt>
                <c:pt idx="225">
                  <c:v>4.3946170823598862E-3</c:v>
                </c:pt>
                <c:pt idx="226">
                  <c:v>4.4141487138391611E-3</c:v>
                </c:pt>
                <c:pt idx="227">
                  <c:v>4.4336803453193241E-3</c:v>
                </c:pt>
                <c:pt idx="228">
                  <c:v>4.4532119767897171E-3</c:v>
                </c:pt>
                <c:pt idx="229">
                  <c:v>4.4727436082698802E-3</c:v>
                </c:pt>
                <c:pt idx="230">
                  <c:v>4.4922752397500432E-3</c:v>
                </c:pt>
                <c:pt idx="231">
                  <c:v>4.511806871229318E-3</c:v>
                </c:pt>
                <c:pt idx="232">
                  <c:v>4.5313385026997111E-3</c:v>
                </c:pt>
                <c:pt idx="233">
                  <c:v>4.5508701341798741E-3</c:v>
                </c:pt>
                <c:pt idx="234">
                  <c:v>4.5704017656600371E-3</c:v>
                </c:pt>
                <c:pt idx="235">
                  <c:v>4.589933397129542E-3</c:v>
                </c:pt>
                <c:pt idx="236">
                  <c:v>4.609465028609705E-3</c:v>
                </c:pt>
                <c:pt idx="237">
                  <c:v>4.628996660089868E-3</c:v>
                </c:pt>
                <c:pt idx="238">
                  <c:v>4.648528291570031E-3</c:v>
                </c:pt>
                <c:pt idx="239">
                  <c:v>4.6680599230395359E-3</c:v>
                </c:pt>
                <c:pt idx="240">
                  <c:v>4.6875915545196989E-3</c:v>
                </c:pt>
                <c:pt idx="241">
                  <c:v>4.7071231859998619E-3</c:v>
                </c:pt>
                <c:pt idx="242">
                  <c:v>4.7266548174693668E-3</c:v>
                </c:pt>
                <c:pt idx="243">
                  <c:v>4.7461864489495298E-3</c:v>
                </c:pt>
                <c:pt idx="244">
                  <c:v>4.7657180804296928E-3</c:v>
                </c:pt>
                <c:pt idx="245">
                  <c:v>4.7852497119098558E-3</c:v>
                </c:pt>
                <c:pt idx="246">
                  <c:v>4.8047813433793607E-3</c:v>
                </c:pt>
                <c:pt idx="247">
                  <c:v>4.8243129748595237E-3</c:v>
                </c:pt>
                <c:pt idx="248">
                  <c:v>4.8438446063396867E-3</c:v>
                </c:pt>
                <c:pt idx="249">
                  <c:v>4.8633762378091916E-3</c:v>
                </c:pt>
                <c:pt idx="250">
                  <c:v>4.8829078692893546E-3</c:v>
                </c:pt>
                <c:pt idx="251">
                  <c:v>4.9024395007695176E-3</c:v>
                </c:pt>
                <c:pt idx="252">
                  <c:v>4.9219711322496806E-3</c:v>
                </c:pt>
                <c:pt idx="253">
                  <c:v>4.9415027637191855E-3</c:v>
                </c:pt>
                <c:pt idx="254">
                  <c:v>4.9610343951993485E-3</c:v>
                </c:pt>
                <c:pt idx="255">
                  <c:v>4.9805660266795115E-3</c:v>
                </c:pt>
                <c:pt idx="256">
                  <c:v>5.0000976581596746E-3</c:v>
                </c:pt>
                <c:pt idx="257">
                  <c:v>5.0196292896291794E-3</c:v>
                </c:pt>
                <c:pt idx="258">
                  <c:v>5.0391609211093424E-3</c:v>
                </c:pt>
                <c:pt idx="259">
                  <c:v>5.0586925525895055E-3</c:v>
                </c:pt>
                <c:pt idx="260">
                  <c:v>5.0782241840598985E-3</c:v>
                </c:pt>
                <c:pt idx="261">
                  <c:v>5.0977558155391733E-3</c:v>
                </c:pt>
                <c:pt idx="262">
                  <c:v>5.1172874470193364E-3</c:v>
                </c:pt>
                <c:pt idx="263">
                  <c:v>5.1368190784994994E-3</c:v>
                </c:pt>
                <c:pt idx="264">
                  <c:v>5.1563507099698924E-3</c:v>
                </c:pt>
                <c:pt idx="265">
                  <c:v>5.1758823414491673E-3</c:v>
                </c:pt>
                <c:pt idx="266">
                  <c:v>5.1954139729293303E-3</c:v>
                </c:pt>
                <c:pt idx="267">
                  <c:v>5.2149456043997233E-3</c:v>
                </c:pt>
                <c:pt idx="268">
                  <c:v>5.2344772358798863E-3</c:v>
                </c:pt>
                <c:pt idx="269">
                  <c:v>5.2540088673591612E-3</c:v>
                </c:pt>
                <c:pt idx="270">
                  <c:v>5.2735404988393242E-3</c:v>
                </c:pt>
                <c:pt idx="271">
                  <c:v>5.2930721303097172E-3</c:v>
                </c:pt>
                <c:pt idx="272">
                  <c:v>5.3126037617898803E-3</c:v>
                </c:pt>
                <c:pt idx="273">
                  <c:v>5.3321353932700433E-3</c:v>
                </c:pt>
                <c:pt idx="274">
                  <c:v>5.3516670247395481E-3</c:v>
                </c:pt>
                <c:pt idx="275">
                  <c:v>5.3711986562197112E-3</c:v>
                </c:pt>
                <c:pt idx="276">
                  <c:v>5.3907302876998742E-3</c:v>
                </c:pt>
                <c:pt idx="277">
                  <c:v>5.4102619191800372E-3</c:v>
                </c:pt>
                <c:pt idx="278">
                  <c:v>5.4297935506495421E-3</c:v>
                </c:pt>
                <c:pt idx="279">
                  <c:v>5.4493251821297051E-3</c:v>
                </c:pt>
                <c:pt idx="280">
                  <c:v>5.4688568136098681E-3</c:v>
                </c:pt>
                <c:pt idx="281">
                  <c:v>5.488388445079373E-3</c:v>
                </c:pt>
                <c:pt idx="282">
                  <c:v>5.507920076559536E-3</c:v>
                </c:pt>
                <c:pt idx="283">
                  <c:v>5.527451708039699E-3</c:v>
                </c:pt>
                <c:pt idx="284">
                  <c:v>5.546983339519862E-3</c:v>
                </c:pt>
                <c:pt idx="285">
                  <c:v>5.5665149709893669E-3</c:v>
                </c:pt>
                <c:pt idx="286">
                  <c:v>5.5860466024695299E-3</c:v>
                </c:pt>
                <c:pt idx="287">
                  <c:v>5.6055782339496929E-3</c:v>
                </c:pt>
                <c:pt idx="288">
                  <c:v>5.6251098654191978E-3</c:v>
                </c:pt>
                <c:pt idx="289">
                  <c:v>5.6446414968993608E-3</c:v>
                </c:pt>
                <c:pt idx="290">
                  <c:v>5.6641731283795238E-3</c:v>
                </c:pt>
                <c:pt idx="291">
                  <c:v>5.6837047598596868E-3</c:v>
                </c:pt>
                <c:pt idx="292">
                  <c:v>5.7032363913291917E-3</c:v>
                </c:pt>
                <c:pt idx="293">
                  <c:v>5.7227680228093547E-3</c:v>
                </c:pt>
                <c:pt idx="294">
                  <c:v>5.7422996542895177E-3</c:v>
                </c:pt>
                <c:pt idx="295">
                  <c:v>5.7618312857696807E-3</c:v>
                </c:pt>
                <c:pt idx="296">
                  <c:v>5.7813629172391856E-3</c:v>
                </c:pt>
                <c:pt idx="297">
                  <c:v>5.8008945487193486E-3</c:v>
                </c:pt>
                <c:pt idx="298">
                  <c:v>5.8204261801995116E-3</c:v>
                </c:pt>
                <c:pt idx="299">
                  <c:v>5.8399578116699047E-3</c:v>
                </c:pt>
                <c:pt idx="300">
                  <c:v>5.8594894431491795E-3</c:v>
                </c:pt>
                <c:pt idx="301">
                  <c:v>5.8790210746293425E-3</c:v>
                </c:pt>
                <c:pt idx="302">
                  <c:v>5.8985527061095056E-3</c:v>
                </c:pt>
                <c:pt idx="303">
                  <c:v>5.9180843375798986E-3</c:v>
                </c:pt>
                <c:pt idx="304">
                  <c:v>5.9376159690591734E-3</c:v>
                </c:pt>
                <c:pt idx="305">
                  <c:v>5.9571476005393365E-3</c:v>
                </c:pt>
                <c:pt idx="306">
                  <c:v>5.9766792320097295E-3</c:v>
                </c:pt>
                <c:pt idx="307">
                  <c:v>5.9962108634898925E-3</c:v>
                </c:pt>
                <c:pt idx="308">
                  <c:v>6.0157424949691674E-3</c:v>
                </c:pt>
                <c:pt idx="309">
                  <c:v>6.0352741264395604E-3</c:v>
                </c:pt>
                <c:pt idx="310">
                  <c:v>6.0548057579197234E-3</c:v>
                </c:pt>
                <c:pt idx="311">
                  <c:v>6.0743373893998864E-3</c:v>
                </c:pt>
                <c:pt idx="312">
                  <c:v>6.0938690208791613E-3</c:v>
                </c:pt>
                <c:pt idx="313">
                  <c:v>6.1134006523495543E-3</c:v>
                </c:pt>
                <c:pt idx="314">
                  <c:v>6.1329322838297173E-3</c:v>
                </c:pt>
                <c:pt idx="315">
                  <c:v>6.1524639153098803E-3</c:v>
                </c:pt>
                <c:pt idx="316">
                  <c:v>6.1719955467900434E-3</c:v>
                </c:pt>
                <c:pt idx="317">
                  <c:v>6.1915271782595482E-3</c:v>
                </c:pt>
                <c:pt idx="318">
                  <c:v>6.2110588097397113E-3</c:v>
                </c:pt>
                <c:pt idx="319">
                  <c:v>6.2305904412198743E-3</c:v>
                </c:pt>
                <c:pt idx="320">
                  <c:v>6.2501220726893791E-3</c:v>
                </c:pt>
                <c:pt idx="321">
                  <c:v>6.2696537041695422E-3</c:v>
                </c:pt>
                <c:pt idx="322">
                  <c:v>6.2891853356497052E-3</c:v>
                </c:pt>
                <c:pt idx="323">
                  <c:v>6.3087169671298682E-3</c:v>
                </c:pt>
                <c:pt idx="324">
                  <c:v>6.3282485985993731E-3</c:v>
                </c:pt>
                <c:pt idx="325">
                  <c:v>6.3477802300795361E-3</c:v>
                </c:pt>
                <c:pt idx="326">
                  <c:v>6.3673118615596991E-3</c:v>
                </c:pt>
                <c:pt idx="327">
                  <c:v>6.386843493029204E-3</c:v>
                </c:pt>
                <c:pt idx="328">
                  <c:v>6.406375124509367E-3</c:v>
                </c:pt>
                <c:pt idx="329">
                  <c:v>6.42590675598953E-3</c:v>
                </c:pt>
                <c:pt idx="330">
                  <c:v>6.445438387469693E-3</c:v>
                </c:pt>
                <c:pt idx="331">
                  <c:v>6.4649700189391979E-3</c:v>
                </c:pt>
                <c:pt idx="332">
                  <c:v>6.4845016504193609E-3</c:v>
                </c:pt>
                <c:pt idx="333">
                  <c:v>6.5040332818995239E-3</c:v>
                </c:pt>
                <c:pt idx="334">
                  <c:v>6.523564913369917E-3</c:v>
                </c:pt>
                <c:pt idx="335">
                  <c:v>6.5430965448491918E-3</c:v>
                </c:pt>
                <c:pt idx="336">
                  <c:v>6.5626281763293548E-3</c:v>
                </c:pt>
                <c:pt idx="337">
                  <c:v>6.5821598078095178E-3</c:v>
                </c:pt>
                <c:pt idx="338">
                  <c:v>6.6016914392799109E-3</c:v>
                </c:pt>
                <c:pt idx="339">
                  <c:v>6.6212230707591857E-3</c:v>
                </c:pt>
                <c:pt idx="340">
                  <c:v>6.6407547022393487E-3</c:v>
                </c:pt>
                <c:pt idx="341">
                  <c:v>6.6602863337195117E-3</c:v>
                </c:pt>
                <c:pt idx="342">
                  <c:v>6.6798179651899048E-3</c:v>
                </c:pt>
                <c:pt idx="343">
                  <c:v>6.6993495966691796E-3</c:v>
                </c:pt>
                <c:pt idx="344">
                  <c:v>6.7188812281493426E-3</c:v>
                </c:pt>
                <c:pt idx="345">
                  <c:v>6.7384128596197357E-3</c:v>
                </c:pt>
                <c:pt idx="346">
                  <c:v>6.7579444910998987E-3</c:v>
                </c:pt>
                <c:pt idx="347">
                  <c:v>6.7774761225791735E-3</c:v>
                </c:pt>
                <c:pt idx="348">
                  <c:v>6.7970077540495666E-3</c:v>
                </c:pt>
              </c:numCache>
            </c:numRef>
          </c:xVal>
          <c:yVal>
            <c:numRef>
              <c:f>'0.3'!$N$2:$N$350</c:f>
              <c:numCache>
                <c:formatCode>General</c:formatCode>
                <c:ptCount val="349"/>
                <c:pt idx="0">
                  <c:v>2.5544364399999997E-4</c:v>
                </c:pt>
                <c:pt idx="1">
                  <c:v>2.0234989300000001E-4</c:v>
                </c:pt>
                <c:pt idx="2">
                  <c:v>2.06011531E-4</c:v>
                </c:pt>
                <c:pt idx="3">
                  <c:v>2.30422451E-4</c:v>
                </c:pt>
                <c:pt idx="4">
                  <c:v>2.5361282500000002E-4</c:v>
                </c:pt>
                <c:pt idx="5">
                  <c:v>2.49340914E-4</c:v>
                </c:pt>
                <c:pt idx="6">
                  <c:v>2.4506900299999998E-4</c:v>
                </c:pt>
                <c:pt idx="7">
                  <c:v>2.8046483699999998E-4</c:v>
                </c:pt>
                <c:pt idx="8">
                  <c:v>2.24929994E-4</c:v>
                </c:pt>
                <c:pt idx="9">
                  <c:v>2.48120368E-4</c:v>
                </c:pt>
                <c:pt idx="10">
                  <c:v>2.6276692000000001E-4</c:v>
                </c:pt>
                <c:pt idx="11">
                  <c:v>2.7802374500000002E-4</c:v>
                </c:pt>
                <c:pt idx="12">
                  <c:v>3.4637432100000001E-4</c:v>
                </c:pt>
                <c:pt idx="13">
                  <c:v>2.9083947800000003E-4</c:v>
                </c:pt>
                <c:pt idx="14">
                  <c:v>2.9816275400000001E-4</c:v>
                </c:pt>
                <c:pt idx="15">
                  <c:v>2.4506900299999998E-4</c:v>
                </c:pt>
                <c:pt idx="16">
                  <c:v>1.95026617E-4</c:v>
                </c:pt>
                <c:pt idx="17">
                  <c:v>2.8900865900000002E-4</c:v>
                </c:pt>
                <c:pt idx="18">
                  <c:v>2.6703883099999997E-4</c:v>
                </c:pt>
                <c:pt idx="19">
                  <c:v>2.5056146000000001E-4</c:v>
                </c:pt>
                <c:pt idx="20">
                  <c:v>2.2126835600000001E-4</c:v>
                </c:pt>
                <c:pt idx="21">
                  <c:v>3.1036821400000001E-4</c:v>
                </c:pt>
                <c:pt idx="22">
                  <c:v>3.4271268299999999E-4</c:v>
                </c:pt>
                <c:pt idx="23">
                  <c:v>2.19437537E-4</c:v>
                </c:pt>
                <c:pt idx="24">
                  <c:v>2.3835600000000001E-4</c:v>
                </c:pt>
                <c:pt idx="25">
                  <c:v>2.0418071199999999E-4</c:v>
                </c:pt>
                <c:pt idx="26">
                  <c:v>2.8839838600000002E-4</c:v>
                </c:pt>
                <c:pt idx="27">
                  <c:v>3.8726261199999997E-4</c:v>
                </c:pt>
                <c:pt idx="28">
                  <c:v>1.710334476E-3</c:v>
                </c:pt>
                <c:pt idx="29">
                  <c:v>7.157631274E-3</c:v>
                </c:pt>
                <c:pt idx="30">
                  <c:v>1.4634085797000001E-2</c:v>
                </c:pt>
                <c:pt idx="31">
                  <c:v>1.5362141486E-2</c:v>
                </c:pt>
                <c:pt idx="32">
                  <c:v>8.7290842489999992E-3</c:v>
                </c:pt>
                <c:pt idx="33" formatCode="0.00E+00">
                  <c:v>-9.1801692999999695E-5</c:v>
                </c:pt>
                <c:pt idx="34">
                  <c:v>-5.4353520810000002E-3</c:v>
                </c:pt>
                <c:pt idx="35">
                  <c:v>-5.9321143029999997E-3</c:v>
                </c:pt>
                <c:pt idx="36">
                  <c:v>-4.9477439539999998E-3</c:v>
                </c:pt>
                <c:pt idx="37">
                  <c:v>-4.1122802169999998E-3</c:v>
                </c:pt>
                <c:pt idx="38">
                  <c:v>-3.4623394719999999E-3</c:v>
                </c:pt>
                <c:pt idx="39">
                  <c:v>-3.0351483719999999E-3</c:v>
                </c:pt>
                <c:pt idx="40">
                  <c:v>-2.8252144599999998E-3</c:v>
                </c:pt>
                <c:pt idx="41">
                  <c:v>-2.4151110040000002E-3</c:v>
                </c:pt>
                <c:pt idx="42">
                  <c:v>-1.791411998E-3</c:v>
                </c:pt>
                <c:pt idx="43">
                  <c:v>-1.613822555E-3</c:v>
                </c:pt>
                <c:pt idx="44">
                  <c:v>-1.1738157220000001E-3</c:v>
                </c:pt>
                <c:pt idx="45">
                  <c:v>-9.1750106200000001E-4</c:v>
                </c:pt>
                <c:pt idx="46">
                  <c:v>-9.3764007100000004E-4</c:v>
                </c:pt>
                <c:pt idx="47">
                  <c:v>-6.4470903100000002E-4</c:v>
                </c:pt>
                <c:pt idx="48">
                  <c:v>-5.4767562399999996E-4</c:v>
                </c:pt>
                <c:pt idx="49">
                  <c:v>-4.3050320799999998E-4</c:v>
                </c:pt>
                <c:pt idx="50">
                  <c:v>-3.7863000300000001E-4</c:v>
                </c:pt>
                <c:pt idx="51">
                  <c:v>-3.2248488699999998E-4</c:v>
                </c:pt>
                <c:pt idx="52">
                  <c:v>-2.1690765799999999E-4</c:v>
                </c:pt>
                <c:pt idx="53">
                  <c:v>-2.24841207E-4</c:v>
                </c:pt>
                <c:pt idx="54" formatCode="0.00E+00">
                  <c:v>-8.5088689999999895E-5</c:v>
                </c:pt>
                <c:pt idx="55" formatCode="0.00E+00">
                  <c:v>-8.2037324999999705E-5</c:v>
                </c:pt>
                <c:pt idx="56" formatCode="0.00E+00">
                  <c:v>-3.6877122999999799E-5</c:v>
                </c:pt>
                <c:pt idx="57" formatCode="0.00E+00">
                  <c:v>1.8047447000000201E-5</c:v>
                </c:pt>
                <c:pt idx="58">
                  <c:v>2.1394508E-4</c:v>
                </c:pt>
                <c:pt idx="59" formatCode="0.00E+00">
                  <c:v>5.2833008000000402E-5</c:v>
                </c:pt>
                <c:pt idx="60">
                  <c:v>1.3644040900000001E-4</c:v>
                </c:pt>
                <c:pt idx="61">
                  <c:v>2.37135454E-4</c:v>
                </c:pt>
                <c:pt idx="62">
                  <c:v>1.8160061099999999E-4</c:v>
                </c:pt>
                <c:pt idx="63">
                  <c:v>2.01129347E-4</c:v>
                </c:pt>
                <c:pt idx="64">
                  <c:v>1.7305678900000001E-4</c:v>
                </c:pt>
                <c:pt idx="65">
                  <c:v>3.8970370399999998E-4</c:v>
                </c:pt>
                <c:pt idx="66">
                  <c:v>3.34168861E-4</c:v>
                </c:pt>
                <c:pt idx="67">
                  <c:v>2.9877302700000001E-4</c:v>
                </c:pt>
                <c:pt idx="68">
                  <c:v>3.7993933599999999E-4</c:v>
                </c:pt>
                <c:pt idx="69">
                  <c:v>2.5178200600000001E-4</c:v>
                </c:pt>
                <c:pt idx="70">
                  <c:v>3.0487575699999998E-4</c:v>
                </c:pt>
                <c:pt idx="71">
                  <c:v>2.9450111599999999E-4</c:v>
                </c:pt>
                <c:pt idx="72">
                  <c:v>2.7436210700000001E-4</c:v>
                </c:pt>
                <c:pt idx="73">
                  <c:v>2.13334807E-4</c:v>
                </c:pt>
                <c:pt idx="74">
                  <c:v>1.4315341200000001E-4</c:v>
                </c:pt>
                <c:pt idx="75" formatCode="0.00E+00">
                  <c:v>6.1987103000000403E-5</c:v>
                </c:pt>
                <c:pt idx="76">
                  <c:v>1.3094795200000001E-4</c:v>
                </c:pt>
                <c:pt idx="77">
                  <c:v>1.2240413E-4</c:v>
                </c:pt>
                <c:pt idx="78">
                  <c:v>1.3277877099999999E-4</c:v>
                </c:pt>
                <c:pt idx="79">
                  <c:v>1.8953416E-4</c:v>
                </c:pt>
                <c:pt idx="80">
                  <c:v>1.52307507E-4</c:v>
                </c:pt>
                <c:pt idx="81">
                  <c:v>2.4506900299999998E-4</c:v>
                </c:pt>
                <c:pt idx="82">
                  <c:v>2.18827264E-4</c:v>
                </c:pt>
                <c:pt idx="83">
                  <c:v>2.0479098499999999E-4</c:v>
                </c:pt>
                <c:pt idx="84">
                  <c:v>1.71836243E-4</c:v>
                </c:pt>
                <c:pt idx="85">
                  <c:v>2.1150398799999999E-4</c:v>
                </c:pt>
                <c:pt idx="86">
                  <c:v>2.3225327000000001E-4</c:v>
                </c:pt>
                <c:pt idx="87">
                  <c:v>2.0357043900000001E-4</c:v>
                </c:pt>
                <c:pt idx="88">
                  <c:v>2.5483337100000003E-4</c:v>
                </c:pt>
                <c:pt idx="89">
                  <c:v>2.5483337100000003E-4</c:v>
                </c:pt>
                <c:pt idx="90">
                  <c:v>2.2859163199999999E-4</c:v>
                </c:pt>
                <c:pt idx="91">
                  <c:v>1.8404170300000001E-4</c:v>
                </c:pt>
                <c:pt idx="92">
                  <c:v>2.1638617199999999E-4</c:v>
                </c:pt>
                <c:pt idx="93">
                  <c:v>2.61546374E-4</c:v>
                </c:pt>
                <c:pt idx="94">
                  <c:v>2.01129347E-4</c:v>
                </c:pt>
                <c:pt idx="95">
                  <c:v>3.2257367400000001E-4</c:v>
                </c:pt>
                <c:pt idx="96">
                  <c:v>2.49951187E-4</c:v>
                </c:pt>
                <c:pt idx="97">
                  <c:v>2.60936101E-4</c:v>
                </c:pt>
                <c:pt idx="98">
                  <c:v>2.06011531E-4</c:v>
                </c:pt>
                <c:pt idx="99">
                  <c:v>2.8168538299999998E-4</c:v>
                </c:pt>
                <c:pt idx="100">
                  <c:v>2.8900865900000002E-4</c:v>
                </c:pt>
                <c:pt idx="101">
                  <c:v>2.4628954899999999E-4</c:v>
                </c:pt>
                <c:pt idx="102">
                  <c:v>2.1516562600000001E-4</c:v>
                </c:pt>
                <c:pt idx="103">
                  <c:v>1.9929852799999999E-4</c:v>
                </c:pt>
                <c:pt idx="104">
                  <c:v>2.3530463499999999E-4</c:v>
                </c:pt>
                <c:pt idx="105">
                  <c:v>3.2501476600000002E-4</c:v>
                </c:pt>
                <c:pt idx="106">
                  <c:v>2.49340914E-4</c:v>
                </c:pt>
                <c:pt idx="107">
                  <c:v>2.8778811300000001E-4</c:v>
                </c:pt>
                <c:pt idx="108">
                  <c:v>1.6878487799999999E-4</c:v>
                </c:pt>
                <c:pt idx="109">
                  <c:v>1.9868825499999999E-4</c:v>
                </c:pt>
                <c:pt idx="110">
                  <c:v>3.09757941E-4</c:v>
                </c:pt>
                <c:pt idx="111">
                  <c:v>2.1150398799999999E-4</c:v>
                </c:pt>
                <c:pt idx="112">
                  <c:v>3.5003595900000002E-4</c:v>
                </c:pt>
                <c:pt idx="113">
                  <c:v>2.5483337100000003E-4</c:v>
                </c:pt>
                <c:pt idx="114">
                  <c:v>3.21353128E-4</c:v>
                </c:pt>
                <c:pt idx="115">
                  <c:v>2.7619292600000001E-4</c:v>
                </c:pt>
                <c:pt idx="116">
                  <c:v>2.5300255200000002E-4</c:v>
                </c:pt>
                <c:pt idx="117">
                  <c:v>2.5544364399999997E-4</c:v>
                </c:pt>
                <c:pt idx="118">
                  <c:v>2.4018681899999999E-4</c:v>
                </c:pt>
                <c:pt idx="119">
                  <c:v>1.3460959E-4</c:v>
                </c:pt>
                <c:pt idx="120">
                  <c:v>2.43848457E-4</c:v>
                </c:pt>
                <c:pt idx="121">
                  <c:v>2.2248890199999999E-4</c:v>
                </c:pt>
                <c:pt idx="122">
                  <c:v>2.07232077E-4</c:v>
                </c:pt>
                <c:pt idx="123">
                  <c:v>2.6215664700000001E-4</c:v>
                </c:pt>
                <c:pt idx="124">
                  <c:v>1.29117133E-4</c:v>
                </c:pt>
                <c:pt idx="125">
                  <c:v>2.4018681899999999E-4</c:v>
                </c:pt>
                <c:pt idx="126">
                  <c:v>1.9258552499999999E-4</c:v>
                </c:pt>
                <c:pt idx="127">
                  <c:v>2.37745727E-4</c:v>
                </c:pt>
                <c:pt idx="128">
                  <c:v>1.5047668799999999E-4</c:v>
                </c:pt>
                <c:pt idx="129">
                  <c:v>1.5718969099999999E-4</c:v>
                </c:pt>
                <c:pt idx="130">
                  <c:v>1.9197525199999999E-4</c:v>
                </c:pt>
                <c:pt idx="131">
                  <c:v>1.8404170300000001E-4</c:v>
                </c:pt>
                <c:pt idx="132">
                  <c:v>2.7802374500000002E-4</c:v>
                </c:pt>
                <c:pt idx="133">
                  <c:v>1.8465197600000001E-4</c:v>
                </c:pt>
                <c:pt idx="134">
                  <c:v>1.99908801E-4</c:v>
                </c:pt>
                <c:pt idx="135">
                  <c:v>2.13334807E-4</c:v>
                </c:pt>
                <c:pt idx="136">
                  <c:v>2.24319721E-4</c:v>
                </c:pt>
                <c:pt idx="137">
                  <c:v>2.1028344199999999E-4</c:v>
                </c:pt>
                <c:pt idx="138">
                  <c:v>1.9197525199999999E-4</c:v>
                </c:pt>
                <c:pt idx="139">
                  <c:v>2.8290592899999999E-4</c:v>
                </c:pt>
                <c:pt idx="140">
                  <c:v>2.49951187E-4</c:v>
                </c:pt>
                <c:pt idx="141">
                  <c:v>2.4751009499999999E-4</c:v>
                </c:pt>
                <c:pt idx="142">
                  <c:v>3.1158876000000001E-4</c:v>
                </c:pt>
                <c:pt idx="143">
                  <c:v>2.2309917499999999E-4</c:v>
                </c:pt>
                <c:pt idx="144">
                  <c:v>2.2859163199999999E-4</c:v>
                </c:pt>
                <c:pt idx="145">
                  <c:v>1.5413832600000001E-4</c:v>
                </c:pt>
                <c:pt idx="146">
                  <c:v>2.30422451E-4</c:v>
                </c:pt>
                <c:pt idx="147">
                  <c:v>2.8656756700000001E-4</c:v>
                </c:pt>
                <c:pt idx="148">
                  <c:v>2.42627911E-4</c:v>
                </c:pt>
                <c:pt idx="149">
                  <c:v>3.0670657599999999E-4</c:v>
                </c:pt>
                <c:pt idx="150">
                  <c:v>2.48120368E-4</c:v>
                </c:pt>
                <c:pt idx="151">
                  <c:v>2.7802374500000002E-4</c:v>
                </c:pt>
                <c:pt idx="152">
                  <c:v>2.7131074199999999E-4</c:v>
                </c:pt>
                <c:pt idx="153">
                  <c:v>2.7741347200000002E-4</c:v>
                </c:pt>
                <c:pt idx="154">
                  <c:v>1.9136497900000001E-4</c:v>
                </c:pt>
                <c:pt idx="155">
                  <c:v>2.0967316900000001E-4</c:v>
                </c:pt>
                <c:pt idx="156">
                  <c:v>8.7059882800000004E-4</c:v>
                </c:pt>
                <c:pt idx="157">
                  <c:v>3.742543566E-3</c:v>
                </c:pt>
                <c:pt idx="158">
                  <c:v>5.122370819E-3</c:v>
                </c:pt>
                <c:pt idx="159">
                  <c:v>4.3802788510000001E-3</c:v>
                </c:pt>
                <c:pt idx="160">
                  <c:v>3.7089785509999999E-3</c:v>
                </c:pt>
                <c:pt idx="161">
                  <c:v>4.2234386900000002E-3</c:v>
                </c:pt>
                <c:pt idx="162">
                  <c:v>-6.7400213499999896E-4</c:v>
                </c:pt>
                <c:pt idx="163">
                  <c:v>-2.3138056859999998E-3</c:v>
                </c:pt>
                <c:pt idx="164">
                  <c:v>-2.427316464E-3</c:v>
                </c:pt>
                <c:pt idx="165">
                  <c:v>-1.843895476E-3</c:v>
                </c:pt>
                <c:pt idx="166">
                  <c:v>-1.098752143E-3</c:v>
                </c:pt>
                <c:pt idx="167">
                  <c:v>-1.4106016460000001E-3</c:v>
                </c:pt>
                <c:pt idx="168">
                  <c:v>-1.056643306E-3</c:v>
                </c:pt>
                <c:pt idx="169">
                  <c:v>-3.74968365E-4</c:v>
                </c:pt>
                <c:pt idx="170">
                  <c:v>-1.386190726E-3</c:v>
                </c:pt>
                <c:pt idx="171">
                  <c:v>-1.0810542260000001E-3</c:v>
                </c:pt>
                <c:pt idx="172">
                  <c:v>-3.6642454300000001E-4</c:v>
                </c:pt>
                <c:pt idx="173">
                  <c:v>-4.1463611000000001E-4</c:v>
                </c:pt>
                <c:pt idx="174">
                  <c:v>-2.0714329E-4</c:v>
                </c:pt>
                <c:pt idx="175">
                  <c:v>-2.9746369400000003E-4</c:v>
                </c:pt>
                <c:pt idx="176">
                  <c:v>-1.28418073E-4</c:v>
                </c:pt>
                <c:pt idx="177" formatCode="0.00E+00">
                  <c:v>-7.7765413999999699E-5</c:v>
                </c:pt>
                <c:pt idx="178" formatCode="0.00E+00">
                  <c:v>-2.5892208999999601E-5</c:v>
                </c:pt>
                <c:pt idx="179" formatCode="0.00E+00">
                  <c:v>-2.0915619999999901E-6</c:v>
                </c:pt>
                <c:pt idx="180" formatCode="0.00E+00">
                  <c:v>8.8933520000001599E-6</c:v>
                </c:pt>
                <c:pt idx="181" formatCode="0.00E+00">
                  <c:v>8.2736385000000104E-5</c:v>
                </c:pt>
                <c:pt idx="182">
                  <c:v>1.71836243E-4</c:v>
                </c:pt>
                <c:pt idx="183">
                  <c:v>2.0234989300000001E-4</c:v>
                </c:pt>
                <c:pt idx="184">
                  <c:v>2.2920190499999999E-4</c:v>
                </c:pt>
                <c:pt idx="185">
                  <c:v>1.7854924600000001E-4</c:v>
                </c:pt>
                <c:pt idx="186">
                  <c:v>9.7800687599999998E-4</c:v>
                </c:pt>
                <c:pt idx="187">
                  <c:v>3.6137759630000001E-3</c:v>
                </c:pt>
                <c:pt idx="188">
                  <c:v>4.6219469590000001E-3</c:v>
                </c:pt>
                <c:pt idx="189">
                  <c:v>1.6438147189999999E-3</c:v>
                </c:pt>
                <c:pt idx="190">
                  <c:v>1.4857540120000001E-3</c:v>
                </c:pt>
                <c:pt idx="191">
                  <c:v>3.7199634650000001E-3</c:v>
                </c:pt>
                <c:pt idx="192">
                  <c:v>2.9034181910000002E-3</c:v>
                </c:pt>
                <c:pt idx="193">
                  <c:v>6.3869508799999997E-4</c:v>
                </c:pt>
                <c:pt idx="194">
                  <c:v>-1.433181747E-3</c:v>
                </c:pt>
                <c:pt idx="195">
                  <c:v>-2.8020240859999998E-3</c:v>
                </c:pt>
                <c:pt idx="196">
                  <c:v>5.3494867800000004E-4</c:v>
                </c:pt>
                <c:pt idx="197">
                  <c:v>-1.9055330490000001E-3</c:v>
                </c:pt>
                <c:pt idx="198">
                  <c:v>-9.2970652199999995E-4</c:v>
                </c:pt>
                <c:pt idx="199">
                  <c:v>-9.7730781599999995E-4</c:v>
                </c:pt>
                <c:pt idx="200">
                  <c:v>-1.698040229E-3</c:v>
                </c:pt>
                <c:pt idx="201">
                  <c:v>-1.0950905050000001E-3</c:v>
                </c:pt>
                <c:pt idx="202">
                  <c:v>-6.16636473E-4</c:v>
                </c:pt>
                <c:pt idx="203">
                  <c:v>-5.8734336899999998E-4</c:v>
                </c:pt>
                <c:pt idx="204">
                  <c:v>-4.2623129700000001E-4</c:v>
                </c:pt>
                <c:pt idx="205">
                  <c:v>-2.6389867899999998E-4</c:v>
                </c:pt>
                <c:pt idx="206">
                  <c:v>-2.8647877999999998E-4</c:v>
                </c:pt>
                <c:pt idx="207">
                  <c:v>1.0897812400000001E-4</c:v>
                </c:pt>
                <c:pt idx="208">
                  <c:v>1.8648279499999999E-4</c:v>
                </c:pt>
                <c:pt idx="209">
                  <c:v>-2.3887748600000001E-4</c:v>
                </c:pt>
                <c:pt idx="210" formatCode="0.00E+00">
                  <c:v>6.0766557000000201E-5</c:v>
                </c:pt>
                <c:pt idx="211" formatCode="0.00E+00">
                  <c:v>-3.4436030999999998E-5</c:v>
                </c:pt>
                <c:pt idx="212">
                  <c:v>2.3469436199999999E-4</c:v>
                </c:pt>
                <c:pt idx="213" formatCode="0.00E+00">
                  <c:v>6.4428195000000102E-5</c:v>
                </c:pt>
                <c:pt idx="214">
                  <c:v>2.2187862900000001E-4</c:v>
                </c:pt>
                <c:pt idx="215">
                  <c:v>6.0513007299999998E-4</c:v>
                </c:pt>
                <c:pt idx="216">
                  <c:v>3.4075036889999999E-3</c:v>
                </c:pt>
                <c:pt idx="217">
                  <c:v>2.4206922480000002E-3</c:v>
                </c:pt>
                <c:pt idx="218">
                  <c:v>3.0529350759999998E-3</c:v>
                </c:pt>
                <c:pt idx="219">
                  <c:v>-6.6911995100000002E-4</c:v>
                </c:pt>
                <c:pt idx="220" formatCode="0.00E+00">
                  <c:v>-2.4061389999999901E-5</c:v>
                </c:pt>
                <c:pt idx="221" formatCode="0.00E+00">
                  <c:v>3.0863179999999998E-5</c:v>
                </c:pt>
                <c:pt idx="222">
                  <c:v>1.6346606239999999E-3</c:v>
                </c:pt>
                <c:pt idx="223">
                  <c:v>2.4451031679999999E-3</c:v>
                </c:pt>
                <c:pt idx="224">
                  <c:v>1.6756433200000001E-4</c:v>
                </c:pt>
                <c:pt idx="225">
                  <c:v>-1.4319612010000001E-3</c:v>
                </c:pt>
                <c:pt idx="226">
                  <c:v>-2.1751793099999999E-4</c:v>
                </c:pt>
                <c:pt idx="227">
                  <c:v>-4.5735521999999999E-4</c:v>
                </c:pt>
                <c:pt idx="228">
                  <c:v>-3.9083546300000001E-4</c:v>
                </c:pt>
                <c:pt idx="229">
                  <c:v>-2.8953014499999999E-4</c:v>
                </c:pt>
                <c:pt idx="230">
                  <c:v>-1.347133254E-3</c:v>
                </c:pt>
                <c:pt idx="231">
                  <c:v>-1.96158376E-4</c:v>
                </c:pt>
                <c:pt idx="232">
                  <c:v>-4.8969968899999997E-4</c:v>
                </c:pt>
                <c:pt idx="233">
                  <c:v>-2.2667202600000001E-4</c:v>
                </c:pt>
                <c:pt idx="234">
                  <c:v>-1.4551515750000001E-3</c:v>
                </c:pt>
                <c:pt idx="235">
                  <c:v>-7.0146441999999903E-4</c:v>
                </c:pt>
                <c:pt idx="236" formatCode="0.00E+00">
                  <c:v>-8.1942919999997004E-6</c:v>
                </c:pt>
                <c:pt idx="237">
                  <c:v>-1.08889337E-4</c:v>
                </c:pt>
                <c:pt idx="238">
                  <c:v>1.9624716300000001E-4</c:v>
                </c:pt>
                <c:pt idx="239">
                  <c:v>5.7095478500000004E-4</c:v>
                </c:pt>
                <c:pt idx="240" formatCode="0.00E+00">
                  <c:v>-4.3590125999999999E-5</c:v>
                </c:pt>
                <c:pt idx="241">
                  <c:v>1.3949177399999999E-4</c:v>
                </c:pt>
                <c:pt idx="242" formatCode="0.00E+00">
                  <c:v>3.3914545000000303E-5</c:v>
                </c:pt>
                <c:pt idx="243">
                  <c:v>2.12114261E-4</c:v>
                </c:pt>
                <c:pt idx="244" formatCode="0.00E+00">
                  <c:v>1.1944716999999999E-5</c:v>
                </c:pt>
                <c:pt idx="245">
                  <c:v>7.05214845E-4</c:v>
                </c:pt>
                <c:pt idx="246">
                  <c:v>3.7993933599999999E-4</c:v>
                </c:pt>
                <c:pt idx="247" formatCode="0.00E+00">
                  <c:v>-7.7765413999999699E-5</c:v>
                </c:pt>
                <c:pt idx="248">
                  <c:v>2.2798135899999999E-4</c:v>
                </c:pt>
                <c:pt idx="249">
                  <c:v>1.6207187499999999E-4</c:v>
                </c:pt>
                <c:pt idx="250">
                  <c:v>2.6215664700000001E-4</c:v>
                </c:pt>
                <c:pt idx="251">
                  <c:v>-3.9754846599999999E-4</c:v>
                </c:pt>
                <c:pt idx="252" formatCode="0.00E+00">
                  <c:v>-6.6170226999999904E-5</c:v>
                </c:pt>
                <c:pt idx="253">
                  <c:v>3.5064623200000003E-4</c:v>
                </c:pt>
                <c:pt idx="254" formatCode="0.00E+00">
                  <c:v>8.6398022999999998E-5</c:v>
                </c:pt>
                <c:pt idx="255">
                  <c:v>8.3581326700000005E-4</c:v>
                </c:pt>
                <c:pt idx="256">
                  <c:v>8.1994616899999997E-4</c:v>
                </c:pt>
                <c:pt idx="257">
                  <c:v>7.4793395499999997E-4</c:v>
                </c:pt>
                <c:pt idx="258">
                  <c:v>1.807367883E-3</c:v>
                </c:pt>
                <c:pt idx="259">
                  <c:v>8.3886463200000001E-4</c:v>
                </c:pt>
                <c:pt idx="260">
                  <c:v>-2.4803158100000002E-4</c:v>
                </c:pt>
                <c:pt idx="261">
                  <c:v>-3.6032181299999999E-4</c:v>
                </c:pt>
                <c:pt idx="262" formatCode="0.00E+00">
                  <c:v>-3.9928487999999603E-5</c:v>
                </c:pt>
                <c:pt idx="263">
                  <c:v>-1.59541996E-4</c:v>
                </c:pt>
                <c:pt idx="264" formatCode="0.00E+00">
                  <c:v>-5.1429269999998501E-6</c:v>
                </c:pt>
                <c:pt idx="265" formatCode="0.00E+00">
                  <c:v>-9.4853057999999993E-5</c:v>
                </c:pt>
                <c:pt idx="266">
                  <c:v>1.773287E-4</c:v>
                </c:pt>
                <c:pt idx="267">
                  <c:v>-1.7907073200000001E-4</c:v>
                </c:pt>
                <c:pt idx="268">
                  <c:v>8.7731183100000002E-4</c:v>
                </c:pt>
                <c:pt idx="269">
                  <c:v>1.154986046E-3</c:v>
                </c:pt>
                <c:pt idx="270">
                  <c:v>-4.1829774799999998E-4</c:v>
                </c:pt>
                <c:pt idx="271">
                  <c:v>3.1341957900000002E-4</c:v>
                </c:pt>
                <c:pt idx="272" formatCode="0.00E+00">
                  <c:v>-8.4478416999999906E-5</c:v>
                </c:pt>
                <c:pt idx="273">
                  <c:v>1.1202948900000001E-4</c:v>
                </c:pt>
                <c:pt idx="274">
                  <c:v>9.0599466199999998E-4</c:v>
                </c:pt>
                <c:pt idx="275">
                  <c:v>1.7976979200000001E-4</c:v>
                </c:pt>
                <c:pt idx="276">
                  <c:v>-1.11940702E-4</c:v>
                </c:pt>
                <c:pt idx="277">
                  <c:v>1.3460959E-4</c:v>
                </c:pt>
                <c:pt idx="278" formatCode="0.00E+00">
                  <c:v>-2.1010024999999599E-5</c:v>
                </c:pt>
                <c:pt idx="279">
                  <c:v>2.7558265300000001E-4</c:v>
                </c:pt>
                <c:pt idx="280" formatCode="0.00E+00">
                  <c:v>-3.0774392999999602E-5</c:v>
                </c:pt>
                <c:pt idx="281">
                  <c:v>4.1899680800000001E-4</c:v>
                </c:pt>
                <c:pt idx="282">
                  <c:v>6.2771017400000003E-4</c:v>
                </c:pt>
                <c:pt idx="283">
                  <c:v>6.6371628100000003E-4</c:v>
                </c:pt>
                <c:pt idx="284">
                  <c:v>4.9345011399999996E-4</c:v>
                </c:pt>
                <c:pt idx="285">
                  <c:v>3.80549609E-4</c:v>
                </c:pt>
                <c:pt idx="286" formatCode="0.00E+00">
                  <c:v>-3.01641199999996E-5</c:v>
                </c:pt>
                <c:pt idx="287">
                  <c:v>-1.1255097500000001E-4</c:v>
                </c:pt>
                <c:pt idx="288" formatCode="0.00E+00">
                  <c:v>7.5413109000000301E-5</c:v>
                </c:pt>
                <c:pt idx="289" formatCode="0.00E+00">
                  <c:v>7.29720170000001E-5</c:v>
                </c:pt>
                <c:pt idx="290">
                  <c:v>1.82821157E-4</c:v>
                </c:pt>
                <c:pt idx="291" formatCode="0.00E+00">
                  <c:v>8.1515839000000003E-5</c:v>
                </c:pt>
                <c:pt idx="292">
                  <c:v>1.8587252200000001E-4</c:v>
                </c:pt>
                <c:pt idx="293">
                  <c:v>1.35830136E-4</c:v>
                </c:pt>
                <c:pt idx="294">
                  <c:v>1.95026617E-4</c:v>
                </c:pt>
                <c:pt idx="295">
                  <c:v>1.19963038E-4</c:v>
                </c:pt>
                <c:pt idx="296">
                  <c:v>2.5239227900000002E-4</c:v>
                </c:pt>
                <c:pt idx="297">
                  <c:v>7.5220586600000005E-4</c:v>
                </c:pt>
                <c:pt idx="298">
                  <c:v>1.5413832600000001E-4</c:v>
                </c:pt>
                <c:pt idx="299">
                  <c:v>1.13250035E-4</c:v>
                </c:pt>
                <c:pt idx="300">
                  <c:v>1.3827122799999999E-4</c:v>
                </c:pt>
                <c:pt idx="301">
                  <c:v>1.5413832600000001E-4</c:v>
                </c:pt>
                <c:pt idx="302">
                  <c:v>1.5596914499999999E-4</c:v>
                </c:pt>
                <c:pt idx="303">
                  <c:v>2.7863401800000003E-4</c:v>
                </c:pt>
                <c:pt idx="304">
                  <c:v>1.46204777E-4</c:v>
                </c:pt>
                <c:pt idx="305">
                  <c:v>2.49951187E-4</c:v>
                </c:pt>
                <c:pt idx="306">
                  <c:v>1.05926759E-4</c:v>
                </c:pt>
                <c:pt idx="307">
                  <c:v>2.5239227900000002E-4</c:v>
                </c:pt>
                <c:pt idx="308">
                  <c:v>1.53528053E-4</c:v>
                </c:pt>
                <c:pt idx="309">
                  <c:v>5.3983086199999996E-4</c:v>
                </c:pt>
                <c:pt idx="310">
                  <c:v>4.06181075E-4</c:v>
                </c:pt>
                <c:pt idx="311">
                  <c:v>7.2230248899999997E-4</c:v>
                </c:pt>
                <c:pt idx="312">
                  <c:v>1.1202948900000001E-4</c:v>
                </c:pt>
                <c:pt idx="313">
                  <c:v>1.505893021E-3</c:v>
                </c:pt>
                <c:pt idx="314">
                  <c:v>4.9283984100000002E-4</c:v>
                </c:pt>
                <c:pt idx="315">
                  <c:v>1.338678219E-3</c:v>
                </c:pt>
                <c:pt idx="316">
                  <c:v>1.142780586E-3</c:v>
                </c:pt>
                <c:pt idx="317">
                  <c:v>4.7270083199999998E-4</c:v>
                </c:pt>
                <c:pt idx="318">
                  <c:v>3.3111749599999999E-4</c:v>
                </c:pt>
                <c:pt idx="319">
                  <c:v>-4.4209839499999997E-4</c:v>
                </c:pt>
                <c:pt idx="320">
                  <c:v>-1.4550571699999999E-4</c:v>
                </c:pt>
                <c:pt idx="321">
                  <c:v>1.066496461E-3</c:v>
                </c:pt>
                <c:pt idx="322">
                  <c:v>9.0355356999999997E-4</c:v>
                </c:pt>
                <c:pt idx="323">
                  <c:v>-9.9988791700000011E-4</c:v>
                </c:pt>
                <c:pt idx="324">
                  <c:v>1.106164206E-3</c:v>
                </c:pt>
                <c:pt idx="325">
                  <c:v>4.53172096E-4</c:v>
                </c:pt>
                <c:pt idx="326" formatCode="0.00E+00">
                  <c:v>-2.34511169999998E-5</c:v>
                </c:pt>
                <c:pt idx="327">
                  <c:v>-2.14466566E-4</c:v>
                </c:pt>
                <c:pt idx="328">
                  <c:v>1.261173548E-3</c:v>
                </c:pt>
                <c:pt idx="329">
                  <c:v>2.0845262300000001E-4</c:v>
                </c:pt>
                <c:pt idx="330">
                  <c:v>-4.0609228799999997E-4</c:v>
                </c:pt>
                <c:pt idx="331" formatCode="0.00E+00">
                  <c:v>-1.30764759999997E-5</c:v>
                </c:pt>
                <c:pt idx="332">
                  <c:v>8.2665917199999995E-4</c:v>
                </c:pt>
                <c:pt idx="333">
                  <c:v>-5.5682971899999995E-4</c:v>
                </c:pt>
                <c:pt idx="334">
                  <c:v>2.12114261E-4</c:v>
                </c:pt>
                <c:pt idx="335">
                  <c:v>5.2945622099999996E-4</c:v>
                </c:pt>
                <c:pt idx="336">
                  <c:v>-3.8107109500000002E-4</c:v>
                </c:pt>
                <c:pt idx="337">
                  <c:v>3.1647094399999998E-4</c:v>
                </c:pt>
                <c:pt idx="338">
                  <c:v>1.76108154E-4</c:v>
                </c:pt>
                <c:pt idx="339" formatCode="0.00E+00">
                  <c:v>8.1515839000000003E-5</c:v>
                </c:pt>
                <c:pt idx="340" formatCode="0.00E+00">
                  <c:v>-4.1759306999999801E-5</c:v>
                </c:pt>
                <c:pt idx="341" formatCode="0.00E+00">
                  <c:v>8.8839115000000294E-5</c:v>
                </c:pt>
                <c:pt idx="342">
                  <c:v>-1.3696189500000001E-4</c:v>
                </c:pt>
                <c:pt idx="343" formatCode="0.00E+00">
                  <c:v>-3.9223809999997302E-6</c:v>
                </c:pt>
                <c:pt idx="344">
                  <c:v>1.3705068200000001E-4</c:v>
                </c:pt>
                <c:pt idx="345" formatCode="0.00E+00">
                  <c:v>-1.4297021999999801E-5</c:v>
                </c:pt>
                <c:pt idx="346">
                  <c:v>3.0731684899999999E-4</c:v>
                </c:pt>
                <c:pt idx="347">
                  <c:v>3.33558588E-4</c:v>
                </c:pt>
                <c:pt idx="348">
                  <c:v>8.86465926E-4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3E28-CE4E-AF48-9CDBF6058A5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8348944"/>
        <c:axId val="1518347984"/>
      </c:scatterChart>
      <c:valAx>
        <c:axId val="1518348944"/>
        <c:scaling>
          <c:orientation val="minMax"/>
          <c:max val="5.000000000000001E-3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7984"/>
        <c:crosses val="autoZero"/>
        <c:crossBetween val="midCat"/>
      </c:valAx>
      <c:valAx>
        <c:axId val="1518347984"/>
        <c:scaling>
          <c:orientation val="minMax"/>
          <c:min val="-1.0000000000000002E-2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8944"/>
        <c:crosses val="autoZero"/>
        <c:crossBetween val="midCat"/>
      </c:valAx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242175925925925"/>
          <c:y val="0.12935185185185186"/>
          <c:w val="0.81968865740740737"/>
          <c:h val="0.74129629629629634"/>
        </c:manualLayout>
      </c:layout>
      <c:scatterChart>
        <c:scatterStyle val="smoothMarker"/>
        <c:varyColors val="0"/>
        <c:ser>
          <c:idx val="0"/>
          <c:order val="0"/>
          <c:spPr>
            <a:ln w="1270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'0.35'!$I$2:$I$350</c:f>
              <c:numCache>
                <c:formatCode>General</c:formatCode>
                <c:ptCount val="349"/>
                <c:pt idx="0">
                  <c:v>0</c:v>
                </c:pt>
                <c:pt idx="1">
                  <c:v>1.9531631400226956E-5</c:v>
                </c:pt>
                <c:pt idx="2">
                  <c:v>3.9063262899929896E-5</c:v>
                </c:pt>
                <c:pt idx="3">
                  <c:v>5.8594894401409192E-5</c:v>
                </c:pt>
                <c:pt idx="4">
                  <c:v>7.8126525901112132E-5</c:v>
                </c:pt>
                <c:pt idx="5">
                  <c:v>9.7658157301339088E-5</c:v>
                </c:pt>
                <c:pt idx="6">
                  <c:v>1.1718978880104203E-4</c:v>
                </c:pt>
                <c:pt idx="7">
                  <c:v>1.3672142030074497E-4</c:v>
                </c:pt>
                <c:pt idx="8">
                  <c:v>1.5625305180044791E-4</c:v>
                </c:pt>
                <c:pt idx="9">
                  <c:v>1.7578468320067486E-4</c:v>
                </c:pt>
                <c:pt idx="10">
                  <c:v>1.953163147003778E-4</c:v>
                </c:pt>
                <c:pt idx="11">
                  <c:v>2.1484794620008074E-4</c:v>
                </c:pt>
                <c:pt idx="12">
                  <c:v>2.3437957769978368E-4</c:v>
                </c:pt>
                <c:pt idx="13">
                  <c:v>2.5391120920126298E-4</c:v>
                </c:pt>
                <c:pt idx="14">
                  <c:v>2.7344284060148993E-4</c:v>
                </c:pt>
                <c:pt idx="15">
                  <c:v>2.9297447210119287E-4</c:v>
                </c:pt>
                <c:pt idx="16">
                  <c:v>3.1250610360089581E-4</c:v>
                </c:pt>
                <c:pt idx="17">
                  <c:v>3.3203773510059875E-4</c:v>
                </c:pt>
                <c:pt idx="18">
                  <c:v>3.5156936650082571E-4</c:v>
                </c:pt>
                <c:pt idx="19">
                  <c:v>3.7110099800052865E-4</c:v>
                </c:pt>
                <c:pt idx="20">
                  <c:v>3.9063262950023159E-4</c:v>
                </c:pt>
                <c:pt idx="21">
                  <c:v>4.1016426099993453E-4</c:v>
                </c:pt>
                <c:pt idx="22">
                  <c:v>4.2969589250141382E-4</c:v>
                </c:pt>
                <c:pt idx="23">
                  <c:v>4.4922752389986442E-4</c:v>
                </c:pt>
                <c:pt idx="24">
                  <c:v>4.6875915540134372E-4</c:v>
                </c:pt>
                <c:pt idx="25">
                  <c:v>4.8829078690104666E-4</c:v>
                </c:pt>
                <c:pt idx="26">
                  <c:v>5.078224184007496E-4</c:v>
                </c:pt>
                <c:pt idx="27">
                  <c:v>5.2735404980097655E-4</c:v>
                </c:pt>
                <c:pt idx="28">
                  <c:v>5.4688568130067949E-4</c:v>
                </c:pt>
                <c:pt idx="29">
                  <c:v>5.6641731280038243E-4</c:v>
                </c:pt>
                <c:pt idx="30">
                  <c:v>5.8594894430008537E-4</c:v>
                </c:pt>
                <c:pt idx="31">
                  <c:v>6.0548057570031233E-4</c:v>
                </c:pt>
                <c:pt idx="32">
                  <c:v>6.2501220720001527E-4</c:v>
                </c:pt>
                <c:pt idx="33">
                  <c:v>6.4454383870149456E-4</c:v>
                </c:pt>
                <c:pt idx="34">
                  <c:v>6.640754702011975E-4</c:v>
                </c:pt>
                <c:pt idx="35">
                  <c:v>6.8360710170090044E-4</c:v>
                </c:pt>
                <c:pt idx="36">
                  <c:v>7.031387331011274E-4</c:v>
                </c:pt>
                <c:pt idx="37">
                  <c:v>7.2267036460083034E-4</c:v>
                </c:pt>
                <c:pt idx="38">
                  <c:v>7.4220199610053328E-4</c:v>
                </c:pt>
                <c:pt idx="39">
                  <c:v>7.6173362760023622E-4</c:v>
                </c:pt>
                <c:pt idx="40">
                  <c:v>7.8126525900046317E-4</c:v>
                </c:pt>
                <c:pt idx="41">
                  <c:v>8.0079689050016611E-4</c:v>
                </c:pt>
                <c:pt idx="42">
                  <c:v>8.2032852199986905E-4</c:v>
                </c:pt>
                <c:pt idx="43">
                  <c:v>8.3986015350134835E-4</c:v>
                </c:pt>
                <c:pt idx="44">
                  <c:v>8.5939178489979895E-4</c:v>
                </c:pt>
                <c:pt idx="45">
                  <c:v>8.7892341640127825E-4</c:v>
                </c:pt>
                <c:pt idx="46">
                  <c:v>8.9845504790098119E-4</c:v>
                </c:pt>
                <c:pt idx="47">
                  <c:v>9.1798667940068412E-4</c:v>
                </c:pt>
                <c:pt idx="48">
                  <c:v>9.3751831090038706E-4</c:v>
                </c:pt>
                <c:pt idx="49">
                  <c:v>9.5704994230061402E-4</c:v>
                </c:pt>
                <c:pt idx="50">
                  <c:v>9.7658157380031696E-4</c:v>
                </c:pt>
                <c:pt idx="51">
                  <c:v>9.961132053000199E-4</c:v>
                </c:pt>
                <c:pt idx="52">
                  <c:v>1.0156448368014992E-3</c:v>
                </c:pt>
                <c:pt idx="53">
                  <c:v>1.0351764681999498E-3</c:v>
                </c:pt>
                <c:pt idx="54">
                  <c:v>1.0547080997014291E-3</c:v>
                </c:pt>
                <c:pt idx="55">
                  <c:v>1.074239731201132E-3</c:v>
                </c:pt>
                <c:pt idx="56">
                  <c:v>1.093771362700835E-3</c:v>
                </c:pt>
                <c:pt idx="57">
                  <c:v>1.1133029942005379E-3</c:v>
                </c:pt>
                <c:pt idx="58">
                  <c:v>1.1328346256007649E-3</c:v>
                </c:pt>
                <c:pt idx="59">
                  <c:v>1.1523662571004678E-3</c:v>
                </c:pt>
                <c:pt idx="60">
                  <c:v>1.1718978886001707E-3</c:v>
                </c:pt>
                <c:pt idx="61">
                  <c:v>1.1914295200998737E-3</c:v>
                </c:pt>
                <c:pt idx="62">
                  <c:v>1.2109611515001006E-3</c:v>
                </c:pt>
                <c:pt idx="63">
                  <c:v>1.2304927829998036E-3</c:v>
                </c:pt>
                <c:pt idx="64">
                  <c:v>1.2500244145012829E-3</c:v>
                </c:pt>
                <c:pt idx="65">
                  <c:v>1.2695560460009858E-3</c:v>
                </c:pt>
                <c:pt idx="66">
                  <c:v>1.2890876774012128E-3</c:v>
                </c:pt>
                <c:pt idx="67">
                  <c:v>1.3086193089009157E-3</c:v>
                </c:pt>
                <c:pt idx="68">
                  <c:v>1.3281509404006187E-3</c:v>
                </c:pt>
                <c:pt idx="69">
                  <c:v>1.3476825719003216E-3</c:v>
                </c:pt>
                <c:pt idx="70">
                  <c:v>1.3672142034000245E-3</c:v>
                </c:pt>
                <c:pt idx="71">
                  <c:v>1.3867458348002515E-3</c:v>
                </c:pt>
                <c:pt idx="72">
                  <c:v>1.4062774662999544E-3</c:v>
                </c:pt>
                <c:pt idx="73">
                  <c:v>1.4258090978014337E-3</c:v>
                </c:pt>
                <c:pt idx="74">
                  <c:v>1.4453407293011367E-3</c:v>
                </c:pt>
                <c:pt idx="75">
                  <c:v>1.4648723607013636E-3</c:v>
                </c:pt>
                <c:pt idx="76">
                  <c:v>1.4844039922010666E-3</c:v>
                </c:pt>
                <c:pt idx="77">
                  <c:v>1.5039356237007695E-3</c:v>
                </c:pt>
                <c:pt idx="78">
                  <c:v>1.5234672552004724E-3</c:v>
                </c:pt>
                <c:pt idx="79">
                  <c:v>1.5429988867001754E-3</c:v>
                </c:pt>
                <c:pt idx="80">
                  <c:v>1.5625305181004023E-3</c:v>
                </c:pt>
                <c:pt idx="81">
                  <c:v>1.5820621496001053E-3</c:v>
                </c:pt>
                <c:pt idx="82">
                  <c:v>1.6015937810998082E-3</c:v>
                </c:pt>
                <c:pt idx="83">
                  <c:v>1.6211254126012875E-3</c:v>
                </c:pt>
                <c:pt idx="84">
                  <c:v>1.6406570439997381E-3</c:v>
                </c:pt>
                <c:pt idx="85">
                  <c:v>1.6601886755012174E-3</c:v>
                </c:pt>
                <c:pt idx="86">
                  <c:v>1.6797203070009203E-3</c:v>
                </c:pt>
                <c:pt idx="87">
                  <c:v>1.6992519385006233E-3</c:v>
                </c:pt>
                <c:pt idx="88">
                  <c:v>1.7187835699008502E-3</c:v>
                </c:pt>
                <c:pt idx="89">
                  <c:v>1.7383152014005532E-3</c:v>
                </c:pt>
                <c:pt idx="90">
                  <c:v>1.7578468329002561E-3</c:v>
                </c:pt>
                <c:pt idx="91">
                  <c:v>1.7773784643999591E-3</c:v>
                </c:pt>
                <c:pt idx="92">
                  <c:v>1.7969100959014384E-3</c:v>
                </c:pt>
                <c:pt idx="93">
                  <c:v>1.816441727299889E-3</c:v>
                </c:pt>
                <c:pt idx="94">
                  <c:v>1.8359733588013682E-3</c:v>
                </c:pt>
                <c:pt idx="95">
                  <c:v>1.8555049903010712E-3</c:v>
                </c:pt>
                <c:pt idx="96">
                  <c:v>1.8750366218007741E-3</c:v>
                </c:pt>
                <c:pt idx="97">
                  <c:v>1.8945682532010011E-3</c:v>
                </c:pt>
                <c:pt idx="98">
                  <c:v>1.914099884700704E-3</c:v>
                </c:pt>
                <c:pt idx="99">
                  <c:v>1.933631516200407E-3</c:v>
                </c:pt>
                <c:pt idx="100">
                  <c:v>1.9531631477001099E-3</c:v>
                </c:pt>
                <c:pt idx="101">
                  <c:v>1.9726947791003369E-3</c:v>
                </c:pt>
                <c:pt idx="102">
                  <c:v>1.9922264106000398E-3</c:v>
                </c:pt>
                <c:pt idx="103">
                  <c:v>2.0117580420997427E-3</c:v>
                </c:pt>
                <c:pt idx="104">
                  <c:v>2.031289673601222E-3</c:v>
                </c:pt>
                <c:pt idx="105">
                  <c:v>2.050821305100925E-3</c:v>
                </c:pt>
                <c:pt idx="106">
                  <c:v>2.0703529365011519E-3</c:v>
                </c:pt>
                <c:pt idx="107">
                  <c:v>2.0898845680008549E-3</c:v>
                </c:pt>
                <c:pt idx="108">
                  <c:v>2.1094161995005578E-3</c:v>
                </c:pt>
                <c:pt idx="109">
                  <c:v>2.1289478310002607E-3</c:v>
                </c:pt>
                <c:pt idx="110">
                  <c:v>2.1484794624004877E-3</c:v>
                </c:pt>
                <c:pt idx="111">
                  <c:v>2.1680110939001906E-3</c:v>
                </c:pt>
                <c:pt idx="112">
                  <c:v>2.1875427253998936E-3</c:v>
                </c:pt>
                <c:pt idx="113">
                  <c:v>2.2070743569013729E-3</c:v>
                </c:pt>
                <c:pt idx="114">
                  <c:v>2.2266059884010758E-3</c:v>
                </c:pt>
                <c:pt idx="115">
                  <c:v>2.2461376198013028E-3</c:v>
                </c:pt>
                <c:pt idx="116">
                  <c:v>2.2656692513010057E-3</c:v>
                </c:pt>
                <c:pt idx="117">
                  <c:v>2.2852008828007087E-3</c:v>
                </c:pt>
                <c:pt idx="118">
                  <c:v>2.3047325143004116E-3</c:v>
                </c:pt>
                <c:pt idx="119">
                  <c:v>2.3242641457006386E-3</c:v>
                </c:pt>
                <c:pt idx="120">
                  <c:v>2.3437957772003415E-3</c:v>
                </c:pt>
                <c:pt idx="121">
                  <c:v>2.3633274087000444E-3</c:v>
                </c:pt>
                <c:pt idx="122">
                  <c:v>2.3828590401997474E-3</c:v>
                </c:pt>
                <c:pt idx="123">
                  <c:v>2.4023906715999743E-3</c:v>
                </c:pt>
                <c:pt idx="124">
                  <c:v>2.4219223031014536E-3</c:v>
                </c:pt>
                <c:pt idx="125">
                  <c:v>2.4414539346011566E-3</c:v>
                </c:pt>
                <c:pt idx="126">
                  <c:v>2.4609855661008595E-3</c:v>
                </c:pt>
                <c:pt idx="127">
                  <c:v>2.4805171976005624E-3</c:v>
                </c:pt>
                <c:pt idx="128">
                  <c:v>2.5000488290007894E-3</c:v>
                </c:pt>
                <c:pt idx="129">
                  <c:v>2.5195804605004923E-3</c:v>
                </c:pt>
                <c:pt idx="130">
                  <c:v>2.5391120920001953E-3</c:v>
                </c:pt>
                <c:pt idx="131">
                  <c:v>2.5586437234998982E-3</c:v>
                </c:pt>
                <c:pt idx="132">
                  <c:v>2.5781753549001252E-3</c:v>
                </c:pt>
                <c:pt idx="133">
                  <c:v>2.5977069863998281E-3</c:v>
                </c:pt>
                <c:pt idx="134">
                  <c:v>2.6172386179013074E-3</c:v>
                </c:pt>
                <c:pt idx="135">
                  <c:v>2.6367702494010103E-3</c:v>
                </c:pt>
                <c:pt idx="136">
                  <c:v>2.6563018808012373E-3</c:v>
                </c:pt>
                <c:pt idx="137">
                  <c:v>2.6758335123009402E-3</c:v>
                </c:pt>
                <c:pt idx="138">
                  <c:v>2.6953651438006432E-3</c:v>
                </c:pt>
                <c:pt idx="139">
                  <c:v>2.7148967753003461E-3</c:v>
                </c:pt>
                <c:pt idx="140">
                  <c:v>2.7344284068000491E-3</c:v>
                </c:pt>
                <c:pt idx="141">
                  <c:v>2.753960038200276E-3</c:v>
                </c:pt>
                <c:pt idx="142">
                  <c:v>2.773491669699979E-3</c:v>
                </c:pt>
                <c:pt idx="143">
                  <c:v>2.7930233012014583E-3</c:v>
                </c:pt>
                <c:pt idx="144">
                  <c:v>2.8125549327011612E-3</c:v>
                </c:pt>
                <c:pt idx="145">
                  <c:v>2.8320865641013881E-3</c:v>
                </c:pt>
                <c:pt idx="146">
                  <c:v>2.8516181956010911E-3</c:v>
                </c:pt>
                <c:pt idx="147">
                  <c:v>2.871149827100794E-3</c:v>
                </c:pt>
                <c:pt idx="148">
                  <c:v>2.890681458600497E-3</c:v>
                </c:pt>
                <c:pt idx="149">
                  <c:v>2.9102130901001999E-3</c:v>
                </c:pt>
                <c:pt idx="150">
                  <c:v>2.9297447215004269E-3</c:v>
                </c:pt>
                <c:pt idx="151">
                  <c:v>2.9492763530001298E-3</c:v>
                </c:pt>
                <c:pt idx="152">
                  <c:v>2.9688079844998327E-3</c:v>
                </c:pt>
                <c:pt idx="153">
                  <c:v>2.988339616001312E-3</c:v>
                </c:pt>
                <c:pt idx="154">
                  <c:v>3.0078712473997626E-3</c:v>
                </c:pt>
                <c:pt idx="155">
                  <c:v>3.0274028789012419E-3</c:v>
                </c:pt>
                <c:pt idx="156">
                  <c:v>3.0469345104009449E-3</c:v>
                </c:pt>
                <c:pt idx="157">
                  <c:v>3.0664661419006478E-3</c:v>
                </c:pt>
                <c:pt idx="158">
                  <c:v>3.0859977733008748E-3</c:v>
                </c:pt>
                <c:pt idx="159">
                  <c:v>3.1055294048005777E-3</c:v>
                </c:pt>
                <c:pt idx="160">
                  <c:v>3.1250610363002806E-3</c:v>
                </c:pt>
                <c:pt idx="161">
                  <c:v>3.1445926677999836E-3</c:v>
                </c:pt>
                <c:pt idx="162">
                  <c:v>3.1641242993014629E-3</c:v>
                </c:pt>
                <c:pt idx="163">
                  <c:v>3.1836559306999135E-3</c:v>
                </c:pt>
                <c:pt idx="164">
                  <c:v>3.2031875622013928E-3</c:v>
                </c:pt>
                <c:pt idx="165">
                  <c:v>3.2227191937010957E-3</c:v>
                </c:pt>
                <c:pt idx="166">
                  <c:v>3.2422508252007987E-3</c:v>
                </c:pt>
                <c:pt idx="167">
                  <c:v>3.2617824566010256E-3</c:v>
                </c:pt>
                <c:pt idx="168">
                  <c:v>3.2813140881007286E-3</c:v>
                </c:pt>
                <c:pt idx="169">
                  <c:v>3.3008457196004315E-3</c:v>
                </c:pt>
                <c:pt idx="170">
                  <c:v>3.3203773511001344E-3</c:v>
                </c:pt>
                <c:pt idx="171">
                  <c:v>3.3399089825998374E-3</c:v>
                </c:pt>
                <c:pt idx="172">
                  <c:v>3.3594406140000643E-3</c:v>
                </c:pt>
                <c:pt idx="173">
                  <c:v>3.3789722454997673E-3</c:v>
                </c:pt>
                <c:pt idx="174">
                  <c:v>3.3985038770012466E-3</c:v>
                </c:pt>
                <c:pt idx="175">
                  <c:v>3.4180355085009495E-3</c:v>
                </c:pt>
                <c:pt idx="176">
                  <c:v>3.4375671399011765E-3</c:v>
                </c:pt>
                <c:pt idx="177">
                  <c:v>3.4570987714008794E-3</c:v>
                </c:pt>
                <c:pt idx="178">
                  <c:v>3.4766304029005823E-3</c:v>
                </c:pt>
                <c:pt idx="179">
                  <c:v>3.4961620344002853E-3</c:v>
                </c:pt>
                <c:pt idx="180">
                  <c:v>3.5156936658005122E-3</c:v>
                </c:pt>
                <c:pt idx="181">
                  <c:v>3.5352252973002152E-3</c:v>
                </c:pt>
                <c:pt idx="182">
                  <c:v>3.5547569287999181E-3</c:v>
                </c:pt>
                <c:pt idx="183">
                  <c:v>3.5742885603013974E-3</c:v>
                </c:pt>
                <c:pt idx="184">
                  <c:v>3.5938201918011003E-3</c:v>
                </c:pt>
                <c:pt idx="185">
                  <c:v>3.6133518232013273E-3</c:v>
                </c:pt>
                <c:pt idx="186">
                  <c:v>3.6328834547010302E-3</c:v>
                </c:pt>
                <c:pt idx="187">
                  <c:v>3.6524150862007332E-3</c:v>
                </c:pt>
                <c:pt idx="188">
                  <c:v>3.6719467177004361E-3</c:v>
                </c:pt>
                <c:pt idx="189">
                  <c:v>3.6914783491006631E-3</c:v>
                </c:pt>
                <c:pt idx="190">
                  <c:v>3.711009980600366E-3</c:v>
                </c:pt>
                <c:pt idx="191">
                  <c:v>3.730541612100069E-3</c:v>
                </c:pt>
                <c:pt idx="192">
                  <c:v>3.7500732435997719E-3</c:v>
                </c:pt>
                <c:pt idx="193">
                  <c:v>3.7696048749999989E-3</c:v>
                </c:pt>
                <c:pt idx="194">
                  <c:v>3.7891365065014782E-3</c:v>
                </c:pt>
                <c:pt idx="195">
                  <c:v>3.8086681380011811E-3</c:v>
                </c:pt>
                <c:pt idx="196">
                  <c:v>3.828199769500884E-3</c:v>
                </c:pt>
                <c:pt idx="197">
                  <c:v>3.847731401000587E-3</c:v>
                </c:pt>
                <c:pt idx="198">
                  <c:v>3.8672630324008139E-3</c:v>
                </c:pt>
                <c:pt idx="199">
                  <c:v>3.8867946639005169E-3</c:v>
                </c:pt>
                <c:pt idx="200">
                  <c:v>3.9063262954002198E-3</c:v>
                </c:pt>
                <c:pt idx="201">
                  <c:v>3.9258579268999227E-3</c:v>
                </c:pt>
                <c:pt idx="202">
                  <c:v>3.9453895583001497E-3</c:v>
                </c:pt>
                <c:pt idx="203">
                  <c:v>3.9649211897998526E-3</c:v>
                </c:pt>
                <c:pt idx="204">
                  <c:v>3.9844528213013319E-3</c:v>
                </c:pt>
                <c:pt idx="205">
                  <c:v>4.0039844528010349E-3</c:v>
                </c:pt>
                <c:pt idx="206">
                  <c:v>4.0235160843007378E-3</c:v>
                </c:pt>
                <c:pt idx="207">
                  <c:v>4.0430477157009648E-3</c:v>
                </c:pt>
                <c:pt idx="208">
                  <c:v>4.0625793472006677E-3</c:v>
                </c:pt>
                <c:pt idx="209">
                  <c:v>4.0821109787003707E-3</c:v>
                </c:pt>
                <c:pt idx="210">
                  <c:v>4.1016426102000736E-3</c:v>
                </c:pt>
                <c:pt idx="211">
                  <c:v>4.1211742416003005E-3</c:v>
                </c:pt>
                <c:pt idx="212">
                  <c:v>4.1407058731000035E-3</c:v>
                </c:pt>
                <c:pt idx="213">
                  <c:v>4.1602375046014828E-3</c:v>
                </c:pt>
                <c:pt idx="214">
                  <c:v>4.1797691361011857E-3</c:v>
                </c:pt>
                <c:pt idx="215">
                  <c:v>4.1993007675014127E-3</c:v>
                </c:pt>
                <c:pt idx="216">
                  <c:v>4.2188323990011156E-3</c:v>
                </c:pt>
                <c:pt idx="217">
                  <c:v>4.2383640305008186E-3</c:v>
                </c:pt>
                <c:pt idx="218">
                  <c:v>4.2578956620005215E-3</c:v>
                </c:pt>
                <c:pt idx="219">
                  <c:v>4.2774272935002244E-3</c:v>
                </c:pt>
                <c:pt idx="220">
                  <c:v>4.2969589249004514E-3</c:v>
                </c:pt>
                <c:pt idx="221">
                  <c:v>4.3164905564001543E-3</c:v>
                </c:pt>
                <c:pt idx="222">
                  <c:v>4.3360221878998573E-3</c:v>
                </c:pt>
                <c:pt idx="223">
                  <c:v>4.3555538194013366E-3</c:v>
                </c:pt>
                <c:pt idx="224">
                  <c:v>4.3750854507997872E-3</c:v>
                </c:pt>
                <c:pt idx="225">
                  <c:v>4.3946170823012665E-3</c:v>
                </c:pt>
                <c:pt idx="226">
                  <c:v>4.4141487138009694E-3</c:v>
                </c:pt>
                <c:pt idx="227">
                  <c:v>4.4336803453006723E-3</c:v>
                </c:pt>
                <c:pt idx="228">
                  <c:v>4.4532119767008993E-3</c:v>
                </c:pt>
                <c:pt idx="229">
                  <c:v>4.4727436082006022E-3</c:v>
                </c:pt>
                <c:pt idx="230">
                  <c:v>4.4922752397003052E-3</c:v>
                </c:pt>
                <c:pt idx="231">
                  <c:v>4.5118068712000081E-3</c:v>
                </c:pt>
                <c:pt idx="232">
                  <c:v>4.5313385027014874E-3</c:v>
                </c:pt>
                <c:pt idx="233">
                  <c:v>4.550870134099938E-3</c:v>
                </c:pt>
                <c:pt idx="234">
                  <c:v>4.5704017656014173E-3</c:v>
                </c:pt>
                <c:pt idx="235">
                  <c:v>4.5899333971011202E-3</c:v>
                </c:pt>
                <c:pt idx="236">
                  <c:v>4.6094650286008232E-3</c:v>
                </c:pt>
                <c:pt idx="237">
                  <c:v>4.6289966600010501E-3</c:v>
                </c:pt>
                <c:pt idx="238">
                  <c:v>4.6485282915007531E-3</c:v>
                </c:pt>
                <c:pt idx="239">
                  <c:v>4.668059923000456E-3</c:v>
                </c:pt>
                <c:pt idx="240">
                  <c:v>4.687591554500159E-3</c:v>
                </c:pt>
                <c:pt idx="241">
                  <c:v>4.7071231859998619E-3</c:v>
                </c:pt>
                <c:pt idx="242">
                  <c:v>4.7266548174000889E-3</c:v>
                </c:pt>
                <c:pt idx="243">
                  <c:v>4.7461864488997918E-3</c:v>
                </c:pt>
                <c:pt idx="244">
                  <c:v>4.7657180804012711E-3</c:v>
                </c:pt>
                <c:pt idx="245">
                  <c:v>4.785249711900974E-3</c:v>
                </c:pt>
                <c:pt idx="246">
                  <c:v>4.804781343301201E-3</c:v>
                </c:pt>
                <c:pt idx="247">
                  <c:v>4.8243129748009039E-3</c:v>
                </c:pt>
                <c:pt idx="248">
                  <c:v>4.8438446063006069E-3</c:v>
                </c:pt>
                <c:pt idx="249">
                  <c:v>4.8633762378003098E-3</c:v>
                </c:pt>
                <c:pt idx="250">
                  <c:v>4.8829078692005368E-3</c:v>
                </c:pt>
                <c:pt idx="251">
                  <c:v>4.9024395007002397E-3</c:v>
                </c:pt>
                <c:pt idx="252">
                  <c:v>4.9219711321999426E-3</c:v>
                </c:pt>
                <c:pt idx="253">
                  <c:v>4.9415027637014219E-3</c:v>
                </c:pt>
                <c:pt idx="254">
                  <c:v>4.9610343952011249E-3</c:v>
                </c:pt>
                <c:pt idx="255">
                  <c:v>4.9805660266013518E-3</c:v>
                </c:pt>
                <c:pt idx="256">
                  <c:v>5.0000976581010548E-3</c:v>
                </c:pt>
                <c:pt idx="257">
                  <c:v>5.0196292896007577E-3</c:v>
                </c:pt>
                <c:pt idx="258">
                  <c:v>5.0391609211004607E-3</c:v>
                </c:pt>
                <c:pt idx="259">
                  <c:v>5.0586925525006876E-3</c:v>
                </c:pt>
                <c:pt idx="260">
                  <c:v>5.0782241840003906E-3</c:v>
                </c:pt>
                <c:pt idx="261">
                  <c:v>5.0977558155000935E-3</c:v>
                </c:pt>
                <c:pt idx="262">
                  <c:v>5.1172874469997964E-3</c:v>
                </c:pt>
                <c:pt idx="263">
                  <c:v>5.1368190785012757E-3</c:v>
                </c:pt>
                <c:pt idx="264">
                  <c:v>5.1563507098997263E-3</c:v>
                </c:pt>
                <c:pt idx="265">
                  <c:v>5.1758823414012056E-3</c:v>
                </c:pt>
                <c:pt idx="266">
                  <c:v>5.1954139729009086E-3</c:v>
                </c:pt>
                <c:pt idx="267">
                  <c:v>5.2149456044006115E-3</c:v>
                </c:pt>
                <c:pt idx="268">
                  <c:v>5.2344772358008385E-3</c:v>
                </c:pt>
                <c:pt idx="269">
                  <c:v>5.2540088673005414E-3</c:v>
                </c:pt>
                <c:pt idx="270">
                  <c:v>5.2735404988002443E-3</c:v>
                </c:pt>
                <c:pt idx="271">
                  <c:v>5.2930721302999473E-3</c:v>
                </c:pt>
                <c:pt idx="272">
                  <c:v>5.3126037617001742E-3</c:v>
                </c:pt>
                <c:pt idx="273">
                  <c:v>5.3321353931998772E-3</c:v>
                </c:pt>
                <c:pt idx="274">
                  <c:v>5.3516670247013565E-3</c:v>
                </c:pt>
                <c:pt idx="275">
                  <c:v>5.3711986562010594E-3</c:v>
                </c:pt>
                <c:pt idx="276">
                  <c:v>5.3907302877007623E-3</c:v>
                </c:pt>
                <c:pt idx="277">
                  <c:v>5.4102619191009893E-3</c:v>
                </c:pt>
                <c:pt idx="278">
                  <c:v>5.4297935506006922E-3</c:v>
                </c:pt>
                <c:pt idx="279">
                  <c:v>5.4493251821003952E-3</c:v>
                </c:pt>
                <c:pt idx="280">
                  <c:v>5.4688568136000981E-3</c:v>
                </c:pt>
                <c:pt idx="281">
                  <c:v>5.4883884450003251E-3</c:v>
                </c:pt>
                <c:pt idx="282">
                  <c:v>5.507920076500028E-3</c:v>
                </c:pt>
                <c:pt idx="283">
                  <c:v>5.527451707999731E-3</c:v>
                </c:pt>
                <c:pt idx="284">
                  <c:v>5.5469833395012103E-3</c:v>
                </c:pt>
                <c:pt idx="285">
                  <c:v>5.5665149709014372E-3</c:v>
                </c:pt>
                <c:pt idx="286">
                  <c:v>5.5860466024011401E-3</c:v>
                </c:pt>
                <c:pt idx="287">
                  <c:v>5.6055782339008431E-3</c:v>
                </c:pt>
                <c:pt idx="288">
                  <c:v>5.625109865400546E-3</c:v>
                </c:pt>
                <c:pt idx="289">
                  <c:v>5.644641496900249E-3</c:v>
                </c:pt>
                <c:pt idx="290">
                  <c:v>5.6641731283004759E-3</c:v>
                </c:pt>
                <c:pt idx="291">
                  <c:v>5.6837047598001789E-3</c:v>
                </c:pt>
                <c:pt idx="292">
                  <c:v>5.7032363912998818E-3</c:v>
                </c:pt>
                <c:pt idx="293">
                  <c:v>5.7227680228013611E-3</c:v>
                </c:pt>
                <c:pt idx="294">
                  <c:v>5.7422996541998117E-3</c:v>
                </c:pt>
                <c:pt idx="295">
                  <c:v>5.761831285701291E-3</c:v>
                </c:pt>
                <c:pt idx="296">
                  <c:v>5.7813629172009939E-3</c:v>
                </c:pt>
                <c:pt idx="297">
                  <c:v>5.8008945487006969E-3</c:v>
                </c:pt>
                <c:pt idx="298">
                  <c:v>5.8204261802003998E-3</c:v>
                </c:pt>
                <c:pt idx="299">
                  <c:v>5.8399578116006268E-3</c:v>
                </c:pt>
                <c:pt idx="300">
                  <c:v>5.8594894431003297E-3</c:v>
                </c:pt>
                <c:pt idx="301">
                  <c:v>5.8790210746000326E-3</c:v>
                </c:pt>
                <c:pt idx="302">
                  <c:v>5.8985527060997356E-3</c:v>
                </c:pt>
                <c:pt idx="303">
                  <c:v>5.9180843374999625E-3</c:v>
                </c:pt>
                <c:pt idx="304">
                  <c:v>5.9376159690014418E-3</c:v>
                </c:pt>
                <c:pt idx="305">
                  <c:v>5.9571476005011448E-3</c:v>
                </c:pt>
                <c:pt idx="306">
                  <c:v>5.9766792320008477E-3</c:v>
                </c:pt>
                <c:pt idx="307">
                  <c:v>5.9962108634010747E-3</c:v>
                </c:pt>
                <c:pt idx="308">
                  <c:v>6.0157424949007776E-3</c:v>
                </c:pt>
                <c:pt idx="309">
                  <c:v>6.0352741264004806E-3</c:v>
                </c:pt>
                <c:pt idx="310">
                  <c:v>6.0548057579001835E-3</c:v>
                </c:pt>
                <c:pt idx="311">
                  <c:v>6.0743373893998864E-3</c:v>
                </c:pt>
                <c:pt idx="312">
                  <c:v>6.0938690208001134E-3</c:v>
                </c:pt>
                <c:pt idx="313">
                  <c:v>6.1134006522998163E-3</c:v>
                </c:pt>
                <c:pt idx="314">
                  <c:v>6.1329322838012956E-3</c:v>
                </c:pt>
                <c:pt idx="315">
                  <c:v>6.1524639153009986E-3</c:v>
                </c:pt>
                <c:pt idx="316">
                  <c:v>6.1719955467012255E-3</c:v>
                </c:pt>
                <c:pt idx="317">
                  <c:v>6.1915271782009285E-3</c:v>
                </c:pt>
                <c:pt idx="318">
                  <c:v>6.2110588097006314E-3</c:v>
                </c:pt>
                <c:pt idx="319">
                  <c:v>6.2305904412003343E-3</c:v>
                </c:pt>
                <c:pt idx="320">
                  <c:v>6.2501220727000373E-3</c:v>
                </c:pt>
                <c:pt idx="321">
                  <c:v>6.2696537041002642E-3</c:v>
                </c:pt>
                <c:pt idx="322">
                  <c:v>6.2891853355999672E-3</c:v>
                </c:pt>
                <c:pt idx="323">
                  <c:v>6.3087169671014465E-3</c:v>
                </c:pt>
                <c:pt idx="324">
                  <c:v>6.3282485986011494E-3</c:v>
                </c:pt>
                <c:pt idx="325">
                  <c:v>6.3477802300013764E-3</c:v>
                </c:pt>
                <c:pt idx="326">
                  <c:v>6.3673118615010793E-3</c:v>
                </c:pt>
                <c:pt idx="327">
                  <c:v>6.3868434930007822E-3</c:v>
                </c:pt>
                <c:pt idx="328">
                  <c:v>6.4063751245004852E-3</c:v>
                </c:pt>
                <c:pt idx="329">
                  <c:v>6.4259067559007121E-3</c:v>
                </c:pt>
                <c:pt idx="330">
                  <c:v>6.4454383874004151E-3</c:v>
                </c:pt>
                <c:pt idx="331">
                  <c:v>6.464970018900118E-3</c:v>
                </c:pt>
                <c:pt idx="332">
                  <c:v>6.484501650399821E-3</c:v>
                </c:pt>
                <c:pt idx="333">
                  <c:v>6.5040332819013003E-3</c:v>
                </c:pt>
                <c:pt idx="334">
                  <c:v>6.5235649132997509E-3</c:v>
                </c:pt>
                <c:pt idx="335">
                  <c:v>6.5430965448012302E-3</c:v>
                </c:pt>
                <c:pt idx="336">
                  <c:v>6.5626281763009331E-3</c:v>
                </c:pt>
                <c:pt idx="337">
                  <c:v>6.582159807800636E-3</c:v>
                </c:pt>
                <c:pt idx="338">
                  <c:v>6.601691439200863E-3</c:v>
                </c:pt>
                <c:pt idx="339">
                  <c:v>6.6212230707005659E-3</c:v>
                </c:pt>
                <c:pt idx="340">
                  <c:v>6.6407547022002689E-3</c:v>
                </c:pt>
                <c:pt idx="341">
                  <c:v>6.6602863336999718E-3</c:v>
                </c:pt>
                <c:pt idx="342">
                  <c:v>6.6798179651001988E-3</c:v>
                </c:pt>
                <c:pt idx="343">
                  <c:v>6.6993495965999017E-3</c:v>
                </c:pt>
                <c:pt idx="344">
                  <c:v>6.718881228101381E-3</c:v>
                </c:pt>
                <c:pt idx="345">
                  <c:v>6.7384128596010839E-3</c:v>
                </c:pt>
                <c:pt idx="346">
                  <c:v>6.7579444911007869E-3</c:v>
                </c:pt>
                <c:pt idx="347">
                  <c:v>6.7774761225010138E-3</c:v>
                </c:pt>
                <c:pt idx="348">
                  <c:v>6.7970077540007168E-3</c:v>
                </c:pt>
              </c:numCache>
            </c:numRef>
          </c:xVal>
          <c:yVal>
            <c:numRef>
              <c:f>'0.35'!$H$2:$H$350</c:f>
              <c:numCache>
                <c:formatCode>General</c:formatCode>
                <c:ptCount val="349"/>
                <c:pt idx="0">
                  <c:v>2.3286354300000001E-4</c:v>
                </c:pt>
                <c:pt idx="1">
                  <c:v>2.3225327000000001E-4</c:v>
                </c:pt>
                <c:pt idx="2">
                  <c:v>2.06621804E-4</c:v>
                </c:pt>
                <c:pt idx="3">
                  <c:v>2.2798135899999999E-4</c:v>
                </c:pt>
                <c:pt idx="4">
                  <c:v>2.1150398799999999E-4</c:v>
                </c:pt>
                <c:pt idx="5">
                  <c:v>2.37135454E-4</c:v>
                </c:pt>
                <c:pt idx="6">
                  <c:v>2.6947992299999998E-4</c:v>
                </c:pt>
                <c:pt idx="7">
                  <c:v>1.95026617E-4</c:v>
                </c:pt>
                <c:pt idx="8">
                  <c:v>2.7070046899999999E-4</c:v>
                </c:pt>
                <c:pt idx="9">
                  <c:v>2.42627911E-4</c:v>
                </c:pt>
                <c:pt idx="10">
                  <c:v>2.0418071199999999E-4</c:v>
                </c:pt>
                <c:pt idx="11">
                  <c:v>2.42017638E-4</c:v>
                </c:pt>
                <c:pt idx="12">
                  <c:v>2.7131074199999999E-4</c:v>
                </c:pt>
                <c:pt idx="13">
                  <c:v>1.76718427E-4</c:v>
                </c:pt>
                <c:pt idx="14">
                  <c:v>2.30422451E-4</c:v>
                </c:pt>
                <c:pt idx="15">
                  <c:v>2.49951187E-4</c:v>
                </c:pt>
                <c:pt idx="16">
                  <c:v>2.5727446299999998E-4</c:v>
                </c:pt>
                <c:pt idx="17">
                  <c:v>2.4018681899999999E-4</c:v>
                </c:pt>
                <c:pt idx="18">
                  <c:v>3.2806613099999998E-4</c:v>
                </c:pt>
                <c:pt idx="19">
                  <c:v>2.0418071199999999E-4</c:v>
                </c:pt>
                <c:pt idx="20">
                  <c:v>1.8770334099999999E-4</c:v>
                </c:pt>
                <c:pt idx="21">
                  <c:v>1.6817460499999999E-4</c:v>
                </c:pt>
                <c:pt idx="22">
                  <c:v>2.2370944799999999E-4</c:v>
                </c:pt>
                <c:pt idx="23">
                  <c:v>2.25540267E-4</c:v>
                </c:pt>
                <c:pt idx="24">
                  <c:v>1.99908801E-4</c:v>
                </c:pt>
                <c:pt idx="25">
                  <c:v>2.4689982199999999E-4</c:v>
                </c:pt>
                <c:pt idx="26">
                  <c:v>1.9075470600000001E-4</c:v>
                </c:pt>
                <c:pt idx="27">
                  <c:v>3.7749824399999998E-4</c:v>
                </c:pt>
                <c:pt idx="28">
                  <c:v>1.315487845E-3</c:v>
                </c:pt>
                <c:pt idx="29">
                  <c:v>7.8307623930000004E-3</c:v>
                </c:pt>
                <c:pt idx="30">
                  <c:v>2.0082603141000001E-2</c:v>
                </c:pt>
                <c:pt idx="31">
                  <c:v>2.3179738615999999E-2</c:v>
                </c:pt>
                <c:pt idx="32">
                  <c:v>1.3215811345E-2</c:v>
                </c:pt>
                <c:pt idx="33">
                  <c:v>-5.6537354099999999E-4</c:v>
                </c:pt>
                <c:pt idx="34">
                  <c:v>-7.635996519E-3</c:v>
                </c:pt>
                <c:pt idx="35">
                  <c:v>-7.7946674990000001E-3</c:v>
                </c:pt>
                <c:pt idx="36">
                  <c:v>-7.0019228719999998E-3</c:v>
                </c:pt>
                <c:pt idx="37">
                  <c:v>-5.8991595610000001E-3</c:v>
                </c:pt>
                <c:pt idx="38">
                  <c:v>-4.689598475E-3</c:v>
                </c:pt>
                <c:pt idx="39">
                  <c:v>-4.4662385569999999E-3</c:v>
                </c:pt>
                <c:pt idx="40">
                  <c:v>-3.3897169850000001E-3</c:v>
                </c:pt>
                <c:pt idx="41">
                  <c:v>-2.863661659E-3</c:v>
                </c:pt>
                <c:pt idx="42">
                  <c:v>-2.4791896690000001E-3</c:v>
                </c:pt>
                <c:pt idx="43">
                  <c:v>-2.1978538159999998E-3</c:v>
                </c:pt>
                <c:pt idx="44">
                  <c:v>-1.9287234230000001E-3</c:v>
                </c:pt>
                <c:pt idx="45">
                  <c:v>-1.4557618479999999E-3</c:v>
                </c:pt>
                <c:pt idx="46">
                  <c:v>-1.3459127080000001E-3</c:v>
                </c:pt>
                <c:pt idx="47">
                  <c:v>-1.022468018E-3</c:v>
                </c:pt>
                <c:pt idx="48">
                  <c:v>-9.4923525800000004E-4</c:v>
                </c:pt>
                <c:pt idx="49">
                  <c:v>-7.24654794E-4</c:v>
                </c:pt>
                <c:pt idx="50">
                  <c:v>-6.2212892999999997E-4</c:v>
                </c:pt>
                <c:pt idx="51">
                  <c:v>-4.6711958799999998E-4</c:v>
                </c:pt>
                <c:pt idx="52">
                  <c:v>-3.02956151E-4</c:v>
                </c:pt>
                <c:pt idx="53">
                  <c:v>-1.9859946799999999E-4</c:v>
                </c:pt>
                <c:pt idx="54">
                  <c:v>-1.2780779999999999E-4</c:v>
                </c:pt>
                <c:pt idx="55">
                  <c:v>2.07232077E-4</c:v>
                </c:pt>
                <c:pt idx="56" formatCode="0.00E+00">
                  <c:v>8.6398022999999998E-5</c:v>
                </c:pt>
                <c:pt idx="57" formatCode="0.00E+00">
                  <c:v>1.99908801E-4</c:v>
                </c:pt>
                <c:pt idx="58" formatCode="0.00E+00">
                  <c:v>9.7382937000000197E-5</c:v>
                </c:pt>
                <c:pt idx="59" formatCode="0.00E+00">
                  <c:v>-4.4810671999999598E-5</c:v>
                </c:pt>
                <c:pt idx="60" formatCode="0.00E+00">
                  <c:v>-1.13771521E-4</c:v>
                </c:pt>
                <c:pt idx="61" formatCode="0.00E+00">
                  <c:v>-1.18559299999996E-5</c:v>
                </c:pt>
                <c:pt idx="62" formatCode="0.00E+00">
                  <c:v>4.2458367000000301E-5</c:v>
                </c:pt>
                <c:pt idx="63" formatCode="0.00E+00">
                  <c:v>1.9878266000000301E-5</c:v>
                </c:pt>
                <c:pt idx="64" formatCode="0.00E+00">
                  <c:v>8.0905566000000393E-5</c:v>
                </c:pt>
                <c:pt idx="65" formatCode="0.00E+00">
                  <c:v>5.4663827000000099E-5</c:v>
                </c:pt>
                <c:pt idx="66">
                  <c:v>1.6024105600000001E-4</c:v>
                </c:pt>
                <c:pt idx="67">
                  <c:v>1.05316486E-4</c:v>
                </c:pt>
                <c:pt idx="68">
                  <c:v>1.4803559600000001E-4</c:v>
                </c:pt>
                <c:pt idx="69">
                  <c:v>1.3827122799999999E-4</c:v>
                </c:pt>
                <c:pt idx="70">
                  <c:v>2.18216991E-4</c:v>
                </c:pt>
                <c:pt idx="71">
                  <c:v>1.6634378600000001E-4</c:v>
                </c:pt>
                <c:pt idx="72">
                  <c:v>2.49340914E-4</c:v>
                </c:pt>
                <c:pt idx="73">
                  <c:v>1.7549788099999999E-4</c:v>
                </c:pt>
                <c:pt idx="74">
                  <c:v>1.6817460499999999E-4</c:v>
                </c:pt>
                <c:pt idx="75">
                  <c:v>3.9641670700000001E-4</c:v>
                </c:pt>
                <c:pt idx="76">
                  <c:v>3.2318394700000001E-4</c:v>
                </c:pt>
                <c:pt idx="77">
                  <c:v>3.7688797099999998E-4</c:v>
                </c:pt>
                <c:pt idx="78">
                  <c:v>5.3189731299999998E-4</c:v>
                </c:pt>
                <c:pt idx="79">
                  <c:v>4.3852554399999999E-4</c:v>
                </c:pt>
                <c:pt idx="80">
                  <c:v>5.3067676699999997E-4</c:v>
                </c:pt>
                <c:pt idx="81">
                  <c:v>2.1028344199999999E-4</c:v>
                </c:pt>
                <c:pt idx="82">
                  <c:v>2.0479098499999999E-4</c:v>
                </c:pt>
                <c:pt idx="83">
                  <c:v>1.40102047E-4</c:v>
                </c:pt>
                <c:pt idx="84" formatCode="0.00E+00">
                  <c:v>7.6633655000000401E-5</c:v>
                </c:pt>
                <c:pt idx="85" formatCode="0.00E+00">
                  <c:v>1.1944716999999999E-5</c:v>
                </c:pt>
                <c:pt idx="86">
                  <c:v>1.4864586900000001E-4</c:v>
                </c:pt>
                <c:pt idx="87" formatCode="0.00E+00">
                  <c:v>9.5552117999999999E-5</c:v>
                </c:pt>
                <c:pt idx="88" formatCode="0.00E+00">
                  <c:v>9.4941845000000403E-5</c:v>
                </c:pt>
                <c:pt idx="89">
                  <c:v>2.3347381600000001E-4</c:v>
                </c:pt>
                <c:pt idx="90">
                  <c:v>2.7131074199999999E-4</c:v>
                </c:pt>
                <c:pt idx="91">
                  <c:v>2.24929994E-4</c:v>
                </c:pt>
                <c:pt idx="92">
                  <c:v>2.8778811300000001E-4</c:v>
                </c:pt>
                <c:pt idx="93">
                  <c:v>2.96331935E-4</c:v>
                </c:pt>
                <c:pt idx="94">
                  <c:v>3.3172776899999999E-4</c:v>
                </c:pt>
                <c:pt idx="95">
                  <c:v>3.5857978100000001E-4</c:v>
                </c:pt>
                <c:pt idx="96">
                  <c:v>2.5239227900000002E-4</c:v>
                </c:pt>
                <c:pt idx="97">
                  <c:v>3.32948315E-4</c:v>
                </c:pt>
                <c:pt idx="98">
                  <c:v>2.2920190499999999E-4</c:v>
                </c:pt>
                <c:pt idx="99">
                  <c:v>1.76718427E-4</c:v>
                </c:pt>
                <c:pt idx="100">
                  <c:v>2.3896627300000001E-4</c:v>
                </c:pt>
                <c:pt idx="101">
                  <c:v>2.8717784000000001E-4</c:v>
                </c:pt>
                <c:pt idx="102">
                  <c:v>1.7976979200000001E-4</c:v>
                </c:pt>
                <c:pt idx="103">
                  <c:v>1.5169723399999999E-4</c:v>
                </c:pt>
                <c:pt idx="104">
                  <c:v>1.3277877099999999E-4</c:v>
                </c:pt>
                <c:pt idx="105">
                  <c:v>2.5056146000000001E-4</c:v>
                </c:pt>
                <c:pt idx="106">
                  <c:v>1.8160061099999999E-4</c:v>
                </c:pt>
                <c:pt idx="107">
                  <c:v>2.4689982199999999E-4</c:v>
                </c:pt>
                <c:pt idx="108" formatCode="0.00E+00">
                  <c:v>2.0173962E-4</c:v>
                </c:pt>
                <c:pt idx="109">
                  <c:v>2.7070046899999999E-4</c:v>
                </c:pt>
                <c:pt idx="110">
                  <c:v>3.09147668E-4</c:v>
                </c:pt>
                <c:pt idx="111">
                  <c:v>2.6703883099999997E-4</c:v>
                </c:pt>
                <c:pt idx="112">
                  <c:v>2.2370944799999999E-4</c:v>
                </c:pt>
                <c:pt idx="113">
                  <c:v>2.49951187E-4</c:v>
                </c:pt>
                <c:pt idx="114">
                  <c:v>1.4559450399999999E-4</c:v>
                </c:pt>
                <c:pt idx="115">
                  <c:v>1.7244651600000001E-4</c:v>
                </c:pt>
                <c:pt idx="116">
                  <c:v>1.57799964E-4</c:v>
                </c:pt>
                <c:pt idx="117">
                  <c:v>2.2004781E-4</c:v>
                </c:pt>
                <c:pt idx="118">
                  <c:v>1.64512967E-4</c:v>
                </c:pt>
                <c:pt idx="119">
                  <c:v>2.1150398799999999E-4</c:v>
                </c:pt>
                <c:pt idx="120">
                  <c:v>2.1394508E-4</c:v>
                </c:pt>
                <c:pt idx="121">
                  <c:v>1.70005424E-4</c:v>
                </c:pt>
                <c:pt idx="122">
                  <c:v>1.8038006499999999E-4</c:v>
                </c:pt>
                <c:pt idx="123">
                  <c:v>1.6756433200000001E-4</c:v>
                </c:pt>
                <c:pt idx="124">
                  <c:v>2.4079709199999999E-4</c:v>
                </c:pt>
                <c:pt idx="125">
                  <c:v>2.31642997E-4</c:v>
                </c:pt>
                <c:pt idx="126" formatCode="0.00E+00">
                  <c:v>2.4018681899999999E-4</c:v>
                </c:pt>
                <c:pt idx="127">
                  <c:v>3.32948315E-4</c:v>
                </c:pt>
                <c:pt idx="128">
                  <c:v>3.0243466500000002E-4</c:v>
                </c:pt>
                <c:pt idx="129">
                  <c:v>2.5239227900000002E-4</c:v>
                </c:pt>
                <c:pt idx="130">
                  <c:v>2.4445872999999998E-4</c:v>
                </c:pt>
                <c:pt idx="131">
                  <c:v>2.06011531E-4</c:v>
                </c:pt>
                <c:pt idx="132">
                  <c:v>2.2126835600000001E-4</c:v>
                </c:pt>
                <c:pt idx="133">
                  <c:v>1.4681505E-4</c:v>
                </c:pt>
                <c:pt idx="134">
                  <c:v>1.5657941799999999E-4</c:v>
                </c:pt>
                <c:pt idx="135" formatCode="0.00E+00">
                  <c:v>8.5177477000000304E-5</c:v>
                </c:pt>
                <c:pt idx="136">
                  <c:v>2.12114261E-4</c:v>
                </c:pt>
                <c:pt idx="137">
                  <c:v>1.9746770900000001E-4</c:v>
                </c:pt>
                <c:pt idx="138">
                  <c:v>1.9380607099999999E-4</c:v>
                </c:pt>
                <c:pt idx="139">
                  <c:v>1.1813221900000001E-4</c:v>
                </c:pt>
                <c:pt idx="140">
                  <c:v>1.8343143E-4</c:v>
                </c:pt>
                <c:pt idx="141">
                  <c:v>1.9563689E-4</c:v>
                </c:pt>
                <c:pt idx="142">
                  <c:v>2.25540267E-4</c:v>
                </c:pt>
                <c:pt idx="143">
                  <c:v>1.29117133E-4</c:v>
                </c:pt>
                <c:pt idx="144">
                  <c:v>1.8465197600000001E-4</c:v>
                </c:pt>
                <c:pt idx="145">
                  <c:v>2.5422309800000002E-4</c:v>
                </c:pt>
                <c:pt idx="146">
                  <c:v>1.5474859900000001E-4</c:v>
                </c:pt>
                <c:pt idx="147">
                  <c:v>2.3347381600000001E-4</c:v>
                </c:pt>
                <c:pt idx="148">
                  <c:v>1.773287E-4</c:v>
                </c:pt>
                <c:pt idx="149">
                  <c:v>1.82210884E-4</c:v>
                </c:pt>
                <c:pt idx="150">
                  <c:v>2.71921015E-4</c:v>
                </c:pt>
                <c:pt idx="151">
                  <c:v>2.8717784000000001E-4</c:v>
                </c:pt>
                <c:pt idx="152">
                  <c:v>2.4445872999999998E-4</c:v>
                </c:pt>
                <c:pt idx="153">
                  <c:v>2.13334807E-4</c:v>
                </c:pt>
                <c:pt idx="154">
                  <c:v>2.3408408899999999E-4</c:v>
                </c:pt>
                <c:pt idx="155">
                  <c:v>3.1219903300000001E-4</c:v>
                </c:pt>
                <c:pt idx="156">
                  <c:v>2.85957294E-4</c:v>
                </c:pt>
                <c:pt idx="157">
                  <c:v>2.5239227900000002E-4</c:v>
                </c:pt>
                <c:pt idx="158">
                  <c:v>2.9389084299999999E-4</c:v>
                </c:pt>
                <c:pt idx="159">
                  <c:v>2.4018681899999999E-4</c:v>
                </c:pt>
                <c:pt idx="160">
                  <c:v>2.3835600000000001E-4</c:v>
                </c:pt>
                <c:pt idx="161">
                  <c:v>2.4567927599999999E-4</c:v>
                </c:pt>
                <c:pt idx="162">
                  <c:v>2.60936101E-4</c:v>
                </c:pt>
                <c:pt idx="163">
                  <c:v>2.31642997E-4</c:v>
                </c:pt>
                <c:pt idx="164">
                  <c:v>2.1516562600000001E-4</c:v>
                </c:pt>
                <c:pt idx="165">
                  <c:v>1.9380607099999999E-4</c:v>
                </c:pt>
                <c:pt idx="166">
                  <c:v>2.5056146000000001E-4</c:v>
                </c:pt>
                <c:pt idx="167">
                  <c:v>2.2248890199999999E-4</c:v>
                </c:pt>
                <c:pt idx="168">
                  <c:v>1.3705068200000001E-4</c:v>
                </c:pt>
                <c:pt idx="169">
                  <c:v>2.19437537E-4</c:v>
                </c:pt>
                <c:pt idx="170">
                  <c:v>2.3957654600000001E-4</c:v>
                </c:pt>
                <c:pt idx="171">
                  <c:v>2.0845262300000001E-4</c:v>
                </c:pt>
                <c:pt idx="172">
                  <c:v>3.09147668E-4</c:v>
                </c:pt>
                <c:pt idx="173">
                  <c:v>2.48730641E-4</c:v>
                </c:pt>
                <c:pt idx="174">
                  <c:v>3.1525039799999997E-4</c:v>
                </c:pt>
                <c:pt idx="175">
                  <c:v>3.70174968E-4</c:v>
                </c:pt>
                <c:pt idx="176">
                  <c:v>3.8787288499999998E-4</c:v>
                </c:pt>
                <c:pt idx="177">
                  <c:v>2.9877302700000001E-4</c:v>
                </c:pt>
                <c:pt idx="178">
                  <c:v>2.5910528199999999E-4</c:v>
                </c:pt>
                <c:pt idx="179">
                  <c:v>1.8526224900000001E-4</c:v>
                </c:pt>
                <c:pt idx="180">
                  <c:v>1.19352765E-4</c:v>
                </c:pt>
                <c:pt idx="181" formatCode="0.00E+00">
                  <c:v>9.1890480000000104E-5</c:v>
                </c:pt>
                <c:pt idx="182">
                  <c:v>1.6329242099999999E-4</c:v>
                </c:pt>
                <c:pt idx="183">
                  <c:v>1.7427733499999999E-4</c:v>
                </c:pt>
                <c:pt idx="184">
                  <c:v>2.12724534E-4</c:v>
                </c:pt>
                <c:pt idx="185">
                  <c:v>2.0357043900000001E-4</c:v>
                </c:pt>
                <c:pt idx="186">
                  <c:v>2.06621804E-4</c:v>
                </c:pt>
                <c:pt idx="187">
                  <c:v>2.2737108600000001E-4</c:v>
                </c:pt>
                <c:pt idx="188">
                  <c:v>2.1150398799999999E-4</c:v>
                </c:pt>
                <c:pt idx="189">
                  <c:v>2.5117173300000001E-4</c:v>
                </c:pt>
                <c:pt idx="190">
                  <c:v>2.3347381600000001E-4</c:v>
                </c:pt>
                <c:pt idx="191">
                  <c:v>3.0731684899999999E-4</c:v>
                </c:pt>
                <c:pt idx="192">
                  <c:v>2.73751834E-4</c:v>
                </c:pt>
                <c:pt idx="193">
                  <c:v>2.9144975099999997E-4</c:v>
                </c:pt>
                <c:pt idx="194">
                  <c:v>2.48730641E-4</c:v>
                </c:pt>
                <c:pt idx="195">
                  <c:v>2.85957294E-4</c:v>
                </c:pt>
                <c:pt idx="196">
                  <c:v>2.5239227900000002E-4</c:v>
                </c:pt>
                <c:pt idx="197">
                  <c:v>2.5422309800000002E-4</c:v>
                </c:pt>
                <c:pt idx="198">
                  <c:v>2.5300255200000002E-4</c:v>
                </c:pt>
                <c:pt idx="199">
                  <c:v>2.2798135899999999E-4</c:v>
                </c:pt>
                <c:pt idx="200">
                  <c:v>2.2981217799999999E-4</c:v>
                </c:pt>
                <c:pt idx="201">
                  <c:v>1.7915951900000001E-4</c:v>
                </c:pt>
                <c:pt idx="202">
                  <c:v>1.82821157E-4</c:v>
                </c:pt>
                <c:pt idx="203">
                  <c:v>3.0121411900000002E-4</c:v>
                </c:pt>
                <c:pt idx="204">
                  <c:v>3.2806613099999998E-4</c:v>
                </c:pt>
                <c:pt idx="205" formatCode="0.00E+00">
                  <c:v>3.4332295599999999E-4</c:v>
                </c:pt>
                <c:pt idx="206">
                  <c:v>2.6276692000000001E-4</c:v>
                </c:pt>
                <c:pt idx="207">
                  <c:v>2.6215664700000001E-4</c:v>
                </c:pt>
                <c:pt idx="208">
                  <c:v>1.9075470600000001E-4</c:v>
                </c:pt>
                <c:pt idx="209">
                  <c:v>1.6085132900000001E-4</c:v>
                </c:pt>
                <c:pt idx="210">
                  <c:v>1.9258552499999999E-4</c:v>
                </c:pt>
                <c:pt idx="211">
                  <c:v>1.5047668799999999E-4</c:v>
                </c:pt>
                <c:pt idx="212">
                  <c:v>3.0243466500000002E-4</c:v>
                </c:pt>
                <c:pt idx="213">
                  <c:v>2.2920190499999999E-4</c:v>
                </c:pt>
                <c:pt idx="214">
                  <c:v>2.0784235E-4</c:v>
                </c:pt>
                <c:pt idx="215">
                  <c:v>2.6947992299999998E-4</c:v>
                </c:pt>
                <c:pt idx="216">
                  <c:v>2.5849500899999999E-4</c:v>
                </c:pt>
                <c:pt idx="217">
                  <c:v>2.7924429099999997E-4</c:v>
                </c:pt>
                <c:pt idx="218">
                  <c:v>1.8953416E-4</c:v>
                </c:pt>
                <c:pt idx="219">
                  <c:v>2.4445872999999998E-4</c:v>
                </c:pt>
                <c:pt idx="220">
                  <c:v>2.6581828500000002E-4</c:v>
                </c:pt>
                <c:pt idx="221">
                  <c:v>2.42017638E-4</c:v>
                </c:pt>
                <c:pt idx="222">
                  <c:v>1.41932866E-4</c:v>
                </c:pt>
                <c:pt idx="223">
                  <c:v>2.7436210700000001E-4</c:v>
                </c:pt>
                <c:pt idx="224">
                  <c:v>2.0173962E-4</c:v>
                </c:pt>
                <c:pt idx="225">
                  <c:v>1.0512396360000001E-3</c:v>
                </c:pt>
                <c:pt idx="226">
                  <c:v>4.6738201639999997E-3</c:v>
                </c:pt>
                <c:pt idx="227">
                  <c:v>5.3011808080000002E-3</c:v>
                </c:pt>
                <c:pt idx="228">
                  <c:v>6.0481549599999997E-3</c:v>
                </c:pt>
                <c:pt idx="229">
                  <c:v>4.9618690199999997E-3</c:v>
                </c:pt>
                <c:pt idx="230" formatCode="0.00E+00">
                  <c:v>-1.9179205999999899E-5</c:v>
                </c:pt>
                <c:pt idx="231">
                  <c:v>-2.8001932670000001E-3</c:v>
                </c:pt>
                <c:pt idx="232">
                  <c:v>-2.5603559779999998E-3</c:v>
                </c:pt>
                <c:pt idx="233">
                  <c:v>-2.0733581239999999E-3</c:v>
                </c:pt>
                <c:pt idx="234">
                  <c:v>-1.8225359209999999E-3</c:v>
                </c:pt>
                <c:pt idx="235">
                  <c:v>-1.325773699E-3</c:v>
                </c:pt>
                <c:pt idx="236">
                  <c:v>-9.1689078899999995E-4</c:v>
                </c:pt>
                <c:pt idx="237">
                  <c:v>-9.16280516E-4</c:v>
                </c:pt>
                <c:pt idx="238">
                  <c:v>-6.4837066900000004E-4</c:v>
                </c:pt>
                <c:pt idx="239">
                  <c:v>-4.84207232E-4</c:v>
                </c:pt>
                <c:pt idx="240">
                  <c:v>-5.9771800999999997E-4</c:v>
                </c:pt>
                <c:pt idx="241" formatCode="0.00E+00">
                  <c:v>-2.13856293E-4</c:v>
                </c:pt>
                <c:pt idx="242" formatCode="0.00E+00">
                  <c:v>-2.30943937E-4</c:v>
                </c:pt>
                <c:pt idx="243">
                  <c:v>-3.1149997299999998E-4</c:v>
                </c:pt>
                <c:pt idx="244" formatCode="0.00E+00">
                  <c:v>-3.6877122999999799E-5</c:v>
                </c:pt>
                <c:pt idx="245" formatCode="0.00E+00">
                  <c:v>-4.2369579999999899E-5</c:v>
                </c:pt>
                <c:pt idx="246" formatCode="0.00E+00">
                  <c:v>-2.9553847E-5</c:v>
                </c:pt>
                <c:pt idx="247">
                  <c:v>1.1202948900000001E-4</c:v>
                </c:pt>
                <c:pt idx="248">
                  <c:v>2.0906289600000001E-4</c:v>
                </c:pt>
                <c:pt idx="249">
                  <c:v>1.59630783E-4</c:v>
                </c:pt>
                <c:pt idx="250">
                  <c:v>2.3225327000000001E-4</c:v>
                </c:pt>
                <c:pt idx="251">
                  <c:v>2.1455535300000001E-4</c:v>
                </c:pt>
                <c:pt idx="252">
                  <c:v>1.4254313900000001E-4</c:v>
                </c:pt>
                <c:pt idx="253" formatCode="0.00E+00">
                  <c:v>1.64512967E-4</c:v>
                </c:pt>
                <c:pt idx="254">
                  <c:v>2.5361282500000002E-4</c:v>
                </c:pt>
                <c:pt idx="255">
                  <c:v>1.5291778E-4</c:v>
                </c:pt>
                <c:pt idx="256">
                  <c:v>1.2667604099999999E-4</c:v>
                </c:pt>
                <c:pt idx="257">
                  <c:v>3.3905104500000003E-4</c:v>
                </c:pt>
                <c:pt idx="258">
                  <c:v>2.18216991E-4</c:v>
                </c:pt>
                <c:pt idx="259">
                  <c:v>1.59630783E-4</c:v>
                </c:pt>
                <c:pt idx="260">
                  <c:v>2.7558265300000001E-4</c:v>
                </c:pt>
                <c:pt idx="261">
                  <c:v>2.1638617199999999E-4</c:v>
                </c:pt>
                <c:pt idx="262">
                  <c:v>1.7122597E-4</c:v>
                </c:pt>
                <c:pt idx="263">
                  <c:v>1.5413832600000001E-4</c:v>
                </c:pt>
                <c:pt idx="264">
                  <c:v>2.4018681899999999E-4</c:v>
                </c:pt>
                <c:pt idx="265">
                  <c:v>2.8839838600000002E-4</c:v>
                </c:pt>
                <c:pt idx="266">
                  <c:v>2.42627911E-4</c:v>
                </c:pt>
                <c:pt idx="267">
                  <c:v>3.663208076E-3</c:v>
                </c:pt>
                <c:pt idx="268">
                  <c:v>5.9578345559999999E-3</c:v>
                </c:pt>
                <c:pt idx="269">
                  <c:v>6.1787533819999997E-3</c:v>
                </c:pt>
                <c:pt idx="270">
                  <c:v>6.1891280229999998E-3</c:v>
                </c:pt>
                <c:pt idx="271">
                  <c:v>1.6572407250000001E-3</c:v>
                </c:pt>
                <c:pt idx="272">
                  <c:v>-2.6537277469999999E-3</c:v>
                </c:pt>
                <c:pt idx="273">
                  <c:v>-2.952151244E-3</c:v>
                </c:pt>
                <c:pt idx="274">
                  <c:v>-2.4157212770000002E-3</c:v>
                </c:pt>
                <c:pt idx="275">
                  <c:v>-2.0220951919999999E-3</c:v>
                </c:pt>
                <c:pt idx="276">
                  <c:v>-1.6925477719999999E-3</c:v>
                </c:pt>
                <c:pt idx="277">
                  <c:v>-1.082274772E-3</c:v>
                </c:pt>
                <c:pt idx="278">
                  <c:v>-1.007821466E-3</c:v>
                </c:pt>
                <c:pt idx="279">
                  <c:v>-1.059084398E-3</c:v>
                </c:pt>
                <c:pt idx="280" formatCode="0.00E+00">
                  <c:v>-4.9397160000000005E-4</c:v>
                </c:pt>
                <c:pt idx="281">
                  <c:v>-5.0129487599999997E-4</c:v>
                </c:pt>
                <c:pt idx="282">
                  <c:v>-5.3913180200000003E-4</c:v>
                </c:pt>
                <c:pt idx="283">
                  <c:v>-2.4498021600000001E-4</c:v>
                </c:pt>
                <c:pt idx="284">
                  <c:v>-1.29638619E-4</c:v>
                </c:pt>
                <c:pt idx="285">
                  <c:v>-2.38267213E-4</c:v>
                </c:pt>
                <c:pt idx="286" formatCode="0.00E+00">
                  <c:v>-2.6450895199999999E-4</c:v>
                </c:pt>
                <c:pt idx="287" formatCode="0.00E+00">
                  <c:v>-2.9553847E-5</c:v>
                </c:pt>
                <c:pt idx="288" formatCode="0.00E+00">
                  <c:v>1.57007600000035E-6</c:v>
                </c:pt>
                <c:pt idx="289" formatCode="0.00E+00">
                  <c:v>-6.6780500000000002E-5</c:v>
                </c:pt>
                <c:pt idx="290" formatCode="0.00E+00">
                  <c:v>6.8089833000000105E-5</c:v>
                </c:pt>
                <c:pt idx="291">
                  <c:v>1.8465197600000001E-4</c:v>
                </c:pt>
                <c:pt idx="292">
                  <c:v>1.19352765E-4</c:v>
                </c:pt>
                <c:pt idx="293" formatCode="0.00E+00">
                  <c:v>2.53707230000004E-5</c:v>
                </c:pt>
                <c:pt idx="294">
                  <c:v>1.40102047E-4</c:v>
                </c:pt>
                <c:pt idx="295">
                  <c:v>2.5117173300000001E-4</c:v>
                </c:pt>
                <c:pt idx="296">
                  <c:v>1.63902694E-4</c:v>
                </c:pt>
                <c:pt idx="297" formatCode="0.00E+00">
                  <c:v>3.20837260000002E-5</c:v>
                </c:pt>
                <c:pt idx="298">
                  <c:v>2.5117173300000001E-4</c:v>
                </c:pt>
                <c:pt idx="299">
                  <c:v>1.9136497900000001E-4</c:v>
                </c:pt>
                <c:pt idx="300" formatCode="0.00E+00">
                  <c:v>2.12114261E-4</c:v>
                </c:pt>
                <c:pt idx="301">
                  <c:v>2.5605391699999998E-4</c:v>
                </c:pt>
                <c:pt idx="302">
                  <c:v>4.3364336000000002E-4</c:v>
                </c:pt>
                <c:pt idx="303" formatCode="0.00E+00">
                  <c:v>2.2798135899999999E-4</c:v>
                </c:pt>
                <c:pt idx="304">
                  <c:v>4.5866455300000002E-4</c:v>
                </c:pt>
                <c:pt idx="305">
                  <c:v>1.17521946E-4</c:v>
                </c:pt>
                <c:pt idx="306">
                  <c:v>4.5073100399999999E-4</c:v>
                </c:pt>
                <c:pt idx="307" formatCode="0.00E+00">
                  <c:v>8.0905566000000393E-5</c:v>
                </c:pt>
                <c:pt idx="308">
                  <c:v>9.5786786699999995E-4</c:v>
                </c:pt>
                <c:pt idx="309">
                  <c:v>3.4465611610000001E-3</c:v>
                </c:pt>
                <c:pt idx="310">
                  <c:v>3.412385873E-3</c:v>
                </c:pt>
                <c:pt idx="311" formatCode="0.00E+00">
                  <c:v>3.8426283379999998E-3</c:v>
                </c:pt>
                <c:pt idx="312">
                  <c:v>3.3830927689999998E-3</c:v>
                </c:pt>
                <c:pt idx="313">
                  <c:v>1.2575119100000001E-3</c:v>
                </c:pt>
                <c:pt idx="314">
                  <c:v>-1.6364026560000001E-3</c:v>
                </c:pt>
                <c:pt idx="315" formatCode="0.00E+00">
                  <c:v>-1.6803423120000001E-3</c:v>
                </c:pt>
                <c:pt idx="316" formatCode="0.00E+00">
                  <c:v>-1.7181792379999999E-3</c:v>
                </c:pt>
                <c:pt idx="317">
                  <c:v>-1.388631818E-3</c:v>
                </c:pt>
                <c:pt idx="318">
                  <c:v>-1.1164500599999999E-3</c:v>
                </c:pt>
                <c:pt idx="319">
                  <c:v>-7.7957936400000003E-4</c:v>
                </c:pt>
                <c:pt idx="320">
                  <c:v>-8.0887246799999995E-4</c:v>
                </c:pt>
                <c:pt idx="321">
                  <c:v>-4.7505313700000002E-4</c:v>
                </c:pt>
                <c:pt idx="322" formatCode="0.00E+00">
                  <c:v>-5.7025572500000001E-4</c:v>
                </c:pt>
                <c:pt idx="323">
                  <c:v>-3.3224925500000002E-4</c:v>
                </c:pt>
                <c:pt idx="324" formatCode="0.00E+00">
                  <c:v>-4.2195938599999999E-4</c:v>
                </c:pt>
                <c:pt idx="325">
                  <c:v>5.1847130700000002E-4</c:v>
                </c:pt>
                <c:pt idx="326">
                  <c:v>4.2265844600000002E-4</c:v>
                </c:pt>
                <c:pt idx="327">
                  <c:v>8.96840567E-4</c:v>
                </c:pt>
                <c:pt idx="328">
                  <c:v>3.32338042E-4</c:v>
                </c:pt>
                <c:pt idx="329">
                  <c:v>5.9170406700000003E-4</c:v>
                </c:pt>
                <c:pt idx="330">
                  <c:v>-4.4881139800000001E-4</c:v>
                </c:pt>
                <c:pt idx="331">
                  <c:v>-3.99989558E-4</c:v>
                </c:pt>
                <c:pt idx="332">
                  <c:v>-1.9982001399999999E-4</c:v>
                </c:pt>
                <c:pt idx="333" formatCode="0.00E+00">
                  <c:v>-6.2508588999999996E-5</c:v>
                </c:pt>
                <c:pt idx="334" formatCode="0.00E+00">
                  <c:v>1.62166280000004E-5</c:v>
                </c:pt>
                <c:pt idx="335" formatCode="0.00E+00">
                  <c:v>1.57799964E-4</c:v>
                </c:pt>
                <c:pt idx="336" formatCode="0.00E+00">
                  <c:v>1.25549900000001E-5</c:v>
                </c:pt>
                <c:pt idx="337">
                  <c:v>1.9868825499999999E-4</c:v>
                </c:pt>
                <c:pt idx="338">
                  <c:v>1.64512967E-4</c:v>
                </c:pt>
                <c:pt idx="339">
                  <c:v>1.3216849799999999E-4</c:v>
                </c:pt>
                <c:pt idx="340">
                  <c:v>1.4376368500000001E-4</c:v>
                </c:pt>
                <c:pt idx="341">
                  <c:v>1.0653703199999999E-4</c:v>
                </c:pt>
                <c:pt idx="342">
                  <c:v>1.1263976199999999E-4</c:v>
                </c:pt>
                <c:pt idx="343">
                  <c:v>1.1508085400000001E-4</c:v>
                </c:pt>
                <c:pt idx="344">
                  <c:v>2.0906289600000001E-4</c:v>
                </c:pt>
                <c:pt idx="345" formatCode="0.00E+00">
                  <c:v>1.7488760799999999E-4</c:v>
                </c:pt>
                <c:pt idx="346">
                  <c:v>2.8778811300000001E-4</c:v>
                </c:pt>
                <c:pt idx="347" formatCode="0.00E+00">
                  <c:v>1.6085132900000001E-4</c:v>
                </c:pt>
                <c:pt idx="348" formatCode="0.00E+00">
                  <c:v>1.6329242099999999E-4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79F7-CF42-B610-F7211F0F55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8348944"/>
        <c:axId val="1518347984"/>
      </c:scatterChart>
      <c:valAx>
        <c:axId val="1518348944"/>
        <c:scaling>
          <c:orientation val="minMax"/>
          <c:max val="5.000000000000001E-3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7984"/>
        <c:crosses val="autoZero"/>
        <c:crossBetween val="midCat"/>
      </c:valAx>
      <c:valAx>
        <c:axId val="1518347984"/>
        <c:scaling>
          <c:orientation val="minMax"/>
          <c:min val="-1.0000000000000002E-2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8944"/>
        <c:crosses val="autoZero"/>
        <c:crossBetween val="midCat"/>
      </c:valAx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242175925925925"/>
          <c:y val="0.12935185185185186"/>
          <c:w val="0.81968865740740737"/>
          <c:h val="0.74129629629629634"/>
        </c:manualLayout>
      </c:layout>
      <c:scatterChart>
        <c:scatterStyle val="smoothMarker"/>
        <c:varyColors val="0"/>
        <c:ser>
          <c:idx val="0"/>
          <c:order val="0"/>
          <c:spPr>
            <a:ln w="1270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'0.35'!$L$2:$L$350</c:f>
              <c:numCache>
                <c:formatCode>General</c:formatCode>
                <c:ptCount val="349"/>
                <c:pt idx="0">
                  <c:v>0</c:v>
                </c:pt>
                <c:pt idx="1">
                  <c:v>1.9531631499702939E-5</c:v>
                </c:pt>
                <c:pt idx="2">
                  <c:v>3.9063262899929896E-5</c:v>
                </c:pt>
                <c:pt idx="3">
                  <c:v>5.8594894399632835E-5</c:v>
                </c:pt>
                <c:pt idx="4">
                  <c:v>7.8126525899335775E-5</c:v>
                </c:pt>
                <c:pt idx="5">
                  <c:v>9.7658157400815071E-5</c:v>
                </c:pt>
                <c:pt idx="6">
                  <c:v>1.1718978879926567E-4</c:v>
                </c:pt>
                <c:pt idx="7">
                  <c:v>1.3672142030074497E-4</c:v>
                </c:pt>
                <c:pt idx="8">
                  <c:v>1.5625305180044791E-4</c:v>
                </c:pt>
                <c:pt idx="9">
                  <c:v>1.7578468330015085E-4</c:v>
                </c:pt>
                <c:pt idx="10">
                  <c:v>1.9531631479985379E-4</c:v>
                </c:pt>
                <c:pt idx="11">
                  <c:v>2.1484794620008074E-4</c:v>
                </c:pt>
                <c:pt idx="12">
                  <c:v>2.3437957769978368E-4</c:v>
                </c:pt>
                <c:pt idx="13">
                  <c:v>2.5391120919948662E-4</c:v>
                </c:pt>
                <c:pt idx="14">
                  <c:v>2.7344284069918956E-4</c:v>
                </c:pt>
                <c:pt idx="15">
                  <c:v>2.9297447209941652E-4</c:v>
                </c:pt>
                <c:pt idx="16">
                  <c:v>3.1250610360089581E-4</c:v>
                </c:pt>
                <c:pt idx="17">
                  <c:v>3.3203773510059875E-4</c:v>
                </c:pt>
                <c:pt idx="18">
                  <c:v>3.5156936660030169E-4</c:v>
                </c:pt>
                <c:pt idx="19">
                  <c:v>3.7110099800052865E-4</c:v>
                </c:pt>
                <c:pt idx="20">
                  <c:v>3.9063262950023159E-4</c:v>
                </c:pt>
                <c:pt idx="21">
                  <c:v>4.1016426099993453E-4</c:v>
                </c:pt>
                <c:pt idx="22">
                  <c:v>4.2969589249963747E-4</c:v>
                </c:pt>
                <c:pt idx="23">
                  <c:v>4.4922752399934041E-4</c:v>
                </c:pt>
                <c:pt idx="24">
                  <c:v>4.6875915539956736E-4</c:v>
                </c:pt>
                <c:pt idx="25">
                  <c:v>4.882907868992703E-4</c:v>
                </c:pt>
                <c:pt idx="26">
                  <c:v>5.078224184007496E-4</c:v>
                </c:pt>
                <c:pt idx="27">
                  <c:v>5.2735404990045254E-4</c:v>
                </c:pt>
                <c:pt idx="28">
                  <c:v>5.4688568130067949E-4</c:v>
                </c:pt>
                <c:pt idx="29">
                  <c:v>5.6641731280038243E-4</c:v>
                </c:pt>
                <c:pt idx="30">
                  <c:v>5.8594894430008537E-4</c:v>
                </c:pt>
                <c:pt idx="31">
                  <c:v>6.0548057579978831E-4</c:v>
                </c:pt>
                <c:pt idx="32">
                  <c:v>6.2501220729949125E-4</c:v>
                </c:pt>
                <c:pt idx="33">
                  <c:v>6.4454383869971821E-4</c:v>
                </c:pt>
                <c:pt idx="34">
                  <c:v>6.6407547019942115E-4</c:v>
                </c:pt>
                <c:pt idx="35">
                  <c:v>6.8360710170090044E-4</c:v>
                </c:pt>
                <c:pt idx="36">
                  <c:v>7.0313873320060338E-4</c:v>
                </c:pt>
                <c:pt idx="37">
                  <c:v>7.2267036460083034E-4</c:v>
                </c:pt>
                <c:pt idx="38">
                  <c:v>7.4220199610053328E-4</c:v>
                </c:pt>
                <c:pt idx="39">
                  <c:v>7.6173362760023622E-4</c:v>
                </c:pt>
                <c:pt idx="40">
                  <c:v>7.8126525909993916E-4</c:v>
                </c:pt>
                <c:pt idx="41">
                  <c:v>8.0079689050016611E-4</c:v>
                </c:pt>
                <c:pt idx="42">
                  <c:v>8.2032852199986905E-4</c:v>
                </c:pt>
                <c:pt idx="43">
                  <c:v>8.3986015349957199E-4</c:v>
                </c:pt>
                <c:pt idx="44">
                  <c:v>8.5939178499927493E-4</c:v>
                </c:pt>
                <c:pt idx="45">
                  <c:v>8.7892341650075423E-4</c:v>
                </c:pt>
                <c:pt idx="46">
                  <c:v>8.9845504789920483E-4</c:v>
                </c:pt>
                <c:pt idx="47">
                  <c:v>9.1798667940068412E-4</c:v>
                </c:pt>
                <c:pt idx="48">
                  <c:v>9.3751831090038706E-4</c:v>
                </c:pt>
                <c:pt idx="49">
                  <c:v>9.5704994240009E-4</c:v>
                </c:pt>
                <c:pt idx="50">
                  <c:v>9.7658157380031696E-4</c:v>
                </c:pt>
                <c:pt idx="51">
                  <c:v>9.961132053000199E-4</c:v>
                </c:pt>
                <c:pt idx="52">
                  <c:v>1.0156448367997228E-3</c:v>
                </c:pt>
                <c:pt idx="53">
                  <c:v>1.0351764682994258E-3</c:v>
                </c:pt>
                <c:pt idx="54">
                  <c:v>1.0547080996996527E-3</c:v>
                </c:pt>
                <c:pt idx="55">
                  <c:v>1.0742397311993557E-3</c:v>
                </c:pt>
                <c:pt idx="56">
                  <c:v>1.093771362700835E-3</c:v>
                </c:pt>
                <c:pt idx="57">
                  <c:v>1.1133029942005379E-3</c:v>
                </c:pt>
                <c:pt idx="58">
                  <c:v>1.1328346257002408E-3</c:v>
                </c:pt>
                <c:pt idx="59">
                  <c:v>1.1523662571004678E-3</c:v>
                </c:pt>
                <c:pt idx="60">
                  <c:v>1.1718978886001707E-3</c:v>
                </c:pt>
                <c:pt idx="61">
                  <c:v>1.1914295200998737E-3</c:v>
                </c:pt>
                <c:pt idx="62">
                  <c:v>1.2109611515995766E-3</c:v>
                </c:pt>
                <c:pt idx="63">
                  <c:v>1.2304927829998036E-3</c:v>
                </c:pt>
                <c:pt idx="64">
                  <c:v>1.2500244144995065E-3</c:v>
                </c:pt>
                <c:pt idx="65">
                  <c:v>1.2695560459992095E-3</c:v>
                </c:pt>
                <c:pt idx="66">
                  <c:v>1.2890876775006888E-3</c:v>
                </c:pt>
                <c:pt idx="67">
                  <c:v>1.3086193090003917E-3</c:v>
                </c:pt>
                <c:pt idx="68">
                  <c:v>1.3281509404006187E-3</c:v>
                </c:pt>
                <c:pt idx="69">
                  <c:v>1.3476825719003216E-3</c:v>
                </c:pt>
                <c:pt idx="70">
                  <c:v>1.3672142034000245E-3</c:v>
                </c:pt>
                <c:pt idx="71">
                  <c:v>1.3867458348997275E-3</c:v>
                </c:pt>
                <c:pt idx="72">
                  <c:v>1.4062774662999544E-3</c:v>
                </c:pt>
                <c:pt idx="73">
                  <c:v>1.4258090977996574E-3</c:v>
                </c:pt>
                <c:pt idx="74">
                  <c:v>1.4453407292993603E-3</c:v>
                </c:pt>
                <c:pt idx="75">
                  <c:v>1.4648723608008396E-3</c:v>
                </c:pt>
                <c:pt idx="76">
                  <c:v>1.4844039921992902E-3</c:v>
                </c:pt>
                <c:pt idx="77">
                  <c:v>1.5039356237007695E-3</c:v>
                </c:pt>
                <c:pt idx="78">
                  <c:v>1.5234672552004724E-3</c:v>
                </c:pt>
                <c:pt idx="79">
                  <c:v>1.5429988867001754E-3</c:v>
                </c:pt>
                <c:pt idx="80">
                  <c:v>1.5625305181998783E-3</c:v>
                </c:pt>
                <c:pt idx="81">
                  <c:v>1.5820621496001053E-3</c:v>
                </c:pt>
                <c:pt idx="82">
                  <c:v>1.6015937810998082E-3</c:v>
                </c:pt>
                <c:pt idx="83">
                  <c:v>1.6211254125995112E-3</c:v>
                </c:pt>
                <c:pt idx="84">
                  <c:v>1.6406570440992141E-3</c:v>
                </c:pt>
                <c:pt idx="85">
                  <c:v>1.660188675499441E-3</c:v>
                </c:pt>
                <c:pt idx="86">
                  <c:v>1.6797203070009203E-3</c:v>
                </c:pt>
                <c:pt idx="87">
                  <c:v>1.6992519385006233E-3</c:v>
                </c:pt>
                <c:pt idx="88">
                  <c:v>1.7187835700003262E-3</c:v>
                </c:pt>
                <c:pt idx="89">
                  <c:v>1.7383152014005532E-3</c:v>
                </c:pt>
                <c:pt idx="90">
                  <c:v>1.7578468329002561E-3</c:v>
                </c:pt>
                <c:pt idx="91">
                  <c:v>1.7773784643999591E-3</c:v>
                </c:pt>
                <c:pt idx="92">
                  <c:v>1.796910095899662E-3</c:v>
                </c:pt>
                <c:pt idx="93">
                  <c:v>1.8164417273993649E-3</c:v>
                </c:pt>
                <c:pt idx="94">
                  <c:v>1.8359733587995919E-3</c:v>
                </c:pt>
                <c:pt idx="95">
                  <c:v>1.8555049902992948E-3</c:v>
                </c:pt>
                <c:pt idx="96">
                  <c:v>1.8750366218007741E-3</c:v>
                </c:pt>
                <c:pt idx="97">
                  <c:v>1.8945682533004771E-3</c:v>
                </c:pt>
                <c:pt idx="98">
                  <c:v>1.914099884700704E-3</c:v>
                </c:pt>
                <c:pt idx="99">
                  <c:v>1.933631516200407E-3</c:v>
                </c:pt>
                <c:pt idx="100">
                  <c:v>1.9531631477001099E-3</c:v>
                </c:pt>
                <c:pt idx="101">
                  <c:v>1.9726947791998128E-3</c:v>
                </c:pt>
                <c:pt idx="102">
                  <c:v>1.9922264106995158E-3</c:v>
                </c:pt>
                <c:pt idx="103">
                  <c:v>2.0117580420997427E-3</c:v>
                </c:pt>
                <c:pt idx="104">
                  <c:v>2.0312896735994457E-3</c:v>
                </c:pt>
                <c:pt idx="105">
                  <c:v>2.050821305100925E-3</c:v>
                </c:pt>
                <c:pt idx="106">
                  <c:v>2.0703529366006279E-3</c:v>
                </c:pt>
                <c:pt idx="107">
                  <c:v>2.0898845680008549E-3</c:v>
                </c:pt>
                <c:pt idx="108">
                  <c:v>2.1094161995005578E-3</c:v>
                </c:pt>
                <c:pt idx="109">
                  <c:v>2.1289478310002607E-3</c:v>
                </c:pt>
                <c:pt idx="110">
                  <c:v>2.1484794624999637E-3</c:v>
                </c:pt>
                <c:pt idx="111">
                  <c:v>2.1680110939001906E-3</c:v>
                </c:pt>
                <c:pt idx="112">
                  <c:v>2.1875427253998936E-3</c:v>
                </c:pt>
                <c:pt idx="113">
                  <c:v>2.2070743568995965E-3</c:v>
                </c:pt>
                <c:pt idx="114">
                  <c:v>2.2266059883992995E-3</c:v>
                </c:pt>
                <c:pt idx="115">
                  <c:v>2.2461376199007788E-3</c:v>
                </c:pt>
                <c:pt idx="116">
                  <c:v>2.2656692512992294E-3</c:v>
                </c:pt>
                <c:pt idx="117">
                  <c:v>2.2852008828007087E-3</c:v>
                </c:pt>
                <c:pt idx="118">
                  <c:v>2.3047325143004116E-3</c:v>
                </c:pt>
                <c:pt idx="119">
                  <c:v>2.3242641458001145E-3</c:v>
                </c:pt>
                <c:pt idx="120">
                  <c:v>2.3437957772003415E-3</c:v>
                </c:pt>
                <c:pt idx="121">
                  <c:v>2.3633274087000444E-3</c:v>
                </c:pt>
                <c:pt idx="122">
                  <c:v>2.3828590401997474E-3</c:v>
                </c:pt>
                <c:pt idx="123">
                  <c:v>2.4023906716994503E-3</c:v>
                </c:pt>
                <c:pt idx="124">
                  <c:v>2.4219223032009296E-3</c:v>
                </c:pt>
                <c:pt idx="125">
                  <c:v>2.4414539345993802E-3</c:v>
                </c:pt>
                <c:pt idx="126">
                  <c:v>2.4609855661008595E-3</c:v>
                </c:pt>
                <c:pt idx="127">
                  <c:v>2.4805171976005624E-3</c:v>
                </c:pt>
                <c:pt idx="128">
                  <c:v>2.5000488291002654E-3</c:v>
                </c:pt>
                <c:pt idx="129">
                  <c:v>2.5195804605004923E-3</c:v>
                </c:pt>
                <c:pt idx="130">
                  <c:v>2.5391120920001953E-3</c:v>
                </c:pt>
                <c:pt idx="131">
                  <c:v>2.5586437234998982E-3</c:v>
                </c:pt>
                <c:pt idx="132">
                  <c:v>2.5781753549996012E-3</c:v>
                </c:pt>
                <c:pt idx="133">
                  <c:v>2.5977069863998281E-3</c:v>
                </c:pt>
                <c:pt idx="134">
                  <c:v>2.6172386178995311E-3</c:v>
                </c:pt>
                <c:pt idx="135">
                  <c:v>2.636770249399234E-3</c:v>
                </c:pt>
                <c:pt idx="136">
                  <c:v>2.6563018809007133E-3</c:v>
                </c:pt>
                <c:pt idx="137">
                  <c:v>2.6758335124004162E-3</c:v>
                </c:pt>
                <c:pt idx="138">
                  <c:v>2.6953651438006432E-3</c:v>
                </c:pt>
                <c:pt idx="139">
                  <c:v>2.7148967753003461E-3</c:v>
                </c:pt>
                <c:pt idx="140">
                  <c:v>2.7344284068000491E-3</c:v>
                </c:pt>
                <c:pt idx="141">
                  <c:v>2.753960038299752E-3</c:v>
                </c:pt>
                <c:pt idx="142">
                  <c:v>2.773491669699979E-3</c:v>
                </c:pt>
                <c:pt idx="143">
                  <c:v>2.7930233011996819E-3</c:v>
                </c:pt>
                <c:pt idx="144">
                  <c:v>2.8125549326993848E-3</c:v>
                </c:pt>
                <c:pt idx="145">
                  <c:v>2.8320865642008641E-3</c:v>
                </c:pt>
                <c:pt idx="146">
                  <c:v>2.8516181955993147E-3</c:v>
                </c:pt>
                <c:pt idx="147">
                  <c:v>2.871149827100794E-3</c:v>
                </c:pt>
                <c:pt idx="148">
                  <c:v>2.890681458600497E-3</c:v>
                </c:pt>
                <c:pt idx="149">
                  <c:v>2.9102130901001999E-3</c:v>
                </c:pt>
                <c:pt idx="150">
                  <c:v>2.9297447215999028E-3</c:v>
                </c:pt>
                <c:pt idx="151">
                  <c:v>2.9492763530001298E-3</c:v>
                </c:pt>
                <c:pt idx="152">
                  <c:v>2.9688079844998327E-3</c:v>
                </c:pt>
                <c:pt idx="153">
                  <c:v>2.9883396159995357E-3</c:v>
                </c:pt>
                <c:pt idx="154">
                  <c:v>3.0078712474992386E-3</c:v>
                </c:pt>
                <c:pt idx="155">
                  <c:v>3.0274028788994656E-3</c:v>
                </c:pt>
                <c:pt idx="156">
                  <c:v>3.0469345103991685E-3</c:v>
                </c:pt>
                <c:pt idx="157">
                  <c:v>3.0664661419006478E-3</c:v>
                </c:pt>
                <c:pt idx="158">
                  <c:v>3.0859977734003508E-3</c:v>
                </c:pt>
                <c:pt idx="159">
                  <c:v>3.1055294049000537E-3</c:v>
                </c:pt>
                <c:pt idx="160">
                  <c:v>3.1250610363002806E-3</c:v>
                </c:pt>
                <c:pt idx="161">
                  <c:v>3.1445926677999836E-3</c:v>
                </c:pt>
                <c:pt idx="162">
                  <c:v>3.1641242992996865E-3</c:v>
                </c:pt>
                <c:pt idx="163">
                  <c:v>3.1836559307993895E-3</c:v>
                </c:pt>
                <c:pt idx="164">
                  <c:v>3.2031875621996164E-3</c:v>
                </c:pt>
                <c:pt idx="165">
                  <c:v>3.2227191936993194E-3</c:v>
                </c:pt>
                <c:pt idx="166">
                  <c:v>3.2422508252007987E-3</c:v>
                </c:pt>
                <c:pt idx="167">
                  <c:v>3.2617824567005016E-3</c:v>
                </c:pt>
                <c:pt idx="168">
                  <c:v>3.2813140881007286E-3</c:v>
                </c:pt>
                <c:pt idx="169">
                  <c:v>3.3008457196004315E-3</c:v>
                </c:pt>
                <c:pt idx="170">
                  <c:v>3.3203773511001344E-3</c:v>
                </c:pt>
                <c:pt idx="171">
                  <c:v>3.3399089825998374E-3</c:v>
                </c:pt>
                <c:pt idx="172">
                  <c:v>3.3594406140995403E-3</c:v>
                </c:pt>
                <c:pt idx="173">
                  <c:v>3.3789722454997673E-3</c:v>
                </c:pt>
                <c:pt idx="174">
                  <c:v>3.3985038769994702E-3</c:v>
                </c:pt>
                <c:pt idx="175">
                  <c:v>3.4180355084991731E-3</c:v>
                </c:pt>
                <c:pt idx="176">
                  <c:v>3.4375671400006524E-3</c:v>
                </c:pt>
                <c:pt idx="177">
                  <c:v>3.4570987714008794E-3</c:v>
                </c:pt>
                <c:pt idx="178">
                  <c:v>3.4766304029005823E-3</c:v>
                </c:pt>
                <c:pt idx="179">
                  <c:v>3.4961620344002853E-3</c:v>
                </c:pt>
                <c:pt idx="180">
                  <c:v>3.5156936658999882E-3</c:v>
                </c:pt>
                <c:pt idx="181">
                  <c:v>3.5352252973996912E-3</c:v>
                </c:pt>
                <c:pt idx="182">
                  <c:v>3.5547569287999181E-3</c:v>
                </c:pt>
                <c:pt idx="183">
                  <c:v>3.5742885602996211E-3</c:v>
                </c:pt>
                <c:pt idx="184">
                  <c:v>3.593820191799324E-3</c:v>
                </c:pt>
                <c:pt idx="185">
                  <c:v>3.6133518233008033E-3</c:v>
                </c:pt>
                <c:pt idx="186">
                  <c:v>3.6328834546992539E-3</c:v>
                </c:pt>
                <c:pt idx="187">
                  <c:v>3.6524150862007332E-3</c:v>
                </c:pt>
                <c:pt idx="188">
                  <c:v>3.6719467177004361E-3</c:v>
                </c:pt>
                <c:pt idx="189">
                  <c:v>3.6914783492001391E-3</c:v>
                </c:pt>
                <c:pt idx="190">
                  <c:v>3.711009980600366E-3</c:v>
                </c:pt>
                <c:pt idx="191">
                  <c:v>3.730541612100069E-3</c:v>
                </c:pt>
                <c:pt idx="192">
                  <c:v>3.7500732435997719E-3</c:v>
                </c:pt>
                <c:pt idx="193">
                  <c:v>3.7696048750994748E-3</c:v>
                </c:pt>
                <c:pt idx="194">
                  <c:v>3.7891365065991778E-3</c:v>
                </c:pt>
                <c:pt idx="195">
                  <c:v>3.8086681379994047E-3</c:v>
                </c:pt>
                <c:pt idx="196">
                  <c:v>3.828199769500884E-3</c:v>
                </c:pt>
                <c:pt idx="197">
                  <c:v>3.847731401000587E-3</c:v>
                </c:pt>
                <c:pt idx="198">
                  <c:v>3.8672630325002899E-3</c:v>
                </c:pt>
                <c:pt idx="199">
                  <c:v>3.8867946639005169E-3</c:v>
                </c:pt>
                <c:pt idx="200">
                  <c:v>3.9063262954002198E-3</c:v>
                </c:pt>
                <c:pt idx="201">
                  <c:v>3.9258579268999227E-3</c:v>
                </c:pt>
                <c:pt idx="202">
                  <c:v>3.9453895583996257E-3</c:v>
                </c:pt>
                <c:pt idx="203">
                  <c:v>3.9649211897998526E-3</c:v>
                </c:pt>
                <c:pt idx="204">
                  <c:v>3.9844528212995556E-3</c:v>
                </c:pt>
                <c:pt idx="205">
                  <c:v>4.0039844527992585E-3</c:v>
                </c:pt>
                <c:pt idx="206">
                  <c:v>4.0235160843007378E-3</c:v>
                </c:pt>
                <c:pt idx="207">
                  <c:v>4.0430477158004408E-3</c:v>
                </c:pt>
                <c:pt idx="208">
                  <c:v>4.0625793472006677E-3</c:v>
                </c:pt>
                <c:pt idx="209">
                  <c:v>4.0821109787003707E-3</c:v>
                </c:pt>
                <c:pt idx="210">
                  <c:v>4.1016426102000736E-3</c:v>
                </c:pt>
                <c:pt idx="211">
                  <c:v>4.1211742416997765E-3</c:v>
                </c:pt>
                <c:pt idx="212">
                  <c:v>4.1407058731000035E-3</c:v>
                </c:pt>
                <c:pt idx="213">
                  <c:v>4.1602375045997064E-3</c:v>
                </c:pt>
                <c:pt idx="214">
                  <c:v>4.1797691360994094E-3</c:v>
                </c:pt>
                <c:pt idx="215">
                  <c:v>4.1993007676008887E-3</c:v>
                </c:pt>
                <c:pt idx="216">
                  <c:v>4.2188323991005916E-3</c:v>
                </c:pt>
                <c:pt idx="217">
                  <c:v>4.2383640305008186E-3</c:v>
                </c:pt>
                <c:pt idx="218">
                  <c:v>4.2578956620005215E-3</c:v>
                </c:pt>
                <c:pt idx="219">
                  <c:v>4.2774272935002244E-3</c:v>
                </c:pt>
                <c:pt idx="220">
                  <c:v>4.2969589249999274E-3</c:v>
                </c:pt>
                <c:pt idx="221">
                  <c:v>4.3164905564001543E-3</c:v>
                </c:pt>
                <c:pt idx="222">
                  <c:v>4.3360221878998573E-3</c:v>
                </c:pt>
                <c:pt idx="223">
                  <c:v>4.3555538193995602E-3</c:v>
                </c:pt>
                <c:pt idx="224">
                  <c:v>4.3750854508992632E-3</c:v>
                </c:pt>
                <c:pt idx="225">
                  <c:v>4.3946170822994901E-3</c:v>
                </c:pt>
                <c:pt idx="226">
                  <c:v>4.414148713799193E-3</c:v>
                </c:pt>
                <c:pt idx="227">
                  <c:v>4.4336803453006723E-3</c:v>
                </c:pt>
                <c:pt idx="228">
                  <c:v>4.4532119768003753E-3</c:v>
                </c:pt>
                <c:pt idx="229">
                  <c:v>4.4727436083000782E-3</c:v>
                </c:pt>
                <c:pt idx="230">
                  <c:v>4.4922752397003052E-3</c:v>
                </c:pt>
                <c:pt idx="231">
                  <c:v>4.5118068712000081E-3</c:v>
                </c:pt>
                <c:pt idx="232">
                  <c:v>4.5313385026997111E-3</c:v>
                </c:pt>
                <c:pt idx="233">
                  <c:v>4.550870134199414E-3</c:v>
                </c:pt>
                <c:pt idx="234">
                  <c:v>4.570401765599641E-3</c:v>
                </c:pt>
                <c:pt idx="235">
                  <c:v>4.5899333970993439E-3</c:v>
                </c:pt>
                <c:pt idx="236">
                  <c:v>4.6094650286008232E-3</c:v>
                </c:pt>
                <c:pt idx="237">
                  <c:v>4.6289966601005261E-3</c:v>
                </c:pt>
                <c:pt idx="238">
                  <c:v>4.6485282915007531E-3</c:v>
                </c:pt>
                <c:pt idx="239">
                  <c:v>4.668059923000456E-3</c:v>
                </c:pt>
                <c:pt idx="240">
                  <c:v>4.687591554500159E-3</c:v>
                </c:pt>
                <c:pt idx="241">
                  <c:v>4.7071231859998619E-3</c:v>
                </c:pt>
                <c:pt idx="242">
                  <c:v>4.7266548174995648E-3</c:v>
                </c:pt>
                <c:pt idx="243">
                  <c:v>4.7461864488997918E-3</c:v>
                </c:pt>
                <c:pt idx="244">
                  <c:v>4.7657180803994947E-3</c:v>
                </c:pt>
                <c:pt idx="245">
                  <c:v>4.7852497118991977E-3</c:v>
                </c:pt>
                <c:pt idx="246">
                  <c:v>4.804781343400677E-3</c:v>
                </c:pt>
                <c:pt idx="247">
                  <c:v>4.8243129748009039E-3</c:v>
                </c:pt>
                <c:pt idx="248">
                  <c:v>4.8438446063006069E-3</c:v>
                </c:pt>
                <c:pt idx="249">
                  <c:v>4.8633762378003098E-3</c:v>
                </c:pt>
                <c:pt idx="250">
                  <c:v>4.8829078693000127E-3</c:v>
                </c:pt>
                <c:pt idx="251">
                  <c:v>4.9024395007997157E-3</c:v>
                </c:pt>
                <c:pt idx="252">
                  <c:v>4.9219711321999426E-3</c:v>
                </c:pt>
                <c:pt idx="253">
                  <c:v>4.9415027636996456E-3</c:v>
                </c:pt>
                <c:pt idx="254">
                  <c:v>4.9610343951993485E-3</c:v>
                </c:pt>
                <c:pt idx="255">
                  <c:v>4.9805660267008278E-3</c:v>
                </c:pt>
                <c:pt idx="256">
                  <c:v>5.0000976580992784E-3</c:v>
                </c:pt>
                <c:pt idx="257">
                  <c:v>5.0196292896007577E-3</c:v>
                </c:pt>
                <c:pt idx="258">
                  <c:v>5.0391609211004607E-3</c:v>
                </c:pt>
                <c:pt idx="259">
                  <c:v>5.0586925526001636E-3</c:v>
                </c:pt>
                <c:pt idx="260">
                  <c:v>5.0782241840003906E-3</c:v>
                </c:pt>
                <c:pt idx="261">
                  <c:v>5.0977558155000935E-3</c:v>
                </c:pt>
                <c:pt idx="262">
                  <c:v>5.1172874469997964E-3</c:v>
                </c:pt>
                <c:pt idx="263">
                  <c:v>5.1368190784994994E-3</c:v>
                </c:pt>
                <c:pt idx="264">
                  <c:v>5.1563507099992023E-3</c:v>
                </c:pt>
                <c:pt idx="265">
                  <c:v>5.1758823413994293E-3</c:v>
                </c:pt>
                <c:pt idx="266">
                  <c:v>5.1954139729009086E-3</c:v>
                </c:pt>
                <c:pt idx="267">
                  <c:v>5.2149456044006115E-3</c:v>
                </c:pt>
                <c:pt idx="268">
                  <c:v>5.2344772359003144E-3</c:v>
                </c:pt>
                <c:pt idx="269">
                  <c:v>5.2540088673005414E-3</c:v>
                </c:pt>
                <c:pt idx="270">
                  <c:v>5.2735404988002443E-3</c:v>
                </c:pt>
                <c:pt idx="271">
                  <c:v>5.2930721302999473E-3</c:v>
                </c:pt>
                <c:pt idx="272">
                  <c:v>5.3126037617996502E-3</c:v>
                </c:pt>
                <c:pt idx="273">
                  <c:v>5.3321353932993532E-3</c:v>
                </c:pt>
                <c:pt idx="274">
                  <c:v>5.3516670246995801E-3</c:v>
                </c:pt>
                <c:pt idx="275">
                  <c:v>5.3711986561992831E-3</c:v>
                </c:pt>
                <c:pt idx="276">
                  <c:v>5.3907302877007623E-3</c:v>
                </c:pt>
                <c:pt idx="277">
                  <c:v>5.4102619192004653E-3</c:v>
                </c:pt>
                <c:pt idx="278">
                  <c:v>5.4297935506006922E-3</c:v>
                </c:pt>
                <c:pt idx="279">
                  <c:v>5.4493251821003952E-3</c:v>
                </c:pt>
                <c:pt idx="280">
                  <c:v>5.4688568136000981E-3</c:v>
                </c:pt>
                <c:pt idx="281">
                  <c:v>5.4883884450998011E-3</c:v>
                </c:pt>
                <c:pt idx="282">
                  <c:v>5.507920076500028E-3</c:v>
                </c:pt>
                <c:pt idx="283">
                  <c:v>5.527451707999731E-3</c:v>
                </c:pt>
                <c:pt idx="284">
                  <c:v>5.5469833394994339E-3</c:v>
                </c:pt>
                <c:pt idx="285">
                  <c:v>5.5665149710009132E-3</c:v>
                </c:pt>
                <c:pt idx="286">
                  <c:v>5.5860466025006161E-3</c:v>
                </c:pt>
                <c:pt idx="287">
                  <c:v>5.6055782339008431E-3</c:v>
                </c:pt>
                <c:pt idx="288">
                  <c:v>5.625109865400546E-3</c:v>
                </c:pt>
                <c:pt idx="289">
                  <c:v>5.644641496900249E-3</c:v>
                </c:pt>
                <c:pt idx="290">
                  <c:v>5.6641731283999519E-3</c:v>
                </c:pt>
                <c:pt idx="291">
                  <c:v>5.6837047598001789E-3</c:v>
                </c:pt>
                <c:pt idx="292">
                  <c:v>5.7032363912998818E-3</c:v>
                </c:pt>
                <c:pt idx="293">
                  <c:v>5.7227680227995847E-3</c:v>
                </c:pt>
                <c:pt idx="294">
                  <c:v>5.7422996542992877E-3</c:v>
                </c:pt>
                <c:pt idx="295">
                  <c:v>5.7618312856995146E-3</c:v>
                </c:pt>
                <c:pt idx="296">
                  <c:v>5.7813629171992176E-3</c:v>
                </c:pt>
                <c:pt idx="297">
                  <c:v>5.8008945487006969E-3</c:v>
                </c:pt>
                <c:pt idx="298">
                  <c:v>5.8204261802003998E-3</c:v>
                </c:pt>
                <c:pt idx="299">
                  <c:v>5.8399578117001028E-3</c:v>
                </c:pt>
                <c:pt idx="300">
                  <c:v>5.8594894431003297E-3</c:v>
                </c:pt>
                <c:pt idx="301">
                  <c:v>5.8790210746000326E-3</c:v>
                </c:pt>
                <c:pt idx="302">
                  <c:v>5.8985527060997356E-3</c:v>
                </c:pt>
                <c:pt idx="303">
                  <c:v>5.9180843375994385E-3</c:v>
                </c:pt>
                <c:pt idx="304">
                  <c:v>5.9376159689996655E-3</c:v>
                </c:pt>
                <c:pt idx="305">
                  <c:v>5.9571476004993684E-3</c:v>
                </c:pt>
                <c:pt idx="306">
                  <c:v>5.9766792320008477E-3</c:v>
                </c:pt>
                <c:pt idx="307">
                  <c:v>5.9962108635005507E-3</c:v>
                </c:pt>
                <c:pt idx="308">
                  <c:v>6.0157424950002536E-3</c:v>
                </c:pt>
                <c:pt idx="309">
                  <c:v>6.0352741264004806E-3</c:v>
                </c:pt>
                <c:pt idx="310">
                  <c:v>6.0548057579001835E-3</c:v>
                </c:pt>
                <c:pt idx="311">
                  <c:v>6.0743373893998864E-3</c:v>
                </c:pt>
                <c:pt idx="312">
                  <c:v>6.0938690208995894E-3</c:v>
                </c:pt>
                <c:pt idx="313">
                  <c:v>6.1134006522998163E-3</c:v>
                </c:pt>
                <c:pt idx="314">
                  <c:v>6.1329322837995193E-3</c:v>
                </c:pt>
                <c:pt idx="315">
                  <c:v>6.1524639152992222E-3</c:v>
                </c:pt>
                <c:pt idx="316">
                  <c:v>6.1719955468007015E-3</c:v>
                </c:pt>
                <c:pt idx="317">
                  <c:v>6.1915271782009285E-3</c:v>
                </c:pt>
                <c:pt idx="318">
                  <c:v>6.2110588097006314E-3</c:v>
                </c:pt>
                <c:pt idx="319">
                  <c:v>6.2305904412003343E-3</c:v>
                </c:pt>
                <c:pt idx="320">
                  <c:v>6.2501220727000373E-3</c:v>
                </c:pt>
                <c:pt idx="321">
                  <c:v>6.2696537041997402E-3</c:v>
                </c:pt>
                <c:pt idx="322">
                  <c:v>6.2891853355999672E-3</c:v>
                </c:pt>
                <c:pt idx="323">
                  <c:v>6.3087169670996701E-3</c:v>
                </c:pt>
                <c:pt idx="324">
                  <c:v>6.3282485985993731E-3</c:v>
                </c:pt>
                <c:pt idx="325">
                  <c:v>6.3477802301008524E-3</c:v>
                </c:pt>
                <c:pt idx="326">
                  <c:v>6.3673118614993029E-3</c:v>
                </c:pt>
                <c:pt idx="327">
                  <c:v>6.3868434930007822E-3</c:v>
                </c:pt>
                <c:pt idx="328">
                  <c:v>6.4063751245004852E-3</c:v>
                </c:pt>
                <c:pt idx="329">
                  <c:v>6.4259067560001881E-3</c:v>
                </c:pt>
                <c:pt idx="330">
                  <c:v>6.4454383874004151E-3</c:v>
                </c:pt>
                <c:pt idx="331">
                  <c:v>6.464970018900118E-3</c:v>
                </c:pt>
                <c:pt idx="332">
                  <c:v>6.484501650399821E-3</c:v>
                </c:pt>
                <c:pt idx="333">
                  <c:v>6.5040332818995239E-3</c:v>
                </c:pt>
                <c:pt idx="334">
                  <c:v>6.5235649133992268E-3</c:v>
                </c:pt>
                <c:pt idx="335">
                  <c:v>6.5430965447994538E-3</c:v>
                </c:pt>
                <c:pt idx="336">
                  <c:v>6.5626281763009331E-3</c:v>
                </c:pt>
                <c:pt idx="337">
                  <c:v>6.582159807800636E-3</c:v>
                </c:pt>
                <c:pt idx="338">
                  <c:v>6.601691439300339E-3</c:v>
                </c:pt>
                <c:pt idx="339">
                  <c:v>6.6212230707005659E-3</c:v>
                </c:pt>
                <c:pt idx="340">
                  <c:v>6.6407547022002689E-3</c:v>
                </c:pt>
                <c:pt idx="341">
                  <c:v>6.6602863336999718E-3</c:v>
                </c:pt>
                <c:pt idx="342">
                  <c:v>6.6798179651996747E-3</c:v>
                </c:pt>
                <c:pt idx="343">
                  <c:v>6.6993495966993777E-3</c:v>
                </c:pt>
                <c:pt idx="344">
                  <c:v>6.7188812280996046E-3</c:v>
                </c:pt>
                <c:pt idx="345">
                  <c:v>6.7384128595993076E-3</c:v>
                </c:pt>
                <c:pt idx="346">
                  <c:v>6.7579444911007869E-3</c:v>
                </c:pt>
                <c:pt idx="347">
                  <c:v>6.7774761226004898E-3</c:v>
                </c:pt>
                <c:pt idx="348">
                  <c:v>6.7970077540007168E-3</c:v>
                </c:pt>
              </c:numCache>
            </c:numRef>
          </c:xVal>
          <c:yVal>
            <c:numRef>
              <c:f>'0.35'!$K$2:$K$350</c:f>
              <c:numCache>
                <c:formatCode>General</c:formatCode>
                <c:ptCount val="349"/>
                <c:pt idx="0">
                  <c:v>2.8107510999999998E-4</c:v>
                </c:pt>
                <c:pt idx="1">
                  <c:v>1.29727406E-4</c:v>
                </c:pt>
                <c:pt idx="2">
                  <c:v>2.9083947800000003E-4</c:v>
                </c:pt>
                <c:pt idx="3">
                  <c:v>2.5849500899999999E-4</c:v>
                </c:pt>
                <c:pt idx="4">
                  <c:v>1.9929852799999999E-4</c:v>
                </c:pt>
                <c:pt idx="5">
                  <c:v>2.1760671799999999E-4</c:v>
                </c:pt>
                <c:pt idx="6">
                  <c:v>3.0731684899999999E-4</c:v>
                </c:pt>
                <c:pt idx="7">
                  <c:v>2.06011531E-4</c:v>
                </c:pt>
                <c:pt idx="8">
                  <c:v>2.0234989300000001E-4</c:v>
                </c:pt>
                <c:pt idx="9">
                  <c:v>2.3408408899999999E-4</c:v>
                </c:pt>
                <c:pt idx="10">
                  <c:v>1.9075470600000001E-4</c:v>
                </c:pt>
                <c:pt idx="11">
                  <c:v>1.9075470600000001E-4</c:v>
                </c:pt>
                <c:pt idx="12">
                  <c:v>2.49951187E-4</c:v>
                </c:pt>
                <c:pt idx="13">
                  <c:v>2.1577589900000001E-4</c:v>
                </c:pt>
                <c:pt idx="14">
                  <c:v>2.3957654600000001E-4</c:v>
                </c:pt>
                <c:pt idx="15">
                  <c:v>3.20742855E-4</c:v>
                </c:pt>
                <c:pt idx="16">
                  <c:v>2.8656756700000001E-4</c:v>
                </c:pt>
                <c:pt idx="17">
                  <c:v>2.0784235E-4</c:v>
                </c:pt>
                <c:pt idx="18">
                  <c:v>2.5727446299999998E-4</c:v>
                </c:pt>
                <c:pt idx="19">
                  <c:v>2.5117173300000001E-4</c:v>
                </c:pt>
                <c:pt idx="20">
                  <c:v>3.0426548399999998E-4</c:v>
                </c:pt>
                <c:pt idx="21">
                  <c:v>1.20573311E-4</c:v>
                </c:pt>
                <c:pt idx="22">
                  <c:v>2.2676081300000001E-4</c:v>
                </c:pt>
                <c:pt idx="23">
                  <c:v>2.7436210700000001E-4</c:v>
                </c:pt>
                <c:pt idx="24">
                  <c:v>2.2981217799999999E-4</c:v>
                </c:pt>
                <c:pt idx="25">
                  <c:v>2.3225327000000001E-4</c:v>
                </c:pt>
                <c:pt idx="26">
                  <c:v>2.7619292600000001E-4</c:v>
                </c:pt>
                <c:pt idx="27">
                  <c:v>3.7444687900000002E-4</c:v>
                </c:pt>
                <c:pt idx="28">
                  <c:v>1.0884662890000001E-3</c:v>
                </c:pt>
                <c:pt idx="29">
                  <c:v>6.7786517410000002E-3</c:v>
                </c:pt>
                <c:pt idx="30">
                  <c:v>1.9020117848E-2</c:v>
                </c:pt>
                <c:pt idx="31">
                  <c:v>2.3545902415999999E-2</c:v>
                </c:pt>
                <c:pt idx="32">
                  <c:v>1.4009166244999999E-2</c:v>
                </c:pt>
                <c:pt idx="33">
                  <c:v>3.6773387599999999E-4</c:v>
                </c:pt>
                <c:pt idx="34">
                  <c:v>-7.1099411930000004E-3</c:v>
                </c:pt>
                <c:pt idx="35">
                  <c:v>-7.6921416350000001E-3</c:v>
                </c:pt>
                <c:pt idx="36">
                  <c:v>-6.9823941359999997E-3</c:v>
                </c:pt>
                <c:pt idx="37">
                  <c:v>-5.6733585509999998E-3</c:v>
                </c:pt>
                <c:pt idx="38">
                  <c:v>-4.4625769189999996E-3</c:v>
                </c:pt>
                <c:pt idx="39">
                  <c:v>-3.9328599549999996E-3</c:v>
                </c:pt>
                <c:pt idx="40">
                  <c:v>-3.3213664090000002E-3</c:v>
                </c:pt>
                <c:pt idx="41">
                  <c:v>-3.096175672E-3</c:v>
                </c:pt>
                <c:pt idx="42">
                  <c:v>-2.6695948450000001E-3</c:v>
                </c:pt>
                <c:pt idx="43">
                  <c:v>-2.3571350689999999E-3</c:v>
                </c:pt>
                <c:pt idx="44">
                  <c:v>-1.858542028E-3</c:v>
                </c:pt>
                <c:pt idx="45">
                  <c:v>-1.705363505E-3</c:v>
                </c:pt>
                <c:pt idx="46">
                  <c:v>-1.388631818E-3</c:v>
                </c:pt>
                <c:pt idx="47">
                  <c:v>-1.0694590390000001E-3</c:v>
                </c:pt>
                <c:pt idx="48">
                  <c:v>-1.247048482E-3</c:v>
                </c:pt>
                <c:pt idx="49">
                  <c:v>-9.1383942399999999E-4</c:v>
                </c:pt>
                <c:pt idx="50">
                  <c:v>-7.1305960700000001E-4</c:v>
                </c:pt>
                <c:pt idx="51">
                  <c:v>-5.5560917300000005E-4</c:v>
                </c:pt>
                <c:pt idx="52">
                  <c:v>-3.7740945700000001E-4</c:v>
                </c:pt>
                <c:pt idx="53">
                  <c:v>-3.2004379500000002E-4</c:v>
                </c:pt>
                <c:pt idx="54" formatCode="0.00E+00">
                  <c:v>-4.7862036999999903E-5</c:v>
                </c:pt>
                <c:pt idx="55" formatCode="0.00E+00">
                  <c:v>2.5980996E-5</c:v>
                </c:pt>
                <c:pt idx="56">
                  <c:v>1.1508085400000001E-4</c:v>
                </c:pt>
                <c:pt idx="57" formatCode="0.00E+00">
                  <c:v>4.3852554399999999E-4</c:v>
                </c:pt>
                <c:pt idx="58" formatCode="0.00E+00">
                  <c:v>3.57969508E-4</c:v>
                </c:pt>
                <c:pt idx="59" formatCode="0.00E+00">
                  <c:v>7.0277375299999999E-4</c:v>
                </c:pt>
                <c:pt idx="60" formatCode="0.00E+00">
                  <c:v>1.5291778E-4</c:v>
                </c:pt>
                <c:pt idx="61" formatCode="0.00E+00">
                  <c:v>3.7444687900000002E-4</c:v>
                </c:pt>
                <c:pt idx="62" formatCode="0.00E+00">
                  <c:v>-1.8700428099999999E-4</c:v>
                </c:pt>
                <c:pt idx="63" formatCode="0.00E+00">
                  <c:v>-9.3022238999999795E-5</c:v>
                </c:pt>
                <c:pt idx="64" formatCode="0.00E+00">
                  <c:v>8.4567204000000302E-5</c:v>
                </c:pt>
                <c:pt idx="65" formatCode="0.00E+00">
                  <c:v>-1.9179205999999899E-5</c:v>
                </c:pt>
                <c:pt idx="66" formatCode="0.00E+00">
                  <c:v>5.3443281000000398E-5</c:v>
                </c:pt>
                <c:pt idx="67" formatCode="0.00E+00">
                  <c:v>-2.0915619999999901E-6</c:v>
                </c:pt>
                <c:pt idx="68">
                  <c:v>1.2545549500000001E-4</c:v>
                </c:pt>
                <c:pt idx="69" formatCode="0.00E+00">
                  <c:v>5.5884373000000199E-5</c:v>
                </c:pt>
                <c:pt idx="70" formatCode="0.00E+00">
                  <c:v>4.7340551000000303E-5</c:v>
                </c:pt>
                <c:pt idx="71">
                  <c:v>1.8770334099999999E-4</c:v>
                </c:pt>
                <c:pt idx="72">
                  <c:v>2.07232077E-4</c:v>
                </c:pt>
                <c:pt idx="73">
                  <c:v>2.2615054000000001E-4</c:v>
                </c:pt>
                <c:pt idx="74" formatCode="0.00E+00">
                  <c:v>2.9206002399999998E-4</c:v>
                </c:pt>
                <c:pt idx="75">
                  <c:v>2.6520801200000002E-4</c:v>
                </c:pt>
                <c:pt idx="76">
                  <c:v>1.40102047E-4</c:v>
                </c:pt>
                <c:pt idx="77">
                  <c:v>3.1952230899999999E-4</c:v>
                </c:pt>
                <c:pt idx="78">
                  <c:v>1.9197525199999999E-4</c:v>
                </c:pt>
                <c:pt idx="79">
                  <c:v>3.2806613099999998E-4</c:v>
                </c:pt>
                <c:pt idx="80">
                  <c:v>2.0234989300000001E-4</c:v>
                </c:pt>
                <c:pt idx="81">
                  <c:v>3.7871878999999999E-4</c:v>
                </c:pt>
                <c:pt idx="82">
                  <c:v>2.4689982199999999E-4</c:v>
                </c:pt>
                <c:pt idx="83">
                  <c:v>3.6773387599999999E-4</c:v>
                </c:pt>
                <c:pt idx="84">
                  <c:v>3.5919005400000001E-4</c:v>
                </c:pt>
                <c:pt idx="85">
                  <c:v>4.1167353199999998E-4</c:v>
                </c:pt>
                <c:pt idx="86">
                  <c:v>4.16555716E-4</c:v>
                </c:pt>
                <c:pt idx="87">
                  <c:v>2.96331935E-4</c:v>
                </c:pt>
                <c:pt idx="88">
                  <c:v>3.4942568600000002E-4</c:v>
                </c:pt>
                <c:pt idx="89" formatCode="0.00E+00">
                  <c:v>7.1141198000000295E-5</c:v>
                </c:pt>
                <c:pt idx="90">
                  <c:v>1.11419216E-4</c:v>
                </c:pt>
                <c:pt idx="91" formatCode="0.00E+00">
                  <c:v>-4.3590125999999999E-5</c:v>
                </c:pt>
                <c:pt idx="92" formatCode="0.00E+00">
                  <c:v>9.0059661000000394E-5</c:v>
                </c:pt>
                <c:pt idx="93" formatCode="0.00E+00">
                  <c:v>8.8839115000000294E-5</c:v>
                </c:pt>
                <c:pt idx="94">
                  <c:v>1.2118358400000001E-4</c:v>
                </c:pt>
                <c:pt idx="95">
                  <c:v>1.9197525199999999E-4</c:v>
                </c:pt>
                <c:pt idx="96">
                  <c:v>2.1394508E-4</c:v>
                </c:pt>
                <c:pt idx="97" formatCode="0.00E+00">
                  <c:v>9.4941845000000403E-5</c:v>
                </c:pt>
                <c:pt idx="98">
                  <c:v>1.8953416E-4</c:v>
                </c:pt>
                <c:pt idx="99">
                  <c:v>1.6329242099999999E-4</c:v>
                </c:pt>
                <c:pt idx="100">
                  <c:v>1.1813221900000001E-4</c:v>
                </c:pt>
                <c:pt idx="101">
                  <c:v>1.04706213E-4</c:v>
                </c:pt>
                <c:pt idx="102">
                  <c:v>1.6817460499999999E-4</c:v>
                </c:pt>
                <c:pt idx="103">
                  <c:v>3.5308732399999998E-4</c:v>
                </c:pt>
                <c:pt idx="104">
                  <c:v>3.45764048E-4</c:v>
                </c:pt>
                <c:pt idx="105">
                  <c:v>2.7924429099999997E-4</c:v>
                </c:pt>
                <c:pt idx="106">
                  <c:v>3.4637432100000001E-4</c:v>
                </c:pt>
                <c:pt idx="107">
                  <c:v>1.9075470600000001E-4</c:v>
                </c:pt>
                <c:pt idx="108">
                  <c:v>1.3277877099999999E-4</c:v>
                </c:pt>
                <c:pt idx="109">
                  <c:v>3.1158876000000001E-4</c:v>
                </c:pt>
                <c:pt idx="110">
                  <c:v>1.6024105600000001E-4</c:v>
                </c:pt>
                <c:pt idx="111" formatCode="0.00E+00">
                  <c:v>2.41501770000003E-5</c:v>
                </c:pt>
                <c:pt idx="112">
                  <c:v>1.7854924600000001E-4</c:v>
                </c:pt>
                <c:pt idx="113">
                  <c:v>1.41322593E-4</c:v>
                </c:pt>
                <c:pt idx="114">
                  <c:v>1.8160061099999999E-4</c:v>
                </c:pt>
                <c:pt idx="115">
                  <c:v>1.35219863E-4</c:v>
                </c:pt>
                <c:pt idx="116">
                  <c:v>1.9136497900000001E-4</c:v>
                </c:pt>
                <c:pt idx="117">
                  <c:v>3.1769148999999998E-4</c:v>
                </c:pt>
                <c:pt idx="118">
                  <c:v>3.0731684899999999E-4</c:v>
                </c:pt>
                <c:pt idx="119">
                  <c:v>1.8343143E-4</c:v>
                </c:pt>
                <c:pt idx="120">
                  <c:v>2.0173962E-4</c:v>
                </c:pt>
                <c:pt idx="121">
                  <c:v>2.3286354300000001E-4</c:v>
                </c:pt>
                <c:pt idx="122">
                  <c:v>2.4079709199999999E-4</c:v>
                </c:pt>
                <c:pt idx="123">
                  <c:v>2.5239227900000002E-4</c:v>
                </c:pt>
                <c:pt idx="124">
                  <c:v>2.4567927599999999E-4</c:v>
                </c:pt>
                <c:pt idx="125">
                  <c:v>2.7497238000000001E-4</c:v>
                </c:pt>
                <c:pt idx="126">
                  <c:v>2.3957654600000001E-4</c:v>
                </c:pt>
                <c:pt idx="127">
                  <c:v>3.6102087300000002E-4</c:v>
                </c:pt>
                <c:pt idx="128">
                  <c:v>2.9511138899999999E-4</c:v>
                </c:pt>
                <c:pt idx="129">
                  <c:v>2.35914908E-4</c:v>
                </c:pt>
                <c:pt idx="130">
                  <c:v>2.49340914E-4</c:v>
                </c:pt>
                <c:pt idx="131">
                  <c:v>2.4445872999999998E-4</c:v>
                </c:pt>
                <c:pt idx="132">
                  <c:v>2.18827264E-4</c:v>
                </c:pt>
                <c:pt idx="133">
                  <c:v>2.18216991E-4</c:v>
                </c:pt>
                <c:pt idx="134">
                  <c:v>2.6276692000000001E-4</c:v>
                </c:pt>
                <c:pt idx="135">
                  <c:v>2.42627911E-4</c:v>
                </c:pt>
                <c:pt idx="136">
                  <c:v>2.0845262300000001E-4</c:v>
                </c:pt>
                <c:pt idx="137">
                  <c:v>3.2440449300000002E-4</c:v>
                </c:pt>
                <c:pt idx="138">
                  <c:v>2.0845262300000001E-4</c:v>
                </c:pt>
                <c:pt idx="139">
                  <c:v>2.8717784000000001E-4</c:v>
                </c:pt>
                <c:pt idx="140">
                  <c:v>2.2676081300000001E-4</c:v>
                </c:pt>
                <c:pt idx="141">
                  <c:v>2.84736748E-4</c:v>
                </c:pt>
                <c:pt idx="142">
                  <c:v>3.2440449300000002E-4</c:v>
                </c:pt>
                <c:pt idx="143">
                  <c:v>2.8717784000000001E-4</c:v>
                </c:pt>
                <c:pt idx="144">
                  <c:v>3.0060384600000002E-4</c:v>
                </c:pt>
                <c:pt idx="145">
                  <c:v>3.68954422E-4</c:v>
                </c:pt>
                <c:pt idx="146">
                  <c:v>2.8229565599999999E-4</c:v>
                </c:pt>
                <c:pt idx="147">
                  <c:v>1.8709306799999999E-4</c:v>
                </c:pt>
                <c:pt idx="148">
                  <c:v>2.6886964999999998E-4</c:v>
                </c:pt>
                <c:pt idx="149">
                  <c:v>2.6642855800000002E-4</c:v>
                </c:pt>
                <c:pt idx="150">
                  <c:v>1.9197525199999999E-4</c:v>
                </c:pt>
                <c:pt idx="151">
                  <c:v>1.33999317E-4</c:v>
                </c:pt>
                <c:pt idx="152">
                  <c:v>1.9075470600000001E-4</c:v>
                </c:pt>
                <c:pt idx="153">
                  <c:v>1.4864586900000001E-4</c:v>
                </c:pt>
                <c:pt idx="154">
                  <c:v>1.6207187499999999E-4</c:v>
                </c:pt>
                <c:pt idx="155">
                  <c:v>2.2248890199999999E-4</c:v>
                </c:pt>
                <c:pt idx="156">
                  <c:v>1.8038006499999999E-4</c:v>
                </c:pt>
                <c:pt idx="157">
                  <c:v>2.4445872999999998E-4</c:v>
                </c:pt>
                <c:pt idx="158">
                  <c:v>1.7122597E-4</c:v>
                </c:pt>
                <c:pt idx="159">
                  <c:v>2.85347021E-4</c:v>
                </c:pt>
                <c:pt idx="160">
                  <c:v>2.3286354300000001E-4</c:v>
                </c:pt>
                <c:pt idx="161">
                  <c:v>2.37135454E-4</c:v>
                </c:pt>
                <c:pt idx="162" formatCode="0.00E+00">
                  <c:v>2.5544364399999997E-4</c:v>
                </c:pt>
                <c:pt idx="163">
                  <c:v>2.30422451E-4</c:v>
                </c:pt>
                <c:pt idx="164">
                  <c:v>2.5361282500000002E-4</c:v>
                </c:pt>
                <c:pt idx="165">
                  <c:v>3.2989694999999999E-4</c:v>
                </c:pt>
                <c:pt idx="166">
                  <c:v>3.1036821400000001E-4</c:v>
                </c:pt>
                <c:pt idx="167">
                  <c:v>3.32338042E-4</c:v>
                </c:pt>
                <c:pt idx="168">
                  <c:v>2.72531288E-4</c:v>
                </c:pt>
                <c:pt idx="169">
                  <c:v>2.49340914E-4</c:v>
                </c:pt>
                <c:pt idx="170">
                  <c:v>2.8290592899999999E-4</c:v>
                </c:pt>
                <c:pt idx="171">
                  <c:v>1.9624716300000001E-4</c:v>
                </c:pt>
                <c:pt idx="172">
                  <c:v>2.5178200600000001E-4</c:v>
                </c:pt>
                <c:pt idx="173">
                  <c:v>1.6268214799999999E-4</c:v>
                </c:pt>
                <c:pt idx="174">
                  <c:v>2.24319721E-4</c:v>
                </c:pt>
                <c:pt idx="175">
                  <c:v>1.8526224900000001E-4</c:v>
                </c:pt>
                <c:pt idx="176">
                  <c:v>2.8168538299999998E-4</c:v>
                </c:pt>
                <c:pt idx="177">
                  <c:v>2.48730641E-4</c:v>
                </c:pt>
                <c:pt idx="178">
                  <c:v>3.9092424999999999E-4</c:v>
                </c:pt>
                <c:pt idx="179">
                  <c:v>3.7139551400000001E-4</c:v>
                </c:pt>
                <c:pt idx="180">
                  <c:v>2.7497238000000001E-4</c:v>
                </c:pt>
                <c:pt idx="181">
                  <c:v>2.8778811300000001E-4</c:v>
                </c:pt>
                <c:pt idx="182">
                  <c:v>1.8648279499999999E-4</c:v>
                </c:pt>
                <c:pt idx="183">
                  <c:v>1.9624716300000001E-4</c:v>
                </c:pt>
                <c:pt idx="184">
                  <c:v>1.23014403E-4</c:v>
                </c:pt>
                <c:pt idx="185">
                  <c:v>1.53528053E-4</c:v>
                </c:pt>
                <c:pt idx="186" formatCode="0.00E+00">
                  <c:v>1.8160061099999999E-4</c:v>
                </c:pt>
                <c:pt idx="187" formatCode="0.00E+00">
                  <c:v>1.4376368500000001E-4</c:v>
                </c:pt>
                <c:pt idx="188" formatCode="0.00E+00">
                  <c:v>1.5535887200000001E-4</c:v>
                </c:pt>
                <c:pt idx="189">
                  <c:v>1.4681505E-4</c:v>
                </c:pt>
                <c:pt idx="190" formatCode="0.00E+00">
                  <c:v>1.2423494900000001E-4</c:v>
                </c:pt>
                <c:pt idx="191">
                  <c:v>1.6329242099999999E-4</c:v>
                </c:pt>
                <c:pt idx="192">
                  <c:v>1.63902694E-4</c:v>
                </c:pt>
                <c:pt idx="193">
                  <c:v>1.6146160200000001E-4</c:v>
                </c:pt>
                <c:pt idx="194" formatCode="0.00E+00">
                  <c:v>1.7488760799999999E-4</c:v>
                </c:pt>
                <c:pt idx="195">
                  <c:v>1.1508085400000001E-4</c:v>
                </c:pt>
                <c:pt idx="196" formatCode="0.00E+00">
                  <c:v>2.4751009499999999E-4</c:v>
                </c:pt>
                <c:pt idx="197">
                  <c:v>2.1516562600000001E-4</c:v>
                </c:pt>
                <c:pt idx="198">
                  <c:v>2.0784235E-4</c:v>
                </c:pt>
                <c:pt idx="199">
                  <c:v>2.3408408899999999E-4</c:v>
                </c:pt>
                <c:pt idx="200">
                  <c:v>2.3408408899999999E-4</c:v>
                </c:pt>
                <c:pt idx="201">
                  <c:v>3.7688797099999998E-4</c:v>
                </c:pt>
                <c:pt idx="202">
                  <c:v>2.7924429099999997E-4</c:v>
                </c:pt>
                <c:pt idx="203">
                  <c:v>2.6459773900000002E-4</c:v>
                </c:pt>
                <c:pt idx="204">
                  <c:v>3.3477913400000001E-4</c:v>
                </c:pt>
                <c:pt idx="205">
                  <c:v>1.4376368500000001E-4</c:v>
                </c:pt>
                <c:pt idx="206">
                  <c:v>2.6947992299999998E-4</c:v>
                </c:pt>
                <c:pt idx="207">
                  <c:v>1.8160061099999999E-4</c:v>
                </c:pt>
                <c:pt idx="208">
                  <c:v>3.0304493799999997E-4</c:v>
                </c:pt>
                <c:pt idx="209">
                  <c:v>1.07757578E-4</c:v>
                </c:pt>
                <c:pt idx="210">
                  <c:v>3.6041060000000001E-4</c:v>
                </c:pt>
                <c:pt idx="211">
                  <c:v>-1.4550571699999999E-4</c:v>
                </c:pt>
                <c:pt idx="212">
                  <c:v>1.986788145E-3</c:v>
                </c:pt>
                <c:pt idx="213">
                  <c:v>4.7958747639999999E-3</c:v>
                </c:pt>
                <c:pt idx="214">
                  <c:v>5.2346610510000001E-3</c:v>
                </c:pt>
                <c:pt idx="215">
                  <c:v>6.0316775889999999E-3</c:v>
                </c:pt>
                <c:pt idx="216">
                  <c:v>3.7675647590000002E-3</c:v>
                </c:pt>
                <c:pt idx="217">
                  <c:v>-4.9946405700000002E-4</c:v>
                </c:pt>
                <c:pt idx="218">
                  <c:v>-2.6311476459999999E-3</c:v>
                </c:pt>
                <c:pt idx="219" formatCode="0.00E+00">
                  <c:v>-2.3095337749999998E-3</c:v>
                </c:pt>
                <c:pt idx="220">
                  <c:v>-1.916517963E-3</c:v>
                </c:pt>
                <c:pt idx="221">
                  <c:v>-1.621145831E-3</c:v>
                </c:pt>
                <c:pt idx="222" formatCode="0.00E+00">
                  <c:v>-1.325773699E-3</c:v>
                </c:pt>
                <c:pt idx="223">
                  <c:v>-1.0950905050000001E-3</c:v>
                </c:pt>
                <c:pt idx="224">
                  <c:v>-9.1689078899999995E-4</c:v>
                </c:pt>
                <c:pt idx="225">
                  <c:v>-7.1122878799999897E-4</c:v>
                </c:pt>
                <c:pt idx="226">
                  <c:v>-6.1724674599999995E-4</c:v>
                </c:pt>
                <c:pt idx="227">
                  <c:v>-3.63983451E-4</c:v>
                </c:pt>
                <c:pt idx="228">
                  <c:v>-3.7740945700000001E-4</c:v>
                </c:pt>
                <c:pt idx="229" formatCode="0.00E+00">
                  <c:v>-2.4864185400000002E-4</c:v>
                </c:pt>
                <c:pt idx="230" formatCode="0.00E+00">
                  <c:v>-2.18738477E-4</c:v>
                </c:pt>
                <c:pt idx="231" formatCode="0.00E+00">
                  <c:v>-6.9831864999999799E-5</c:v>
                </c:pt>
                <c:pt idx="232" formatCode="0.00E+00">
                  <c:v>8.8839115000000294E-5</c:v>
                </c:pt>
                <c:pt idx="233">
                  <c:v>2.1516562600000001E-4</c:v>
                </c:pt>
                <c:pt idx="234" formatCode="0.00E+00">
                  <c:v>4.9171369999999999E-5</c:v>
                </c:pt>
                <c:pt idx="235">
                  <c:v>2.5849500899999999E-4</c:v>
                </c:pt>
                <c:pt idx="236">
                  <c:v>2.42017638E-4</c:v>
                </c:pt>
                <c:pt idx="237">
                  <c:v>1.17521946E-4</c:v>
                </c:pt>
                <c:pt idx="238">
                  <c:v>1.3277877099999999E-4</c:v>
                </c:pt>
                <c:pt idx="239" formatCode="0.00E+00">
                  <c:v>-1.1245657E-5</c:v>
                </c:pt>
                <c:pt idx="240" formatCode="0.00E+00">
                  <c:v>2.0234989300000001E-4</c:v>
                </c:pt>
                <c:pt idx="241">
                  <c:v>1.2606576799999999E-4</c:v>
                </c:pt>
                <c:pt idx="242">
                  <c:v>1.3033767900000001E-4</c:v>
                </c:pt>
                <c:pt idx="243">
                  <c:v>2.25540267E-4</c:v>
                </c:pt>
                <c:pt idx="244">
                  <c:v>2.60936101E-4</c:v>
                </c:pt>
                <c:pt idx="245">
                  <c:v>1.3460959E-4</c:v>
                </c:pt>
                <c:pt idx="246">
                  <c:v>2.0967316900000001E-4</c:v>
                </c:pt>
                <c:pt idx="247">
                  <c:v>1.6939515099999999E-4</c:v>
                </c:pt>
                <c:pt idx="248">
                  <c:v>1.0958839699999999E-4</c:v>
                </c:pt>
                <c:pt idx="249">
                  <c:v>1.16911673E-4</c:v>
                </c:pt>
                <c:pt idx="250">
                  <c:v>1.9868825499999999E-4</c:v>
                </c:pt>
                <c:pt idx="251">
                  <c:v>1.9258552499999999E-4</c:v>
                </c:pt>
                <c:pt idx="252">
                  <c:v>1.3094795200000001E-4</c:v>
                </c:pt>
                <c:pt idx="253">
                  <c:v>3.21963401E-4</c:v>
                </c:pt>
                <c:pt idx="254">
                  <c:v>2.37745727E-4</c:v>
                </c:pt>
                <c:pt idx="255">
                  <c:v>2.3957654600000001E-4</c:v>
                </c:pt>
                <c:pt idx="256">
                  <c:v>1.6207187499999999E-4</c:v>
                </c:pt>
                <c:pt idx="257">
                  <c:v>3.68954422E-4</c:v>
                </c:pt>
                <c:pt idx="258" formatCode="0.00E+00">
                  <c:v>3.3914545000000303E-5</c:v>
                </c:pt>
                <c:pt idx="259">
                  <c:v>1.2855844680000001E-3</c:v>
                </c:pt>
                <c:pt idx="260">
                  <c:v>3.6491717969999999E-3</c:v>
                </c:pt>
                <c:pt idx="261">
                  <c:v>3.5741082179999999E-3</c:v>
                </c:pt>
                <c:pt idx="262">
                  <c:v>4.0885683569999998E-3</c:v>
                </c:pt>
                <c:pt idx="263">
                  <c:v>3.4239810600000002E-3</c:v>
                </c:pt>
                <c:pt idx="264" formatCode="0.00E+00">
                  <c:v>1.5669203210000001E-3</c:v>
                </c:pt>
                <c:pt idx="265">
                  <c:v>-9.0651614799999898E-4</c:v>
                </c:pt>
                <c:pt idx="266">
                  <c:v>-1.4533207559999999E-3</c:v>
                </c:pt>
                <c:pt idx="267" formatCode="0.00E+00">
                  <c:v>-1.4203660140000001E-3</c:v>
                </c:pt>
                <c:pt idx="268">
                  <c:v>-1.4276892899999999E-3</c:v>
                </c:pt>
                <c:pt idx="269">
                  <c:v>-7.0451578499999997E-4</c:v>
                </c:pt>
                <c:pt idx="270">
                  <c:v>-7.8873345900000002E-4</c:v>
                </c:pt>
                <c:pt idx="271">
                  <c:v>-5.0434624100000004E-4</c:v>
                </c:pt>
                <c:pt idx="272">
                  <c:v>-6.8498704899999999E-4</c:v>
                </c:pt>
                <c:pt idx="273">
                  <c:v>-5.0983869800000001E-4</c:v>
                </c:pt>
                <c:pt idx="274">
                  <c:v>-5.1472088200000003E-4</c:v>
                </c:pt>
                <c:pt idx="275">
                  <c:v>-5.2265443100000001E-4</c:v>
                </c:pt>
                <c:pt idx="276">
                  <c:v>-3.6642454300000001E-4</c:v>
                </c:pt>
                <c:pt idx="277">
                  <c:v>-1.89445373E-4</c:v>
                </c:pt>
                <c:pt idx="278">
                  <c:v>-1.6808581800000001E-4</c:v>
                </c:pt>
                <c:pt idx="279">
                  <c:v>-1.3818244100000001E-4</c:v>
                </c:pt>
                <c:pt idx="280" formatCode="0.00E+00">
                  <c:v>-7.0442137999999897E-5</c:v>
                </c:pt>
                <c:pt idx="281" formatCode="0.00E+00">
                  <c:v>-2.6502481999999698E-5</c:v>
                </c:pt>
                <c:pt idx="282" formatCode="0.00E+00">
                  <c:v>3.2693999000000203E-5</c:v>
                </c:pt>
                <c:pt idx="283" formatCode="0.00E+00">
                  <c:v>-5.1429269999998501E-6</c:v>
                </c:pt>
                <c:pt idx="284" formatCode="0.00E+00">
                  <c:v>9.6162391000000096E-5</c:v>
                </c:pt>
                <c:pt idx="285" formatCode="0.00E+00">
                  <c:v>1.3644040900000001E-4</c:v>
                </c:pt>
                <c:pt idx="286">
                  <c:v>1.04706213E-4</c:v>
                </c:pt>
                <c:pt idx="287">
                  <c:v>7.1192784799999998E-4</c:v>
                </c:pt>
                <c:pt idx="288">
                  <c:v>6.1428416799999997E-4</c:v>
                </c:pt>
                <c:pt idx="289">
                  <c:v>7.88822246E-4</c:v>
                </c:pt>
                <c:pt idx="290" formatCode="0.00E+00">
                  <c:v>6.2648962800000002E-4</c:v>
                </c:pt>
                <c:pt idx="291">
                  <c:v>2.9511138899999999E-4</c:v>
                </c:pt>
                <c:pt idx="292" formatCode="0.00E+00">
                  <c:v>8.2736385000000104E-5</c:v>
                </c:pt>
                <c:pt idx="293" formatCode="0.00E+00">
                  <c:v>-6.9831864999999799E-5</c:v>
                </c:pt>
                <c:pt idx="294" formatCode="0.00E+00">
                  <c:v>6.2597376000000406E-5</c:v>
                </c:pt>
                <c:pt idx="295" formatCode="0.00E+00">
                  <c:v>-1.00251109999999E-5</c:v>
                </c:pt>
                <c:pt idx="296" formatCode="0.00E+00">
                  <c:v>8.7618569000000098E-5</c:v>
                </c:pt>
                <c:pt idx="297" formatCode="0.00E+00">
                  <c:v>-1.7348386999999701E-5</c:v>
                </c:pt>
                <c:pt idx="298">
                  <c:v>1.4071232E-4</c:v>
                </c:pt>
                <c:pt idx="299" formatCode="0.00E+00">
                  <c:v>9.5552117999999999E-5</c:v>
                </c:pt>
                <c:pt idx="300">
                  <c:v>2.6337719300000001E-4</c:v>
                </c:pt>
                <c:pt idx="301">
                  <c:v>1.94416344E-4</c:v>
                </c:pt>
                <c:pt idx="302" formatCode="0.00E+00">
                  <c:v>5.2030212599999998E-4</c:v>
                </c:pt>
                <c:pt idx="303" formatCode="0.00E+00">
                  <c:v>2.0319483469999999E-3</c:v>
                </c:pt>
                <c:pt idx="304">
                  <c:v>2.637339163E-3</c:v>
                </c:pt>
                <c:pt idx="305">
                  <c:v>6.6493682700000003E-4</c:v>
                </c:pt>
                <c:pt idx="306">
                  <c:v>4.0312970999999999E-4</c:v>
                </c:pt>
                <c:pt idx="307">
                  <c:v>2.2437130780000002E-3</c:v>
                </c:pt>
                <c:pt idx="308">
                  <c:v>1.905011563E-3</c:v>
                </c:pt>
                <c:pt idx="309">
                  <c:v>8.2116671499999998E-4</c:v>
                </c:pt>
                <c:pt idx="310" formatCode="0.00E+00">
                  <c:v>3.0252907000000399E-5</c:v>
                </c:pt>
                <c:pt idx="311">
                  <c:v>-1.1512356209999999E-3</c:v>
                </c:pt>
                <c:pt idx="312" formatCode="0.00E+00">
                  <c:v>-1.119501425E-3</c:v>
                </c:pt>
                <c:pt idx="313" formatCode="0.00E+00">
                  <c:v>-3.7435809199999999E-4</c:v>
                </c:pt>
                <c:pt idx="314" formatCode="0.00E+00">
                  <c:v>-8.7051004099999996E-4</c:v>
                </c:pt>
                <c:pt idx="315">
                  <c:v>-5.8429200400000002E-4</c:v>
                </c:pt>
                <c:pt idx="316">
                  <c:v>-6.3067275200000001E-4</c:v>
                </c:pt>
                <c:pt idx="317">
                  <c:v>-3.4994717199999999E-4</c:v>
                </c:pt>
                <c:pt idx="318">
                  <c:v>-1.05227699E-4</c:v>
                </c:pt>
                <c:pt idx="319">
                  <c:v>1.5718969099999999E-4</c:v>
                </c:pt>
                <c:pt idx="320">
                  <c:v>-1.9920974099999999E-4</c:v>
                </c:pt>
                <c:pt idx="321">
                  <c:v>-2.4681103500000001E-4</c:v>
                </c:pt>
                <c:pt idx="322" formatCode="0.00E+00">
                  <c:v>-1.18559299999996E-5</c:v>
                </c:pt>
                <c:pt idx="323" formatCode="0.00E+00">
                  <c:v>-1.7348386999999701E-5</c:v>
                </c:pt>
                <c:pt idx="324" formatCode="0.00E+00">
                  <c:v>8.0295293000000296E-5</c:v>
                </c:pt>
                <c:pt idx="325" formatCode="0.00E+00">
                  <c:v>6.6869287000000398E-5</c:v>
                </c:pt>
                <c:pt idx="326">
                  <c:v>2.4567927599999999E-4</c:v>
                </c:pt>
                <c:pt idx="327" formatCode="0.00E+00">
                  <c:v>4.7950824000000299E-5</c:v>
                </c:pt>
                <c:pt idx="328" formatCode="0.00E+00">
                  <c:v>6.8700106000000094E-5</c:v>
                </c:pt>
                <c:pt idx="329" formatCode="0.00E+00">
                  <c:v>7.1751471000000406E-5</c:v>
                </c:pt>
                <c:pt idx="330">
                  <c:v>6.1428416799999997E-4</c:v>
                </c:pt>
                <c:pt idx="331" formatCode="0.00E+00">
                  <c:v>2.1760671799999999E-4</c:v>
                </c:pt>
                <c:pt idx="332">
                  <c:v>2.8046483699999998E-4</c:v>
                </c:pt>
                <c:pt idx="333">
                  <c:v>6.0024788899999996E-4</c:v>
                </c:pt>
                <c:pt idx="334" formatCode="0.00E+00">
                  <c:v>6.6869287000000398E-5</c:v>
                </c:pt>
                <c:pt idx="335">
                  <c:v>4.76972743E-4</c:v>
                </c:pt>
                <c:pt idx="336">
                  <c:v>1.4559450399999999E-4</c:v>
                </c:pt>
                <c:pt idx="337" formatCode="0.00E+00">
                  <c:v>-3.3121079999996801E-6</c:v>
                </c:pt>
                <c:pt idx="338">
                  <c:v>1.29727406E-4</c:v>
                </c:pt>
                <c:pt idx="339" formatCode="0.00E+00">
                  <c:v>1.7976979200000001E-4</c:v>
                </c:pt>
                <c:pt idx="340">
                  <c:v>1.2728631399999999E-4</c:v>
                </c:pt>
                <c:pt idx="341" formatCode="0.00E+00">
                  <c:v>7.9074747000000195E-5</c:v>
                </c:pt>
                <c:pt idx="342" formatCode="0.00E+00">
                  <c:v>1.33999317E-4</c:v>
                </c:pt>
                <c:pt idx="343" formatCode="0.00E+00">
                  <c:v>9.1890480000000104E-5</c:v>
                </c:pt>
                <c:pt idx="344" formatCode="0.00E+00">
                  <c:v>2.42627911E-4</c:v>
                </c:pt>
                <c:pt idx="345" formatCode="0.00E+00">
                  <c:v>-3.8707941999999902E-5</c:v>
                </c:pt>
                <c:pt idx="346">
                  <c:v>5.4654386500000004E-4</c:v>
                </c:pt>
                <c:pt idx="347">
                  <c:v>7.7173460200000003E-4</c:v>
                </c:pt>
                <c:pt idx="348">
                  <c:v>5.85601337E-4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0CE0-B445-90AB-9550D33C5C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8348944"/>
        <c:axId val="1518347984"/>
      </c:scatterChart>
      <c:valAx>
        <c:axId val="1518348944"/>
        <c:scaling>
          <c:orientation val="minMax"/>
          <c:max val="5.000000000000001E-3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7984"/>
        <c:crosses val="autoZero"/>
        <c:crossBetween val="midCat"/>
      </c:valAx>
      <c:valAx>
        <c:axId val="1518347984"/>
        <c:scaling>
          <c:orientation val="minMax"/>
          <c:min val="-1.0000000000000002E-2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8944"/>
        <c:crosses val="autoZero"/>
        <c:crossBetween val="midCat"/>
      </c:valAx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242175925925925"/>
          <c:y val="0.12935185185185186"/>
          <c:w val="0.81968865740740737"/>
          <c:h val="0.74129629629629634"/>
        </c:manualLayout>
      </c:layout>
      <c:scatterChart>
        <c:scatterStyle val="smoothMarker"/>
        <c:varyColors val="0"/>
        <c:ser>
          <c:idx val="0"/>
          <c:order val="0"/>
          <c:spPr>
            <a:ln w="1270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'0.35'!$O$2:$O$350</c:f>
              <c:numCache>
                <c:formatCode>General</c:formatCode>
                <c:ptCount val="349"/>
                <c:pt idx="0">
                  <c:v>0</c:v>
                </c:pt>
                <c:pt idx="1">
                  <c:v>1.9531631480163014E-5</c:v>
                </c:pt>
                <c:pt idx="2">
                  <c:v>3.9063262959881939E-5</c:v>
                </c:pt>
                <c:pt idx="3">
                  <c:v>5.8594894429830902E-5</c:v>
                </c:pt>
                <c:pt idx="4">
                  <c:v>7.8126525909993916E-5</c:v>
                </c:pt>
                <c:pt idx="5">
                  <c:v>9.765815739015693E-5</c:v>
                </c:pt>
                <c:pt idx="6">
                  <c:v>1.1718978886010589E-4</c:v>
                </c:pt>
                <c:pt idx="7">
                  <c:v>1.3672142033982482E-4</c:v>
                </c:pt>
                <c:pt idx="8">
                  <c:v>1.5625305181998783E-4</c:v>
                </c:pt>
                <c:pt idx="9">
                  <c:v>1.7578468330015085E-4</c:v>
                </c:pt>
                <c:pt idx="10">
                  <c:v>1.9531631477009981E-4</c:v>
                </c:pt>
                <c:pt idx="11">
                  <c:v>2.1484794624981873E-4</c:v>
                </c:pt>
                <c:pt idx="12">
                  <c:v>2.3437957772998175E-4</c:v>
                </c:pt>
                <c:pt idx="13">
                  <c:v>2.5391120921014476E-4</c:v>
                </c:pt>
                <c:pt idx="14">
                  <c:v>2.7344284068009372E-4</c:v>
                </c:pt>
                <c:pt idx="15">
                  <c:v>2.9297447215981265E-4</c:v>
                </c:pt>
                <c:pt idx="16">
                  <c:v>3.1250610363997566E-4</c:v>
                </c:pt>
                <c:pt idx="17">
                  <c:v>3.3203773510992463E-4</c:v>
                </c:pt>
                <c:pt idx="18">
                  <c:v>3.5156936659008764E-4</c:v>
                </c:pt>
                <c:pt idx="19">
                  <c:v>3.7110099806980656E-4</c:v>
                </c:pt>
                <c:pt idx="20">
                  <c:v>3.9063262953975553E-4</c:v>
                </c:pt>
                <c:pt idx="21">
                  <c:v>4.1016426101991854E-4</c:v>
                </c:pt>
                <c:pt idx="22">
                  <c:v>4.2969589250008156E-4</c:v>
                </c:pt>
                <c:pt idx="23">
                  <c:v>4.4922752397980048E-4</c:v>
                </c:pt>
                <c:pt idx="24">
                  <c:v>4.6875915545019353E-4</c:v>
                </c:pt>
                <c:pt idx="25">
                  <c:v>4.8829078692991246E-4</c:v>
                </c:pt>
                <c:pt idx="26">
                  <c:v>5.0782241841007547E-4</c:v>
                </c:pt>
                <c:pt idx="27">
                  <c:v>5.273540498897944E-4</c:v>
                </c:pt>
                <c:pt idx="28">
                  <c:v>5.4688568136018745E-4</c:v>
                </c:pt>
                <c:pt idx="29">
                  <c:v>5.6641731283990637E-4</c:v>
                </c:pt>
                <c:pt idx="30">
                  <c:v>5.8594894432006939E-4</c:v>
                </c:pt>
                <c:pt idx="31">
                  <c:v>6.0548057579001835E-4</c:v>
                </c:pt>
                <c:pt idx="32">
                  <c:v>6.2501220727018136E-4</c:v>
                </c:pt>
                <c:pt idx="33">
                  <c:v>6.4454383874990029E-4</c:v>
                </c:pt>
                <c:pt idx="34">
                  <c:v>6.640754702300633E-4</c:v>
                </c:pt>
                <c:pt idx="35">
                  <c:v>6.8360710170001227E-4</c:v>
                </c:pt>
                <c:pt idx="36">
                  <c:v>7.0313873318017528E-4</c:v>
                </c:pt>
                <c:pt idx="37">
                  <c:v>7.226703646598942E-4</c:v>
                </c:pt>
                <c:pt idx="38">
                  <c:v>7.4220199612984317E-4</c:v>
                </c:pt>
                <c:pt idx="39">
                  <c:v>7.6173362761000618E-4</c:v>
                </c:pt>
                <c:pt idx="40">
                  <c:v>7.812652590901692E-4</c:v>
                </c:pt>
                <c:pt idx="41">
                  <c:v>8.0079689056988812E-4</c:v>
                </c:pt>
                <c:pt idx="42">
                  <c:v>8.2032852203983708E-4</c:v>
                </c:pt>
                <c:pt idx="43">
                  <c:v>8.398601535200001E-4</c:v>
                </c:pt>
                <c:pt idx="44">
                  <c:v>8.5939178500016311E-4</c:v>
                </c:pt>
                <c:pt idx="45">
                  <c:v>8.7892341647011207E-4</c:v>
                </c:pt>
                <c:pt idx="46">
                  <c:v>8.98455047949831E-4</c:v>
                </c:pt>
                <c:pt idx="47">
                  <c:v>9.1798667942999401E-4</c:v>
                </c:pt>
                <c:pt idx="48">
                  <c:v>9.3751831091015703E-4</c:v>
                </c:pt>
                <c:pt idx="49">
                  <c:v>9.5704994238010599E-4</c:v>
                </c:pt>
                <c:pt idx="50">
                  <c:v>9.7658157385982491E-4</c:v>
                </c:pt>
                <c:pt idx="51">
                  <c:v>9.9611320533998793E-4</c:v>
                </c:pt>
                <c:pt idx="52">
                  <c:v>1.0156448368099369E-3</c:v>
                </c:pt>
                <c:pt idx="53">
                  <c:v>1.0351764682900999E-3</c:v>
                </c:pt>
                <c:pt idx="54">
                  <c:v>1.0547080997698188E-3</c:v>
                </c:pt>
                <c:pt idx="55">
                  <c:v>1.0742397312499818E-3</c:v>
                </c:pt>
                <c:pt idx="56">
                  <c:v>1.0937713627199308E-3</c:v>
                </c:pt>
                <c:pt idx="57">
                  <c:v>1.1133029942000938E-3</c:v>
                </c:pt>
                <c:pt idx="58">
                  <c:v>1.1328346256798127E-3</c:v>
                </c:pt>
                <c:pt idx="59">
                  <c:v>1.1523662571497617E-3</c:v>
                </c:pt>
                <c:pt idx="60">
                  <c:v>1.1718978886299247E-3</c:v>
                </c:pt>
                <c:pt idx="61">
                  <c:v>1.1914295201100877E-3</c:v>
                </c:pt>
                <c:pt idx="62">
                  <c:v>1.2109611515898067E-3</c:v>
                </c:pt>
                <c:pt idx="63">
                  <c:v>1.2304927830597556E-3</c:v>
                </c:pt>
                <c:pt idx="64">
                  <c:v>1.2500244145399186E-3</c:v>
                </c:pt>
                <c:pt idx="65">
                  <c:v>1.2695560460200817E-3</c:v>
                </c:pt>
                <c:pt idx="66">
                  <c:v>1.2890876774998006E-3</c:v>
                </c:pt>
                <c:pt idx="67">
                  <c:v>1.3086193089701936E-3</c:v>
                </c:pt>
                <c:pt idx="68">
                  <c:v>1.3281509404499126E-3</c:v>
                </c:pt>
                <c:pt idx="69">
                  <c:v>1.3476825719300756E-3</c:v>
                </c:pt>
                <c:pt idx="70">
                  <c:v>1.3672142034000245E-3</c:v>
                </c:pt>
                <c:pt idx="71">
                  <c:v>1.3867458348801875E-3</c:v>
                </c:pt>
                <c:pt idx="72">
                  <c:v>1.4062774663599065E-3</c:v>
                </c:pt>
                <c:pt idx="73">
                  <c:v>1.4258090978400695E-3</c:v>
                </c:pt>
                <c:pt idx="74">
                  <c:v>1.4453407293100184E-3</c:v>
                </c:pt>
                <c:pt idx="75">
                  <c:v>1.4648723607901815E-3</c:v>
                </c:pt>
                <c:pt idx="76">
                  <c:v>1.4844039922699004E-3</c:v>
                </c:pt>
                <c:pt idx="77">
                  <c:v>1.5039356237398493E-3</c:v>
                </c:pt>
                <c:pt idx="78">
                  <c:v>1.5234672552200124E-3</c:v>
                </c:pt>
                <c:pt idx="79">
                  <c:v>1.5429988867001754E-3</c:v>
                </c:pt>
                <c:pt idx="80">
                  <c:v>1.5625305181798943E-3</c:v>
                </c:pt>
                <c:pt idx="81">
                  <c:v>1.5820621496498433E-3</c:v>
                </c:pt>
                <c:pt idx="82">
                  <c:v>1.6015937811300063E-3</c:v>
                </c:pt>
                <c:pt idx="83">
                  <c:v>1.6211254126101693E-3</c:v>
                </c:pt>
                <c:pt idx="84">
                  <c:v>1.6406570440801183E-3</c:v>
                </c:pt>
                <c:pt idx="85">
                  <c:v>1.6601886755598372E-3</c:v>
                </c:pt>
                <c:pt idx="86">
                  <c:v>1.6797203070400002E-3</c:v>
                </c:pt>
                <c:pt idx="87">
                  <c:v>1.6992519385201632E-3</c:v>
                </c:pt>
                <c:pt idx="88">
                  <c:v>1.7187835699901122E-3</c:v>
                </c:pt>
                <c:pt idx="89">
                  <c:v>1.7383152014698311E-3</c:v>
                </c:pt>
                <c:pt idx="90">
                  <c:v>1.7578468329499941E-3</c:v>
                </c:pt>
                <c:pt idx="91">
                  <c:v>1.7773784644199431E-3</c:v>
                </c:pt>
                <c:pt idx="92">
                  <c:v>1.7969100959001061E-3</c:v>
                </c:pt>
                <c:pt idx="93">
                  <c:v>1.816441727379825E-3</c:v>
                </c:pt>
                <c:pt idx="94">
                  <c:v>1.835973358859988E-3</c:v>
                </c:pt>
                <c:pt idx="95">
                  <c:v>1.855504990329937E-3</c:v>
                </c:pt>
                <c:pt idx="96">
                  <c:v>1.8750366218101E-3</c:v>
                </c:pt>
                <c:pt idx="97">
                  <c:v>1.8945682532898189E-3</c:v>
                </c:pt>
                <c:pt idx="98">
                  <c:v>1.9140998847597679E-3</c:v>
                </c:pt>
                <c:pt idx="99">
                  <c:v>1.9336315162399309E-3</c:v>
                </c:pt>
                <c:pt idx="100">
                  <c:v>1.9531631477200939E-3</c:v>
                </c:pt>
                <c:pt idx="101">
                  <c:v>1.9726947791998128E-3</c:v>
                </c:pt>
                <c:pt idx="102">
                  <c:v>1.9922264106697618E-3</c:v>
                </c:pt>
                <c:pt idx="103">
                  <c:v>2.0117580421499248E-3</c:v>
                </c:pt>
                <c:pt idx="104">
                  <c:v>2.0312896736300878E-3</c:v>
                </c:pt>
                <c:pt idx="105">
                  <c:v>2.0508213051098068E-3</c:v>
                </c:pt>
                <c:pt idx="106">
                  <c:v>2.0703529365797557E-3</c:v>
                </c:pt>
                <c:pt idx="107">
                  <c:v>2.0898845680599187E-3</c:v>
                </c:pt>
                <c:pt idx="108">
                  <c:v>2.1094161995400817E-3</c:v>
                </c:pt>
                <c:pt idx="109">
                  <c:v>2.1289478310100307E-3</c:v>
                </c:pt>
                <c:pt idx="110">
                  <c:v>2.1484794624901937E-3</c:v>
                </c:pt>
                <c:pt idx="111">
                  <c:v>2.1680110939699127E-3</c:v>
                </c:pt>
                <c:pt idx="112">
                  <c:v>2.1875427254500757E-3</c:v>
                </c:pt>
                <c:pt idx="113">
                  <c:v>2.2070743569200246E-3</c:v>
                </c:pt>
                <c:pt idx="114">
                  <c:v>2.2266059884001876E-3</c:v>
                </c:pt>
                <c:pt idx="115">
                  <c:v>2.2461376198799066E-3</c:v>
                </c:pt>
                <c:pt idx="116">
                  <c:v>2.2656692513498555E-3</c:v>
                </c:pt>
                <c:pt idx="117">
                  <c:v>2.2852008828300185E-3</c:v>
                </c:pt>
                <c:pt idx="118">
                  <c:v>2.3047325143101816E-3</c:v>
                </c:pt>
                <c:pt idx="119">
                  <c:v>2.3242641457899005E-3</c:v>
                </c:pt>
                <c:pt idx="120">
                  <c:v>2.3437957772598494E-3</c:v>
                </c:pt>
                <c:pt idx="121">
                  <c:v>2.3633274087400125E-3</c:v>
                </c:pt>
                <c:pt idx="122">
                  <c:v>2.3828590402201755E-3</c:v>
                </c:pt>
                <c:pt idx="123">
                  <c:v>2.4023906716901244E-3</c:v>
                </c:pt>
                <c:pt idx="124">
                  <c:v>2.4219223031698434E-3</c:v>
                </c:pt>
                <c:pt idx="125">
                  <c:v>2.4414539346500064E-3</c:v>
                </c:pt>
                <c:pt idx="126">
                  <c:v>2.4609855661301694E-3</c:v>
                </c:pt>
                <c:pt idx="127">
                  <c:v>2.4805171976001184E-3</c:v>
                </c:pt>
                <c:pt idx="128">
                  <c:v>2.5000488290798373E-3</c:v>
                </c:pt>
                <c:pt idx="129">
                  <c:v>2.5195804605600003E-3</c:v>
                </c:pt>
                <c:pt idx="130">
                  <c:v>2.5391120920299493E-3</c:v>
                </c:pt>
                <c:pt idx="131">
                  <c:v>2.5586437235101123E-3</c:v>
                </c:pt>
                <c:pt idx="132">
                  <c:v>2.5781753549898312E-3</c:v>
                </c:pt>
                <c:pt idx="133">
                  <c:v>2.5977069864699942E-3</c:v>
                </c:pt>
                <c:pt idx="134">
                  <c:v>2.6172386179399432E-3</c:v>
                </c:pt>
                <c:pt idx="135">
                  <c:v>2.6367702494201062E-3</c:v>
                </c:pt>
                <c:pt idx="136">
                  <c:v>2.6563018808998251E-3</c:v>
                </c:pt>
                <c:pt idx="137">
                  <c:v>2.6758335123697741E-3</c:v>
                </c:pt>
                <c:pt idx="138">
                  <c:v>2.6953651438499371E-3</c:v>
                </c:pt>
                <c:pt idx="139">
                  <c:v>2.7148967753301001E-3</c:v>
                </c:pt>
                <c:pt idx="140">
                  <c:v>2.734428406809819E-3</c:v>
                </c:pt>
                <c:pt idx="141">
                  <c:v>2.753960038279768E-3</c:v>
                </c:pt>
                <c:pt idx="142">
                  <c:v>2.773491669759931E-3</c:v>
                </c:pt>
                <c:pt idx="143">
                  <c:v>2.793023301240094E-3</c:v>
                </c:pt>
                <c:pt idx="144">
                  <c:v>2.8125549327198129E-3</c:v>
                </c:pt>
                <c:pt idx="145">
                  <c:v>2.8320865641897619E-3</c:v>
                </c:pt>
                <c:pt idx="146">
                  <c:v>2.8516181956699249E-3</c:v>
                </c:pt>
                <c:pt idx="147">
                  <c:v>2.8711498271500879E-3</c:v>
                </c:pt>
                <c:pt idx="148">
                  <c:v>2.8906814586200369E-3</c:v>
                </c:pt>
                <c:pt idx="149">
                  <c:v>2.9102130900997558E-3</c:v>
                </c:pt>
                <c:pt idx="150">
                  <c:v>2.9297447215799188E-3</c:v>
                </c:pt>
                <c:pt idx="151">
                  <c:v>2.9492763530600818E-3</c:v>
                </c:pt>
                <c:pt idx="152">
                  <c:v>2.9688079845300308E-3</c:v>
                </c:pt>
                <c:pt idx="153">
                  <c:v>2.9883396160101938E-3</c:v>
                </c:pt>
                <c:pt idx="154">
                  <c:v>3.0078712474899127E-3</c:v>
                </c:pt>
                <c:pt idx="155">
                  <c:v>3.0274028789598617E-3</c:v>
                </c:pt>
                <c:pt idx="156">
                  <c:v>3.0469345104400247E-3</c:v>
                </c:pt>
                <c:pt idx="157">
                  <c:v>3.0664661419201877E-3</c:v>
                </c:pt>
                <c:pt idx="158">
                  <c:v>3.0859977733999067E-3</c:v>
                </c:pt>
                <c:pt idx="159">
                  <c:v>3.1055294048698556E-3</c:v>
                </c:pt>
                <c:pt idx="160">
                  <c:v>3.1250610363500186E-3</c:v>
                </c:pt>
                <c:pt idx="161">
                  <c:v>3.1445926678301817E-3</c:v>
                </c:pt>
                <c:pt idx="162">
                  <c:v>3.1641242993001306E-3</c:v>
                </c:pt>
                <c:pt idx="163">
                  <c:v>3.1836559307798495E-3</c:v>
                </c:pt>
                <c:pt idx="164">
                  <c:v>3.2031875622600126E-3</c:v>
                </c:pt>
                <c:pt idx="165">
                  <c:v>3.2227191937401756E-3</c:v>
                </c:pt>
                <c:pt idx="166">
                  <c:v>3.2422508252101245E-3</c:v>
                </c:pt>
                <c:pt idx="167">
                  <c:v>3.2617824566898435E-3</c:v>
                </c:pt>
                <c:pt idx="168">
                  <c:v>3.2813140881700065E-3</c:v>
                </c:pt>
                <c:pt idx="169">
                  <c:v>3.3008457196399554E-3</c:v>
                </c:pt>
                <c:pt idx="170">
                  <c:v>3.3203773511201184E-3</c:v>
                </c:pt>
                <c:pt idx="171">
                  <c:v>3.3399089825998374E-3</c:v>
                </c:pt>
                <c:pt idx="172">
                  <c:v>3.3594406140800004E-3</c:v>
                </c:pt>
                <c:pt idx="173">
                  <c:v>3.3789722455499493E-3</c:v>
                </c:pt>
                <c:pt idx="174">
                  <c:v>3.3985038770301124E-3</c:v>
                </c:pt>
                <c:pt idx="175">
                  <c:v>3.4180355085098313E-3</c:v>
                </c:pt>
                <c:pt idx="176">
                  <c:v>3.4375671399797803E-3</c:v>
                </c:pt>
                <c:pt idx="177">
                  <c:v>3.4570987714599433E-3</c:v>
                </c:pt>
                <c:pt idx="178">
                  <c:v>3.4766304029401063E-3</c:v>
                </c:pt>
                <c:pt idx="179">
                  <c:v>3.4961620344198252E-3</c:v>
                </c:pt>
                <c:pt idx="180">
                  <c:v>3.5156936658897742E-3</c:v>
                </c:pt>
                <c:pt idx="181">
                  <c:v>3.5352252973699372E-3</c:v>
                </c:pt>
                <c:pt idx="182">
                  <c:v>3.5547569288501002E-3</c:v>
                </c:pt>
                <c:pt idx="183">
                  <c:v>3.5742885603298191E-3</c:v>
                </c:pt>
                <c:pt idx="184">
                  <c:v>3.5938201917997681E-3</c:v>
                </c:pt>
                <c:pt idx="185">
                  <c:v>3.6133518232799311E-3</c:v>
                </c:pt>
                <c:pt idx="186">
                  <c:v>3.6328834547600941E-3</c:v>
                </c:pt>
                <c:pt idx="187">
                  <c:v>3.6524150862300431E-3</c:v>
                </c:pt>
                <c:pt idx="188">
                  <c:v>3.671946717709762E-3</c:v>
                </c:pt>
                <c:pt idx="189">
                  <c:v>3.691478349189925E-3</c:v>
                </c:pt>
                <c:pt idx="190">
                  <c:v>3.711009980670088E-3</c:v>
                </c:pt>
                <c:pt idx="191">
                  <c:v>3.730541612140037E-3</c:v>
                </c:pt>
                <c:pt idx="192">
                  <c:v>3.7500732436197559E-3</c:v>
                </c:pt>
                <c:pt idx="193">
                  <c:v>3.7696048750999189E-3</c:v>
                </c:pt>
                <c:pt idx="194">
                  <c:v>3.7891365065698679E-3</c:v>
                </c:pt>
                <c:pt idx="195">
                  <c:v>3.8086681380500309E-3</c:v>
                </c:pt>
                <c:pt idx="196">
                  <c:v>3.8281997695301939E-3</c:v>
                </c:pt>
                <c:pt idx="197">
                  <c:v>3.8477314010099128E-3</c:v>
                </c:pt>
                <c:pt idx="198">
                  <c:v>3.8672630324798618E-3</c:v>
                </c:pt>
                <c:pt idx="199">
                  <c:v>3.8867946639600248E-3</c:v>
                </c:pt>
                <c:pt idx="200">
                  <c:v>3.9063262954401878E-3</c:v>
                </c:pt>
                <c:pt idx="201">
                  <c:v>3.9258579269101368E-3</c:v>
                </c:pt>
                <c:pt idx="202">
                  <c:v>3.9453895583898557E-3</c:v>
                </c:pt>
                <c:pt idx="203">
                  <c:v>3.9649211898700187E-3</c:v>
                </c:pt>
                <c:pt idx="204">
                  <c:v>3.9844528213501818E-3</c:v>
                </c:pt>
                <c:pt idx="205">
                  <c:v>4.0039844528201307E-3</c:v>
                </c:pt>
                <c:pt idx="206">
                  <c:v>4.0235160842998496E-3</c:v>
                </c:pt>
                <c:pt idx="207">
                  <c:v>4.0430477157800127E-3</c:v>
                </c:pt>
                <c:pt idx="208">
                  <c:v>4.0625793472499616E-3</c:v>
                </c:pt>
                <c:pt idx="209">
                  <c:v>4.0821109787301246E-3</c:v>
                </c:pt>
                <c:pt idx="210">
                  <c:v>4.1016426102098436E-3</c:v>
                </c:pt>
                <c:pt idx="211">
                  <c:v>4.1211742416900066E-3</c:v>
                </c:pt>
                <c:pt idx="212">
                  <c:v>4.1407058731599555E-3</c:v>
                </c:pt>
                <c:pt idx="213">
                  <c:v>4.1602375046401185E-3</c:v>
                </c:pt>
                <c:pt idx="214">
                  <c:v>4.1797691361198375E-3</c:v>
                </c:pt>
                <c:pt idx="215">
                  <c:v>4.1993007675897864E-3</c:v>
                </c:pt>
                <c:pt idx="216">
                  <c:v>4.2188323990699494E-3</c:v>
                </c:pt>
                <c:pt idx="217">
                  <c:v>4.2383640305501125E-3</c:v>
                </c:pt>
                <c:pt idx="218">
                  <c:v>4.2578956620298314E-3</c:v>
                </c:pt>
                <c:pt idx="219">
                  <c:v>4.2774272934997803E-3</c:v>
                </c:pt>
                <c:pt idx="220">
                  <c:v>4.2969589249799434E-3</c:v>
                </c:pt>
                <c:pt idx="221">
                  <c:v>4.3164905564601064E-3</c:v>
                </c:pt>
                <c:pt idx="222">
                  <c:v>4.3360221879300553E-3</c:v>
                </c:pt>
                <c:pt idx="223">
                  <c:v>4.3555538194097743E-3</c:v>
                </c:pt>
                <c:pt idx="224">
                  <c:v>4.3750854508899373E-3</c:v>
                </c:pt>
                <c:pt idx="225">
                  <c:v>4.3946170823701003E-3</c:v>
                </c:pt>
                <c:pt idx="226">
                  <c:v>4.4141487138400493E-3</c:v>
                </c:pt>
                <c:pt idx="227">
                  <c:v>4.4336803453197682E-3</c:v>
                </c:pt>
                <c:pt idx="228">
                  <c:v>4.4532119767999312E-3</c:v>
                </c:pt>
                <c:pt idx="229">
                  <c:v>4.4727436082800942E-3</c:v>
                </c:pt>
                <c:pt idx="230">
                  <c:v>4.4922752397500432E-3</c:v>
                </c:pt>
                <c:pt idx="231">
                  <c:v>4.5118068712297621E-3</c:v>
                </c:pt>
                <c:pt idx="232">
                  <c:v>4.5313385027099251E-3</c:v>
                </c:pt>
                <c:pt idx="233">
                  <c:v>4.5508701341798741E-3</c:v>
                </c:pt>
                <c:pt idx="234">
                  <c:v>4.5704017656600371E-3</c:v>
                </c:pt>
                <c:pt idx="235">
                  <c:v>4.589933397139756E-3</c:v>
                </c:pt>
                <c:pt idx="236">
                  <c:v>4.609465028619919E-3</c:v>
                </c:pt>
                <c:pt idx="237">
                  <c:v>4.628996660089868E-3</c:v>
                </c:pt>
                <c:pt idx="238">
                  <c:v>4.648528291570031E-3</c:v>
                </c:pt>
                <c:pt idx="239">
                  <c:v>4.668059923050194E-3</c:v>
                </c:pt>
                <c:pt idx="240">
                  <c:v>4.687591554520143E-3</c:v>
                </c:pt>
                <c:pt idx="241">
                  <c:v>4.7071231859998619E-3</c:v>
                </c:pt>
                <c:pt idx="242">
                  <c:v>4.7266548174800249E-3</c:v>
                </c:pt>
                <c:pt idx="243">
                  <c:v>4.7461864489601879E-3</c:v>
                </c:pt>
                <c:pt idx="244">
                  <c:v>4.7657180804301369E-3</c:v>
                </c:pt>
                <c:pt idx="245">
                  <c:v>4.7852497119098558E-3</c:v>
                </c:pt>
                <c:pt idx="246">
                  <c:v>4.8047813433900188E-3</c:v>
                </c:pt>
                <c:pt idx="247">
                  <c:v>4.8243129748599678E-3</c:v>
                </c:pt>
                <c:pt idx="248">
                  <c:v>4.8438446063401308E-3</c:v>
                </c:pt>
                <c:pt idx="249">
                  <c:v>4.8633762378198497E-3</c:v>
                </c:pt>
                <c:pt idx="250">
                  <c:v>4.8829078693000127E-3</c:v>
                </c:pt>
                <c:pt idx="251">
                  <c:v>4.9024395007699617E-3</c:v>
                </c:pt>
                <c:pt idx="252">
                  <c:v>4.9219711322501247E-3</c:v>
                </c:pt>
                <c:pt idx="253">
                  <c:v>4.9415027637298437E-3</c:v>
                </c:pt>
                <c:pt idx="254">
                  <c:v>4.9610343951997926E-3</c:v>
                </c:pt>
                <c:pt idx="255">
                  <c:v>4.9805660266799556E-3</c:v>
                </c:pt>
                <c:pt idx="256">
                  <c:v>5.0000976581601186E-3</c:v>
                </c:pt>
                <c:pt idx="257">
                  <c:v>5.0196292896398376E-3</c:v>
                </c:pt>
                <c:pt idx="258">
                  <c:v>5.0391609211097865E-3</c:v>
                </c:pt>
                <c:pt idx="259">
                  <c:v>5.0586925525899495E-3</c:v>
                </c:pt>
                <c:pt idx="260">
                  <c:v>5.0782241840701126E-3</c:v>
                </c:pt>
                <c:pt idx="261">
                  <c:v>5.0977558155400615E-3</c:v>
                </c:pt>
                <c:pt idx="262">
                  <c:v>5.1172874470197804E-3</c:v>
                </c:pt>
                <c:pt idx="263">
                  <c:v>5.1368190784999435E-3</c:v>
                </c:pt>
                <c:pt idx="264">
                  <c:v>5.1563507099801065E-3</c:v>
                </c:pt>
                <c:pt idx="265">
                  <c:v>5.1758823414500554E-3</c:v>
                </c:pt>
                <c:pt idx="266">
                  <c:v>5.1954139729297744E-3</c:v>
                </c:pt>
                <c:pt idx="267">
                  <c:v>5.2149456044099374E-3</c:v>
                </c:pt>
                <c:pt idx="268">
                  <c:v>5.2344772358901004E-3</c:v>
                </c:pt>
                <c:pt idx="269">
                  <c:v>5.2540088673600494E-3</c:v>
                </c:pt>
                <c:pt idx="270">
                  <c:v>5.2735404988397683E-3</c:v>
                </c:pt>
                <c:pt idx="271">
                  <c:v>5.2930721303199313E-3</c:v>
                </c:pt>
                <c:pt idx="272">
                  <c:v>5.3126037617898803E-3</c:v>
                </c:pt>
                <c:pt idx="273">
                  <c:v>5.3321353932700433E-3</c:v>
                </c:pt>
                <c:pt idx="274">
                  <c:v>5.3516670247497622E-3</c:v>
                </c:pt>
                <c:pt idx="275">
                  <c:v>5.3711986562299252E-3</c:v>
                </c:pt>
                <c:pt idx="276">
                  <c:v>5.3907302876998742E-3</c:v>
                </c:pt>
                <c:pt idx="277">
                  <c:v>5.4102619191800372E-3</c:v>
                </c:pt>
                <c:pt idx="278">
                  <c:v>5.4297935506597561E-3</c:v>
                </c:pt>
                <c:pt idx="279">
                  <c:v>5.4493251821301492E-3</c:v>
                </c:pt>
                <c:pt idx="280">
                  <c:v>5.4688568136098681E-3</c:v>
                </c:pt>
                <c:pt idx="281">
                  <c:v>5.4883884450900311E-3</c:v>
                </c:pt>
                <c:pt idx="282">
                  <c:v>5.5079200765701941E-3</c:v>
                </c:pt>
                <c:pt idx="283">
                  <c:v>5.5274517080401431E-3</c:v>
                </c:pt>
                <c:pt idx="284">
                  <c:v>5.546983339519862E-3</c:v>
                </c:pt>
                <c:pt idx="285">
                  <c:v>5.566514971000025E-3</c:v>
                </c:pt>
                <c:pt idx="286">
                  <c:v>5.586046602469974E-3</c:v>
                </c:pt>
                <c:pt idx="287">
                  <c:v>5.605578233950137E-3</c:v>
                </c:pt>
                <c:pt idx="288">
                  <c:v>5.6251098654298559E-3</c:v>
                </c:pt>
                <c:pt idx="289">
                  <c:v>5.6446414969100189E-3</c:v>
                </c:pt>
                <c:pt idx="290">
                  <c:v>5.6641731283799679E-3</c:v>
                </c:pt>
                <c:pt idx="291">
                  <c:v>5.6837047598601309E-3</c:v>
                </c:pt>
                <c:pt idx="292">
                  <c:v>5.7032363913398498E-3</c:v>
                </c:pt>
                <c:pt idx="293">
                  <c:v>5.7227680228097988E-3</c:v>
                </c:pt>
                <c:pt idx="294">
                  <c:v>5.7422996542899618E-3</c:v>
                </c:pt>
                <c:pt idx="295">
                  <c:v>5.7618312857701248E-3</c:v>
                </c:pt>
                <c:pt idx="296">
                  <c:v>5.7813629172498437E-3</c:v>
                </c:pt>
                <c:pt idx="297">
                  <c:v>5.8008945487197927E-3</c:v>
                </c:pt>
                <c:pt idx="298">
                  <c:v>5.8204261801999557E-3</c:v>
                </c:pt>
                <c:pt idx="299">
                  <c:v>5.8399578116801187E-3</c:v>
                </c:pt>
                <c:pt idx="300">
                  <c:v>5.8594894431500677E-3</c:v>
                </c:pt>
                <c:pt idx="301">
                  <c:v>5.8790210746297866E-3</c:v>
                </c:pt>
                <c:pt idx="302">
                  <c:v>5.8985527061099496E-3</c:v>
                </c:pt>
                <c:pt idx="303">
                  <c:v>5.9180843375901127E-3</c:v>
                </c:pt>
                <c:pt idx="304">
                  <c:v>5.9376159690600616E-3</c:v>
                </c:pt>
                <c:pt idx="305">
                  <c:v>5.9571476005397805E-3</c:v>
                </c:pt>
                <c:pt idx="306">
                  <c:v>5.9766792320199436E-3</c:v>
                </c:pt>
                <c:pt idx="307">
                  <c:v>5.9962108635001066E-3</c:v>
                </c:pt>
                <c:pt idx="308">
                  <c:v>6.0157424949700555E-3</c:v>
                </c:pt>
                <c:pt idx="309">
                  <c:v>6.0352741264497745E-3</c:v>
                </c:pt>
                <c:pt idx="310">
                  <c:v>6.0548057579299375E-3</c:v>
                </c:pt>
                <c:pt idx="311">
                  <c:v>6.0743373893998864E-3</c:v>
                </c:pt>
                <c:pt idx="312">
                  <c:v>6.0938690208800494E-3</c:v>
                </c:pt>
                <c:pt idx="313">
                  <c:v>6.1134006523597684E-3</c:v>
                </c:pt>
                <c:pt idx="314">
                  <c:v>6.1329322838399314E-3</c:v>
                </c:pt>
                <c:pt idx="315">
                  <c:v>6.1524639153098803E-3</c:v>
                </c:pt>
                <c:pt idx="316">
                  <c:v>6.1719955467900434E-3</c:v>
                </c:pt>
                <c:pt idx="317">
                  <c:v>6.1915271782697623E-3</c:v>
                </c:pt>
                <c:pt idx="318">
                  <c:v>6.2110588097401553E-3</c:v>
                </c:pt>
                <c:pt idx="319">
                  <c:v>6.2305904412198743E-3</c:v>
                </c:pt>
                <c:pt idx="320">
                  <c:v>6.2501220727000373E-3</c:v>
                </c:pt>
                <c:pt idx="321">
                  <c:v>6.2696537041797562E-3</c:v>
                </c:pt>
                <c:pt idx="322">
                  <c:v>6.2891853356501493E-3</c:v>
                </c:pt>
                <c:pt idx="323">
                  <c:v>6.3087169671298682E-3</c:v>
                </c:pt>
                <c:pt idx="324">
                  <c:v>6.3282485986100312E-3</c:v>
                </c:pt>
                <c:pt idx="325">
                  <c:v>6.3477802300799802E-3</c:v>
                </c:pt>
                <c:pt idx="326">
                  <c:v>6.3673118615601432E-3</c:v>
                </c:pt>
                <c:pt idx="327">
                  <c:v>6.3868434930398621E-3</c:v>
                </c:pt>
                <c:pt idx="328">
                  <c:v>6.4063751245200251E-3</c:v>
                </c:pt>
                <c:pt idx="329">
                  <c:v>6.4259067559899741E-3</c:v>
                </c:pt>
                <c:pt idx="330">
                  <c:v>6.4454383874701371E-3</c:v>
                </c:pt>
                <c:pt idx="331">
                  <c:v>6.464970018949856E-3</c:v>
                </c:pt>
                <c:pt idx="332">
                  <c:v>6.484501650419805E-3</c:v>
                </c:pt>
                <c:pt idx="333">
                  <c:v>6.504033281899968E-3</c:v>
                </c:pt>
                <c:pt idx="334">
                  <c:v>6.523564913380131E-3</c:v>
                </c:pt>
                <c:pt idx="335">
                  <c:v>6.5430965448598499E-3</c:v>
                </c:pt>
                <c:pt idx="336">
                  <c:v>6.5626281763297989E-3</c:v>
                </c:pt>
                <c:pt idx="337">
                  <c:v>6.5821598078099619E-3</c:v>
                </c:pt>
                <c:pt idx="338">
                  <c:v>6.6016914392901249E-3</c:v>
                </c:pt>
                <c:pt idx="339">
                  <c:v>6.6212230707600739E-3</c:v>
                </c:pt>
                <c:pt idx="340">
                  <c:v>6.6407547022397928E-3</c:v>
                </c:pt>
                <c:pt idx="341">
                  <c:v>6.6602863337199558E-3</c:v>
                </c:pt>
                <c:pt idx="342">
                  <c:v>6.6798179652001188E-3</c:v>
                </c:pt>
                <c:pt idx="343">
                  <c:v>6.6993495966700678E-3</c:v>
                </c:pt>
                <c:pt idx="344">
                  <c:v>6.7188812281497867E-3</c:v>
                </c:pt>
                <c:pt idx="345">
                  <c:v>6.7384128596299497E-3</c:v>
                </c:pt>
                <c:pt idx="346">
                  <c:v>6.7579444911101128E-3</c:v>
                </c:pt>
                <c:pt idx="347">
                  <c:v>6.7774761225800617E-3</c:v>
                </c:pt>
                <c:pt idx="348">
                  <c:v>6.7970077540597806E-3</c:v>
                </c:pt>
              </c:numCache>
            </c:numRef>
          </c:xVal>
          <c:yVal>
            <c:numRef>
              <c:f>'0.35'!$N$2:$N$350</c:f>
              <c:numCache>
                <c:formatCode>General</c:formatCode>
                <c:ptCount val="349"/>
                <c:pt idx="0">
                  <c:v>2.8961893200000002E-4</c:v>
                </c:pt>
                <c:pt idx="1">
                  <c:v>2.5544364399999997E-4</c:v>
                </c:pt>
                <c:pt idx="2">
                  <c:v>2.4751009499999999E-4</c:v>
                </c:pt>
                <c:pt idx="3">
                  <c:v>3.1586067099999998E-4</c:v>
                </c:pt>
                <c:pt idx="4">
                  <c:v>3.2989694999999999E-4</c:v>
                </c:pt>
                <c:pt idx="5">
                  <c:v>2.8717784000000001E-4</c:v>
                </c:pt>
                <c:pt idx="6">
                  <c:v>2.5666418999999998E-4</c:v>
                </c:pt>
                <c:pt idx="7">
                  <c:v>3.0670657599999999E-4</c:v>
                </c:pt>
                <c:pt idx="8">
                  <c:v>1.8648279499999999E-4</c:v>
                </c:pt>
                <c:pt idx="9">
                  <c:v>1.9929852799999999E-4</c:v>
                </c:pt>
                <c:pt idx="10">
                  <c:v>2.8839838600000002E-4</c:v>
                </c:pt>
                <c:pt idx="11">
                  <c:v>2.24929994E-4</c:v>
                </c:pt>
                <c:pt idx="12">
                  <c:v>2.8290592899999999E-4</c:v>
                </c:pt>
                <c:pt idx="13">
                  <c:v>2.19437537E-4</c:v>
                </c:pt>
                <c:pt idx="14">
                  <c:v>2.2676081300000001E-4</c:v>
                </c:pt>
                <c:pt idx="15">
                  <c:v>3.57969508E-4</c:v>
                </c:pt>
                <c:pt idx="16">
                  <c:v>2.4628954899999999E-4</c:v>
                </c:pt>
                <c:pt idx="17">
                  <c:v>1.9014443300000001E-4</c:v>
                </c:pt>
                <c:pt idx="18">
                  <c:v>2.1028344199999999E-4</c:v>
                </c:pt>
                <c:pt idx="19">
                  <c:v>2.5178200600000001E-4</c:v>
                </c:pt>
                <c:pt idx="20">
                  <c:v>2.2309917499999999E-4</c:v>
                </c:pt>
                <c:pt idx="21">
                  <c:v>1.7244651600000001E-4</c:v>
                </c:pt>
                <c:pt idx="22">
                  <c:v>2.7009019599999999E-4</c:v>
                </c:pt>
                <c:pt idx="23">
                  <c:v>1.9258552499999999E-4</c:v>
                </c:pt>
                <c:pt idx="24">
                  <c:v>1.3644040900000001E-4</c:v>
                </c:pt>
                <c:pt idx="25">
                  <c:v>1.9868825499999999E-4</c:v>
                </c:pt>
                <c:pt idx="26">
                  <c:v>1.82210884E-4</c:v>
                </c:pt>
                <c:pt idx="27">
                  <c:v>2.2920190499999999E-4</c:v>
                </c:pt>
                <c:pt idx="28">
                  <c:v>8.4435708899999998E-4</c:v>
                </c:pt>
                <c:pt idx="29">
                  <c:v>4.6909078079999996E-3</c:v>
                </c:pt>
                <c:pt idx="30">
                  <c:v>1.4593197505999999E-2</c:v>
                </c:pt>
                <c:pt idx="31">
                  <c:v>2.1430085925000002E-2</c:v>
                </c:pt>
                <c:pt idx="32">
                  <c:v>1.6920778728000001E-2</c:v>
                </c:pt>
                <c:pt idx="33" formatCode="0.00E+00">
                  <c:v>4.6713790720000004E-3</c:v>
                </c:pt>
                <c:pt idx="34">
                  <c:v>-5.4561013630000004E-3</c:v>
                </c:pt>
                <c:pt idx="35">
                  <c:v>-7.9570001170000005E-3</c:v>
                </c:pt>
                <c:pt idx="36">
                  <c:v>-6.8664422660000002E-3</c:v>
                </c:pt>
                <c:pt idx="37">
                  <c:v>-6.0822414609999998E-3</c:v>
                </c:pt>
                <c:pt idx="38">
                  <c:v>-5.2705783710000004E-3</c:v>
                </c:pt>
                <c:pt idx="39">
                  <c:v>-4.3051264849999996E-3</c:v>
                </c:pt>
                <c:pt idx="40">
                  <c:v>-4.133029499E-3</c:v>
                </c:pt>
                <c:pt idx="41">
                  <c:v>-3.0241634580000002E-3</c:v>
                </c:pt>
                <c:pt idx="42">
                  <c:v>-2.5402169690000001E-3</c:v>
                </c:pt>
                <c:pt idx="43">
                  <c:v>-2.2344701960000002E-3</c:v>
                </c:pt>
                <c:pt idx="44">
                  <c:v>-1.8200948289999999E-3</c:v>
                </c:pt>
                <c:pt idx="45">
                  <c:v>-8.0093891899999997E-4</c:v>
                </c:pt>
                <c:pt idx="46">
                  <c:v>-1.333096975E-3</c:v>
                </c:pt>
                <c:pt idx="47">
                  <c:v>-6.1053374299999998E-4</c:v>
                </c:pt>
                <c:pt idx="48">
                  <c:v>-2.9380205600000001E-4</c:v>
                </c:pt>
                <c:pt idx="49">
                  <c:v>-7.1916233700000003E-4</c:v>
                </c:pt>
                <c:pt idx="50">
                  <c:v>-1.01566061E-4</c:v>
                </c:pt>
                <c:pt idx="51">
                  <c:v>-5.4523453199999995E-4</c:v>
                </c:pt>
                <c:pt idx="52">
                  <c:v>-4.3965730300000002E-4</c:v>
                </c:pt>
                <c:pt idx="53">
                  <c:v>-1.02786607E-4</c:v>
                </c:pt>
                <c:pt idx="54" formatCode="0.00E+00">
                  <c:v>-1.5527008500000001E-4</c:v>
                </c:pt>
                <c:pt idx="55" formatCode="0.00E+00">
                  <c:v>1.1813221900000001E-4</c:v>
                </c:pt>
                <c:pt idx="56" formatCode="0.00E+00">
                  <c:v>-2.6502481999999698E-5</c:v>
                </c:pt>
                <c:pt idx="57" formatCode="0.00E+00">
                  <c:v>8.0905566000000393E-5</c:v>
                </c:pt>
                <c:pt idx="58">
                  <c:v>1.6695405900000001E-4</c:v>
                </c:pt>
                <c:pt idx="59" formatCode="0.00E+00">
                  <c:v>-1.5527008500000001E-4</c:v>
                </c:pt>
                <c:pt idx="60">
                  <c:v>2.60325828E-4</c:v>
                </c:pt>
                <c:pt idx="61">
                  <c:v>-1.54049539E-4</c:v>
                </c:pt>
                <c:pt idx="62" formatCode="0.00E+00">
                  <c:v>-8.5698963000000006E-5</c:v>
                </c:pt>
                <c:pt idx="63">
                  <c:v>3.1280930600000002E-4</c:v>
                </c:pt>
                <c:pt idx="64" formatCode="0.00E+00">
                  <c:v>-9.1191419999999597E-5</c:v>
                </c:pt>
                <c:pt idx="65">
                  <c:v>4.0068861799999998E-4</c:v>
                </c:pt>
                <c:pt idx="66" formatCode="0.00E+00">
                  <c:v>-5.7626405000000001E-5</c:v>
                </c:pt>
                <c:pt idx="67">
                  <c:v>1.65733513E-4</c:v>
                </c:pt>
                <c:pt idx="68" formatCode="0.00E+00">
                  <c:v>6.7479560000000401E-5</c:v>
                </c:pt>
                <c:pt idx="69" formatCode="0.00E+00">
                  <c:v>1.0113898000000299E-5</c:v>
                </c:pt>
                <c:pt idx="70">
                  <c:v>3.0609630299999999E-4</c:v>
                </c:pt>
                <c:pt idx="71" formatCode="0.00E+00">
                  <c:v>2.2319358000000098E-5</c:v>
                </c:pt>
                <c:pt idx="72">
                  <c:v>3.81159882E-4</c:v>
                </c:pt>
                <c:pt idx="73" formatCode="0.00E+00">
                  <c:v>9.9213756000000395E-5</c:v>
                </c:pt>
                <c:pt idx="74">
                  <c:v>3.8238042800000001E-4</c:v>
                </c:pt>
                <c:pt idx="75" formatCode="0.00E+00">
                  <c:v>1.82821157E-4</c:v>
                </c:pt>
                <c:pt idx="76">
                  <c:v>2.0845262300000001E-4</c:v>
                </c:pt>
                <c:pt idx="77" formatCode="0.00E+00">
                  <c:v>-1.30764759999997E-5</c:v>
                </c:pt>
                <c:pt idx="78" formatCode="0.00E+00">
                  <c:v>9.5980300000029009E-7</c:v>
                </c:pt>
                <c:pt idx="79">
                  <c:v>1.52307507E-4</c:v>
                </c:pt>
                <c:pt idx="80" formatCode="0.00E+00">
                  <c:v>2.8422088000000299E-5</c:v>
                </c:pt>
                <c:pt idx="81" formatCode="0.00E+00">
                  <c:v>7.0530925000000306E-5</c:v>
                </c:pt>
                <c:pt idx="82" formatCode="0.00E+00">
                  <c:v>4.3678913000000402E-5</c:v>
                </c:pt>
                <c:pt idx="83">
                  <c:v>1.76718427E-4</c:v>
                </c:pt>
                <c:pt idx="84">
                  <c:v>1.1019867E-4</c:v>
                </c:pt>
                <c:pt idx="85">
                  <c:v>1.2850686E-4</c:v>
                </c:pt>
                <c:pt idx="86">
                  <c:v>2.5300255200000002E-4</c:v>
                </c:pt>
                <c:pt idx="87">
                  <c:v>1.9563689E-4</c:v>
                </c:pt>
                <c:pt idx="88">
                  <c:v>1.95026617E-4</c:v>
                </c:pt>
                <c:pt idx="89">
                  <c:v>3.3538940700000001E-4</c:v>
                </c:pt>
                <c:pt idx="90">
                  <c:v>3.7383660600000002E-4</c:v>
                </c:pt>
                <c:pt idx="91">
                  <c:v>3.6407223799999998E-4</c:v>
                </c:pt>
                <c:pt idx="92">
                  <c:v>5.5020550299999995E-4</c:v>
                </c:pt>
                <c:pt idx="93">
                  <c:v>5.0626584699999997E-4</c:v>
                </c:pt>
                <c:pt idx="94">
                  <c:v>4.2326871899999997E-4</c:v>
                </c:pt>
                <c:pt idx="95">
                  <c:v>2.7558265300000001E-4</c:v>
                </c:pt>
                <c:pt idx="96">
                  <c:v>2.18827264E-4</c:v>
                </c:pt>
                <c:pt idx="97" formatCode="0.00E+00">
                  <c:v>3.20837260000002E-5</c:v>
                </c:pt>
                <c:pt idx="98">
                  <c:v>1.1813221900000001E-4</c:v>
                </c:pt>
                <c:pt idx="99" formatCode="0.00E+00">
                  <c:v>9.4941845000000403E-5</c:v>
                </c:pt>
                <c:pt idx="100">
                  <c:v>1.3888150099999999E-4</c:v>
                </c:pt>
                <c:pt idx="101" formatCode="0.00E+00">
                  <c:v>2.41501770000003E-5</c:v>
                </c:pt>
                <c:pt idx="102">
                  <c:v>1.35219863E-4</c:v>
                </c:pt>
                <c:pt idx="103">
                  <c:v>1.6756433200000001E-4</c:v>
                </c:pt>
                <c:pt idx="104">
                  <c:v>1.70615697E-4</c:v>
                </c:pt>
                <c:pt idx="105">
                  <c:v>1.3216849799999999E-4</c:v>
                </c:pt>
                <c:pt idx="106">
                  <c:v>1.163014E-4</c:v>
                </c:pt>
                <c:pt idx="107">
                  <c:v>2.4018681899999999E-4</c:v>
                </c:pt>
                <c:pt idx="108">
                  <c:v>1.9075470600000001E-4</c:v>
                </c:pt>
                <c:pt idx="109">
                  <c:v>1.99908801E-4</c:v>
                </c:pt>
                <c:pt idx="110">
                  <c:v>2.73751834E-4</c:v>
                </c:pt>
                <c:pt idx="111">
                  <c:v>2.8839838600000002E-4</c:v>
                </c:pt>
                <c:pt idx="112">
                  <c:v>2.7802374500000002E-4</c:v>
                </c:pt>
                <c:pt idx="113">
                  <c:v>2.5178200600000001E-4</c:v>
                </c:pt>
                <c:pt idx="114">
                  <c:v>2.8046483699999998E-4</c:v>
                </c:pt>
                <c:pt idx="115">
                  <c:v>2.9999357300000001E-4</c:v>
                </c:pt>
                <c:pt idx="116">
                  <c:v>2.43238184E-4</c:v>
                </c:pt>
                <c:pt idx="117">
                  <c:v>2.6581828500000002E-4</c:v>
                </c:pt>
                <c:pt idx="118">
                  <c:v>2.9511138899999999E-4</c:v>
                </c:pt>
                <c:pt idx="119">
                  <c:v>3.08537395E-4</c:v>
                </c:pt>
                <c:pt idx="120">
                  <c:v>2.25540267E-4</c:v>
                </c:pt>
                <c:pt idx="121">
                  <c:v>2.4506900299999998E-4</c:v>
                </c:pt>
                <c:pt idx="122">
                  <c:v>2.6764910399999998E-4</c:v>
                </c:pt>
                <c:pt idx="123">
                  <c:v>2.5788473599999999E-4</c:v>
                </c:pt>
                <c:pt idx="124">
                  <c:v>2.7802374500000002E-4</c:v>
                </c:pt>
                <c:pt idx="125">
                  <c:v>2.0357043900000001E-4</c:v>
                </c:pt>
                <c:pt idx="126">
                  <c:v>2.2676081300000001E-4</c:v>
                </c:pt>
                <c:pt idx="127">
                  <c:v>2.0540125799999999E-4</c:v>
                </c:pt>
                <c:pt idx="128">
                  <c:v>2.6825937699999998E-4</c:v>
                </c:pt>
                <c:pt idx="129">
                  <c:v>3.1097848700000001E-4</c:v>
                </c:pt>
                <c:pt idx="130">
                  <c:v>3.21963401E-4</c:v>
                </c:pt>
                <c:pt idx="131">
                  <c:v>1.47425323E-4</c:v>
                </c:pt>
                <c:pt idx="132">
                  <c:v>2.2859163199999999E-4</c:v>
                </c:pt>
                <c:pt idx="133">
                  <c:v>2.4079709199999999E-4</c:v>
                </c:pt>
                <c:pt idx="134">
                  <c:v>1.63902694E-4</c:v>
                </c:pt>
                <c:pt idx="135">
                  <c:v>1.8770334099999999E-4</c:v>
                </c:pt>
                <c:pt idx="136">
                  <c:v>2.1394508E-4</c:v>
                </c:pt>
                <c:pt idx="137">
                  <c:v>2.4506900299999998E-4</c:v>
                </c:pt>
                <c:pt idx="138">
                  <c:v>2.3530463499999999E-4</c:v>
                </c:pt>
                <c:pt idx="139">
                  <c:v>2.7070046899999999E-4</c:v>
                </c:pt>
                <c:pt idx="140">
                  <c:v>2.1638617199999999E-4</c:v>
                </c:pt>
                <c:pt idx="141">
                  <c:v>2.1150398799999999E-4</c:v>
                </c:pt>
                <c:pt idx="142">
                  <c:v>2.3835600000000001E-4</c:v>
                </c:pt>
                <c:pt idx="143">
                  <c:v>2.9572166199999999E-4</c:v>
                </c:pt>
                <c:pt idx="144">
                  <c:v>2.9206002399999998E-4</c:v>
                </c:pt>
                <c:pt idx="145">
                  <c:v>1.9563689E-4</c:v>
                </c:pt>
                <c:pt idx="146">
                  <c:v>1.8404170300000001E-4</c:v>
                </c:pt>
                <c:pt idx="147">
                  <c:v>2.35914908E-4</c:v>
                </c:pt>
                <c:pt idx="148">
                  <c:v>2.5788473599999999E-4</c:v>
                </c:pt>
                <c:pt idx="149">
                  <c:v>1.82210884E-4</c:v>
                </c:pt>
                <c:pt idx="150">
                  <c:v>1.7427733499999999E-4</c:v>
                </c:pt>
                <c:pt idx="151">
                  <c:v>2.36525181E-4</c:v>
                </c:pt>
                <c:pt idx="152">
                  <c:v>2.3530463499999999E-4</c:v>
                </c:pt>
                <c:pt idx="153">
                  <c:v>2.8107510999999998E-4</c:v>
                </c:pt>
                <c:pt idx="154">
                  <c:v>1.7915951900000001E-4</c:v>
                </c:pt>
                <c:pt idx="155">
                  <c:v>2.0357043900000001E-4</c:v>
                </c:pt>
                <c:pt idx="156">
                  <c:v>2.60936101E-4</c:v>
                </c:pt>
                <c:pt idx="157">
                  <c:v>2.5239227900000002E-4</c:v>
                </c:pt>
                <c:pt idx="158">
                  <c:v>2.31642997E-4</c:v>
                </c:pt>
                <c:pt idx="159">
                  <c:v>2.37745727E-4</c:v>
                </c:pt>
                <c:pt idx="160">
                  <c:v>1.8465197600000001E-4</c:v>
                </c:pt>
                <c:pt idx="161">
                  <c:v>1.65733513E-4</c:v>
                </c:pt>
                <c:pt idx="162">
                  <c:v>2.6337719300000001E-4</c:v>
                </c:pt>
                <c:pt idx="163">
                  <c:v>1.4437395799999999E-4</c:v>
                </c:pt>
                <c:pt idx="164">
                  <c:v>2.42017638E-4</c:v>
                </c:pt>
                <c:pt idx="165">
                  <c:v>1.9014443300000001E-4</c:v>
                </c:pt>
                <c:pt idx="166">
                  <c:v>1.8587252200000001E-4</c:v>
                </c:pt>
                <c:pt idx="167">
                  <c:v>2.4140736499999999E-4</c:v>
                </c:pt>
                <c:pt idx="168">
                  <c:v>2.60325828E-4</c:v>
                </c:pt>
                <c:pt idx="169">
                  <c:v>1.99908801E-4</c:v>
                </c:pt>
                <c:pt idx="170">
                  <c:v>2.85957294E-4</c:v>
                </c:pt>
                <c:pt idx="171">
                  <c:v>2.2737108600000001E-4</c:v>
                </c:pt>
                <c:pt idx="172">
                  <c:v>1.8465197600000001E-4</c:v>
                </c:pt>
                <c:pt idx="173">
                  <c:v>2.3469436199999999E-4</c:v>
                </c:pt>
                <c:pt idx="174">
                  <c:v>1.5047668799999999E-4</c:v>
                </c:pt>
                <c:pt idx="175">
                  <c:v>1.82821157E-4</c:v>
                </c:pt>
                <c:pt idx="176">
                  <c:v>2.5971555499999999E-4</c:v>
                </c:pt>
                <c:pt idx="177" formatCode="0.00E+00">
                  <c:v>2.8168538299999998E-4</c:v>
                </c:pt>
                <c:pt idx="178" formatCode="0.00E+00">
                  <c:v>2.5178200600000001E-4</c:v>
                </c:pt>
                <c:pt idx="179" formatCode="0.00E+00">
                  <c:v>2.13334807E-4</c:v>
                </c:pt>
                <c:pt idx="180" formatCode="0.00E+00">
                  <c:v>2.1516562600000001E-4</c:v>
                </c:pt>
                <c:pt idx="181" formatCode="0.00E+00">
                  <c:v>2.0357043900000001E-4</c:v>
                </c:pt>
                <c:pt idx="182">
                  <c:v>2.01129347E-4</c:v>
                </c:pt>
                <c:pt idx="183">
                  <c:v>3.0426548399999998E-4</c:v>
                </c:pt>
                <c:pt idx="184">
                  <c:v>2.2004781E-4</c:v>
                </c:pt>
                <c:pt idx="185">
                  <c:v>2.6642855800000002E-4</c:v>
                </c:pt>
                <c:pt idx="186">
                  <c:v>1.7122597E-4</c:v>
                </c:pt>
                <c:pt idx="187">
                  <c:v>2.6947992299999998E-4</c:v>
                </c:pt>
                <c:pt idx="188">
                  <c:v>1.94416344E-4</c:v>
                </c:pt>
                <c:pt idx="189">
                  <c:v>2.5910528199999999E-4</c:v>
                </c:pt>
                <c:pt idx="190">
                  <c:v>1.7976979200000001E-4</c:v>
                </c:pt>
                <c:pt idx="191">
                  <c:v>2.5361282500000002E-4</c:v>
                </c:pt>
                <c:pt idx="192">
                  <c:v>2.0540125799999999E-4</c:v>
                </c:pt>
                <c:pt idx="193">
                  <c:v>2.5666418999999998E-4</c:v>
                </c:pt>
                <c:pt idx="194">
                  <c:v>2.06621804E-4</c:v>
                </c:pt>
                <c:pt idx="195">
                  <c:v>2.37745727E-4</c:v>
                </c:pt>
                <c:pt idx="196">
                  <c:v>2.0357043900000001E-4</c:v>
                </c:pt>
                <c:pt idx="197">
                  <c:v>2.3408408899999999E-4</c:v>
                </c:pt>
                <c:pt idx="198">
                  <c:v>1.95026617E-4</c:v>
                </c:pt>
                <c:pt idx="199">
                  <c:v>2.9389084299999999E-4</c:v>
                </c:pt>
                <c:pt idx="200">
                  <c:v>2.4079709199999999E-4</c:v>
                </c:pt>
                <c:pt idx="201">
                  <c:v>1.8526224900000001E-4</c:v>
                </c:pt>
                <c:pt idx="202">
                  <c:v>1.6939515099999999E-4</c:v>
                </c:pt>
                <c:pt idx="203">
                  <c:v>2.0967316900000001E-4</c:v>
                </c:pt>
                <c:pt idx="204">
                  <c:v>2.1394508E-4</c:v>
                </c:pt>
                <c:pt idx="205">
                  <c:v>2.5544364399999997E-4</c:v>
                </c:pt>
                <c:pt idx="206">
                  <c:v>1.951392311E-3</c:v>
                </c:pt>
                <c:pt idx="207">
                  <c:v>2.9565119419999999E-3</c:v>
                </c:pt>
                <c:pt idx="208">
                  <c:v>3.7999092280000001E-3</c:v>
                </c:pt>
                <c:pt idx="209">
                  <c:v>4.0690396209999997E-3</c:v>
                </c:pt>
                <c:pt idx="210" formatCode="0.00E+00">
                  <c:v>2.9681071290000001E-3</c:v>
                </c:pt>
                <c:pt idx="211" formatCode="0.00E+00">
                  <c:v>1.2904666520000001E-3</c:v>
                </c:pt>
                <c:pt idx="212">
                  <c:v>-1.1109576030000001E-3</c:v>
                </c:pt>
                <c:pt idx="213" formatCode="0.00E+00">
                  <c:v>-1.610160917E-3</c:v>
                </c:pt>
                <c:pt idx="214">
                  <c:v>-1.4966501390000001E-3</c:v>
                </c:pt>
                <c:pt idx="215">
                  <c:v>-1.217145105E-3</c:v>
                </c:pt>
                <c:pt idx="216">
                  <c:v>-1.2092115559999999E-3</c:v>
                </c:pt>
                <c:pt idx="217">
                  <c:v>-9.6571262899999995E-4</c:v>
                </c:pt>
                <c:pt idx="218">
                  <c:v>-6.8193568400000003E-4</c:v>
                </c:pt>
                <c:pt idx="219">
                  <c:v>-6.5386312600000001E-4</c:v>
                </c:pt>
                <c:pt idx="220" formatCode="0.00E+00">
                  <c:v>-4.0121010400000001E-4</c:v>
                </c:pt>
                <c:pt idx="221" formatCode="0.00E+00">
                  <c:v>-6.4339407999999706E-5</c:v>
                </c:pt>
                <c:pt idx="222" formatCode="0.00E+00">
                  <c:v>6.4522600000003699E-6</c:v>
                </c:pt>
                <c:pt idx="223" formatCode="0.00E+00">
                  <c:v>9.9824029000000397E-5</c:v>
                </c:pt>
                <c:pt idx="224" formatCode="0.00E+00">
                  <c:v>7.6728060000000493E-6</c:v>
                </c:pt>
                <c:pt idx="225" formatCode="0.00E+00">
                  <c:v>-9.2411965999999806E-5</c:v>
                </c:pt>
                <c:pt idx="226">
                  <c:v>-3.0112533199999999E-4</c:v>
                </c:pt>
                <c:pt idx="227" formatCode="0.00E+00">
                  <c:v>-8.3257870999999805E-5</c:v>
                </c:pt>
                <c:pt idx="228">
                  <c:v>-1.3757216800000001E-4</c:v>
                </c:pt>
                <c:pt idx="229" formatCode="0.00E+00">
                  <c:v>-8.2647597999999694E-5</c:v>
                </c:pt>
                <c:pt idx="230" formatCode="0.00E+00">
                  <c:v>9.5036250000002202E-6</c:v>
                </c:pt>
                <c:pt idx="231" formatCode="0.00E+00">
                  <c:v>-6.9737459999995797E-6</c:v>
                </c:pt>
                <c:pt idx="232" formatCode="0.00E+00">
                  <c:v>1.3775536000000201E-5</c:v>
                </c:pt>
                <c:pt idx="233" formatCode="0.00E+00">
                  <c:v>8.4567204000000302E-5</c:v>
                </c:pt>
                <c:pt idx="234">
                  <c:v>1.08367851E-4</c:v>
                </c:pt>
                <c:pt idx="235" formatCode="0.00E+00">
                  <c:v>5.8419870000003096E-6</c:v>
                </c:pt>
                <c:pt idx="236" formatCode="0.00E+00">
                  <c:v>1.7244651600000001E-4</c:v>
                </c:pt>
                <c:pt idx="237">
                  <c:v>1.21793857E-4</c:v>
                </c:pt>
                <c:pt idx="238">
                  <c:v>2.36525181E-4</c:v>
                </c:pt>
                <c:pt idx="239" formatCode="0.00E+00">
                  <c:v>5.6494646000000297E-5</c:v>
                </c:pt>
                <c:pt idx="240" formatCode="0.00E+00">
                  <c:v>4.0129889099999998E-4</c:v>
                </c:pt>
                <c:pt idx="241">
                  <c:v>5.0077339E-4</c:v>
                </c:pt>
                <c:pt idx="242" formatCode="0.00E+00">
                  <c:v>5.1175830400000005E-4</c:v>
                </c:pt>
                <c:pt idx="243">
                  <c:v>5.8010888000000003E-4</c:v>
                </c:pt>
                <c:pt idx="244" formatCode="0.00E+00">
                  <c:v>1.1391189480000001E-3</c:v>
                </c:pt>
                <c:pt idx="245">
                  <c:v>4.053782796E-3</c:v>
                </c:pt>
                <c:pt idx="246">
                  <c:v>4.0672088020000004E-3</c:v>
                </c:pt>
                <c:pt idx="247" formatCode="0.00E+00">
                  <c:v>3.422150241E-3</c:v>
                </c:pt>
                <c:pt idx="248">
                  <c:v>3.0028926899999999E-3</c:v>
                </c:pt>
                <c:pt idx="249">
                  <c:v>1.173294236E-3</c:v>
                </c:pt>
                <c:pt idx="250">
                  <c:v>-6.3677548199999896E-4</c:v>
                </c:pt>
                <c:pt idx="251">
                  <c:v>-1.6833936769999999E-3</c:v>
                </c:pt>
                <c:pt idx="252" formatCode="0.00E+00">
                  <c:v>-1.1317068850000001E-3</c:v>
                </c:pt>
                <c:pt idx="253">
                  <c:v>-1.4489544399999999E-4</c:v>
                </c:pt>
                <c:pt idx="254" formatCode="0.00E+00">
                  <c:v>6.93619658E-4</c:v>
                </c:pt>
                <c:pt idx="255" formatCode="0.00E+00">
                  <c:v>-2.7723027999999799E-5</c:v>
                </c:pt>
                <c:pt idx="256">
                  <c:v>-1.054812487E-3</c:v>
                </c:pt>
                <c:pt idx="257">
                  <c:v>-1.3855804529999999E-3</c:v>
                </c:pt>
                <c:pt idx="258">
                  <c:v>-1.316619604E-3</c:v>
                </c:pt>
                <c:pt idx="259">
                  <c:v>-8.7295113299999997E-4</c:v>
                </c:pt>
                <c:pt idx="260">
                  <c:v>-8.7783331699999999E-4</c:v>
                </c:pt>
                <c:pt idx="261" formatCode="0.00E+00">
                  <c:v>-8.4478416999999906E-5</c:v>
                </c:pt>
                <c:pt idx="262" formatCode="0.00E+00">
                  <c:v>-3.4262389600000001E-4</c:v>
                </c:pt>
                <c:pt idx="263">
                  <c:v>1.4376368500000001E-4</c:v>
                </c:pt>
                <c:pt idx="264" formatCode="0.00E+00">
                  <c:v>-9.4853057999999993E-5</c:v>
                </c:pt>
                <c:pt idx="265" formatCode="0.00E+00">
                  <c:v>-1.3818244100000001E-4</c:v>
                </c:pt>
                <c:pt idx="266">
                  <c:v>-3.4262389600000001E-4</c:v>
                </c:pt>
                <c:pt idx="267">
                  <c:v>-4.5247303600000002E-4</c:v>
                </c:pt>
                <c:pt idx="268">
                  <c:v>-1.0339688E-4</c:v>
                </c:pt>
                <c:pt idx="269">
                  <c:v>-1.6808581800000001E-4</c:v>
                </c:pt>
                <c:pt idx="270">
                  <c:v>-1.8761455399999999E-4</c:v>
                </c:pt>
                <c:pt idx="271" formatCode="0.00E+00">
                  <c:v>-5.8846950999999702E-5</c:v>
                </c:pt>
                <c:pt idx="272" formatCode="0.00E+00">
                  <c:v>2.9642634000000399E-5</c:v>
                </c:pt>
                <c:pt idx="273" formatCode="0.00E+00">
                  <c:v>2.3539904000000199E-5</c:v>
                </c:pt>
                <c:pt idx="274" formatCode="0.00E+00">
                  <c:v>5.8325465E-5</c:v>
                </c:pt>
                <c:pt idx="275">
                  <c:v>1.0043430199999999E-4</c:v>
                </c:pt>
                <c:pt idx="276">
                  <c:v>1.3949177399999999E-4</c:v>
                </c:pt>
                <c:pt idx="277">
                  <c:v>1.6695405900000001E-4</c:v>
                </c:pt>
                <c:pt idx="278" formatCode="0.00E+00">
                  <c:v>1.88313614E-4</c:v>
                </c:pt>
                <c:pt idx="279">
                  <c:v>1.1263976199999999E-4</c:v>
                </c:pt>
                <c:pt idx="280" formatCode="0.00E+00">
                  <c:v>1.7366706200000001E-4</c:v>
                </c:pt>
                <c:pt idx="281">
                  <c:v>1.3766095500000001E-4</c:v>
                </c:pt>
                <c:pt idx="282">
                  <c:v>2.7741347200000002E-4</c:v>
                </c:pt>
                <c:pt idx="283">
                  <c:v>5.1603021500000001E-4</c:v>
                </c:pt>
                <c:pt idx="284">
                  <c:v>3.0060384600000002E-4</c:v>
                </c:pt>
                <c:pt idx="285">
                  <c:v>4.7575219699999999E-4</c:v>
                </c:pt>
                <c:pt idx="286" formatCode="0.00E+00">
                  <c:v>3.6224141900000002E-4</c:v>
                </c:pt>
                <c:pt idx="287">
                  <c:v>4.6293646399999999E-4</c:v>
                </c:pt>
                <c:pt idx="288" formatCode="0.00E+00">
                  <c:v>2.3347381600000001E-4</c:v>
                </c:pt>
                <c:pt idx="289" formatCode="0.00E+00">
                  <c:v>1.9258552499999999E-4</c:v>
                </c:pt>
                <c:pt idx="290">
                  <c:v>1.4681505E-4</c:v>
                </c:pt>
                <c:pt idx="291" formatCode="0.00E+00">
                  <c:v>1.53528053E-4</c:v>
                </c:pt>
                <c:pt idx="292">
                  <c:v>3.2623531200000002E-4</c:v>
                </c:pt>
                <c:pt idx="293">
                  <c:v>4.0740162100000001E-4</c:v>
                </c:pt>
                <c:pt idx="294">
                  <c:v>4.3791527099999999E-4</c:v>
                </c:pt>
                <c:pt idx="295">
                  <c:v>4.4645909300000002E-4</c:v>
                </c:pt>
                <c:pt idx="296">
                  <c:v>2.9022920500000002E-4</c:v>
                </c:pt>
                <c:pt idx="297">
                  <c:v>1.9746770900000001E-4</c:v>
                </c:pt>
                <c:pt idx="298">
                  <c:v>-2.7061168200000001E-4</c:v>
                </c:pt>
                <c:pt idx="299">
                  <c:v>1.0323211730000001E-3</c:v>
                </c:pt>
                <c:pt idx="300">
                  <c:v>1.180617512E-3</c:v>
                </c:pt>
                <c:pt idx="301">
                  <c:v>1.6529688140000001E-3</c:v>
                </c:pt>
                <c:pt idx="302">
                  <c:v>1.3417295840000001E-3</c:v>
                </c:pt>
                <c:pt idx="303">
                  <c:v>1.8293377110000001E-3</c:v>
                </c:pt>
                <c:pt idx="304">
                  <c:v>1.486974558E-3</c:v>
                </c:pt>
                <c:pt idx="305">
                  <c:v>2.9816275400000001E-4</c:v>
                </c:pt>
                <c:pt idx="306" formatCode="0.00E+00">
                  <c:v>-9.2411965999999806E-5</c:v>
                </c:pt>
                <c:pt idx="307">
                  <c:v>-1.117060333E-3</c:v>
                </c:pt>
                <c:pt idx="308">
                  <c:v>-3.40182804E-4</c:v>
                </c:pt>
                <c:pt idx="309" formatCode="0.00E+00">
                  <c:v>-8.1427051999999594E-5</c:v>
                </c:pt>
                <c:pt idx="310">
                  <c:v>-6.15415927E-4</c:v>
                </c:pt>
                <c:pt idx="311">
                  <c:v>-6.1297483499999999E-4</c:v>
                </c:pt>
                <c:pt idx="312" formatCode="0.00E+00">
                  <c:v>-3.5656576999999699E-5</c:v>
                </c:pt>
                <c:pt idx="313">
                  <c:v>-1.9066591900000001E-4</c:v>
                </c:pt>
                <c:pt idx="314">
                  <c:v>-1.5465981200000001E-4</c:v>
                </c:pt>
                <c:pt idx="315">
                  <c:v>2.5483337100000003E-4</c:v>
                </c:pt>
                <c:pt idx="316">
                  <c:v>1.1202948900000001E-4</c:v>
                </c:pt>
                <c:pt idx="317">
                  <c:v>5.3922058900000001E-4</c:v>
                </c:pt>
                <c:pt idx="318">
                  <c:v>5.0138366299999995E-4</c:v>
                </c:pt>
                <c:pt idx="319">
                  <c:v>4.28150903E-4</c:v>
                </c:pt>
                <c:pt idx="320">
                  <c:v>-2.4375967E-4</c:v>
                </c:pt>
                <c:pt idx="321">
                  <c:v>-1.22925616E-4</c:v>
                </c:pt>
                <c:pt idx="322">
                  <c:v>-3.1882324900000001E-4</c:v>
                </c:pt>
                <c:pt idx="323">
                  <c:v>-1.2536670800000001E-4</c:v>
                </c:pt>
                <c:pt idx="324">
                  <c:v>-1.14992067E-4</c:v>
                </c:pt>
                <c:pt idx="325">
                  <c:v>1.2118358400000001E-4</c:v>
                </c:pt>
                <c:pt idx="326" formatCode="0.00E+00">
                  <c:v>4.9781643000000097E-5</c:v>
                </c:pt>
                <c:pt idx="327" formatCode="0.00E+00">
                  <c:v>2.9642634000000399E-5</c:v>
                </c:pt>
                <c:pt idx="328" formatCode="0.00E+00">
                  <c:v>-8.1942919999997004E-6</c:v>
                </c:pt>
                <c:pt idx="329" formatCode="0.00E+00">
                  <c:v>3.6355637000000097E-5</c:v>
                </c:pt>
                <c:pt idx="330" formatCode="0.00E+00">
                  <c:v>6.9310379000000206E-5</c:v>
                </c:pt>
                <c:pt idx="331" formatCode="0.00E+00">
                  <c:v>3.1280930600000002E-4</c:v>
                </c:pt>
                <c:pt idx="332">
                  <c:v>1.1569112699999999E-4</c:v>
                </c:pt>
                <c:pt idx="333">
                  <c:v>2.13334807E-4</c:v>
                </c:pt>
                <c:pt idx="334">
                  <c:v>2.85957294E-4</c:v>
                </c:pt>
                <c:pt idx="335">
                  <c:v>2.1638617199999999E-4</c:v>
                </c:pt>
                <c:pt idx="336">
                  <c:v>1.3827122799999999E-4</c:v>
                </c:pt>
                <c:pt idx="337">
                  <c:v>2.9206002399999998E-4</c:v>
                </c:pt>
                <c:pt idx="338">
                  <c:v>2.1394508E-4</c:v>
                </c:pt>
                <c:pt idx="339" formatCode="0.00E+00">
                  <c:v>2.37135454E-4</c:v>
                </c:pt>
                <c:pt idx="340" formatCode="0.00E+00">
                  <c:v>2.0234989300000001E-4</c:v>
                </c:pt>
                <c:pt idx="341" formatCode="0.00E+00">
                  <c:v>1.29117133E-4</c:v>
                </c:pt>
                <c:pt idx="342">
                  <c:v>1.6268214799999999E-4</c:v>
                </c:pt>
                <c:pt idx="343" formatCode="0.00E+00">
                  <c:v>2.60936101E-4</c:v>
                </c:pt>
                <c:pt idx="344">
                  <c:v>1.3888150099999999E-4</c:v>
                </c:pt>
                <c:pt idx="345" formatCode="0.00E+00">
                  <c:v>1.52307507E-4</c:v>
                </c:pt>
                <c:pt idx="346">
                  <c:v>1.23014403E-4</c:v>
                </c:pt>
                <c:pt idx="347">
                  <c:v>2.8778811300000001E-4</c:v>
                </c:pt>
                <c:pt idx="348">
                  <c:v>2.8290592899999999E-4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37E9-DF46-9887-3805C0B948A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8348944"/>
        <c:axId val="1518347984"/>
      </c:scatterChart>
      <c:valAx>
        <c:axId val="1518348944"/>
        <c:scaling>
          <c:orientation val="minMax"/>
          <c:max val="5.000000000000001E-3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7984"/>
        <c:crosses val="autoZero"/>
        <c:crossBetween val="midCat"/>
      </c:valAx>
      <c:valAx>
        <c:axId val="1518347984"/>
        <c:scaling>
          <c:orientation val="minMax"/>
          <c:min val="-1.0000000000000002E-2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8944"/>
        <c:crosses val="autoZero"/>
        <c:crossBetween val="midCat"/>
      </c:valAx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242175925925925"/>
          <c:y val="0.12935185185185186"/>
          <c:w val="0.81968865740740737"/>
          <c:h val="0.74129629629629634"/>
        </c:manualLayout>
      </c:layout>
      <c:scatterChart>
        <c:scatterStyle val="smoothMarker"/>
        <c:varyColors val="0"/>
        <c:ser>
          <c:idx val="0"/>
          <c:order val="0"/>
          <c:spPr>
            <a:ln w="1270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'0.35'!$X$2:$X$350</c:f>
              <c:numCache>
                <c:formatCode>General</c:formatCode>
                <c:ptCount val="349"/>
                <c:pt idx="0">
                  <c:v>0</c:v>
                </c:pt>
                <c:pt idx="1">
                  <c:v>1.9531631480163014E-5</c:v>
                </c:pt>
                <c:pt idx="2">
                  <c:v>3.9063262949667887E-5</c:v>
                </c:pt>
                <c:pt idx="3">
                  <c:v>5.8594894429830902E-5</c:v>
                </c:pt>
                <c:pt idx="4">
                  <c:v>7.8126525909993916E-5</c:v>
                </c:pt>
                <c:pt idx="5">
                  <c:v>9.765815739015693E-5</c:v>
                </c:pt>
                <c:pt idx="6">
                  <c:v>1.171897888596618E-4</c:v>
                </c:pt>
                <c:pt idx="7">
                  <c:v>1.3672142033982482E-4</c:v>
                </c:pt>
                <c:pt idx="8">
                  <c:v>1.5625305181998783E-4</c:v>
                </c:pt>
                <c:pt idx="9">
                  <c:v>1.757846832894927E-4</c:v>
                </c:pt>
                <c:pt idx="10">
                  <c:v>1.9531631476965572E-4</c:v>
                </c:pt>
                <c:pt idx="11">
                  <c:v>2.1484794624981873E-4</c:v>
                </c:pt>
                <c:pt idx="12">
                  <c:v>2.3437957772998175E-4</c:v>
                </c:pt>
                <c:pt idx="13">
                  <c:v>2.539112092003748E-4</c:v>
                </c:pt>
                <c:pt idx="14">
                  <c:v>2.7344284067964963E-4</c:v>
                </c:pt>
                <c:pt idx="15">
                  <c:v>2.9297447215981265E-4</c:v>
                </c:pt>
                <c:pt idx="16">
                  <c:v>3.125061036302057E-4</c:v>
                </c:pt>
                <c:pt idx="17">
                  <c:v>3.3203773511036871E-4</c:v>
                </c:pt>
                <c:pt idx="18">
                  <c:v>3.5156936658964355E-4</c:v>
                </c:pt>
                <c:pt idx="19">
                  <c:v>3.7110099806980656E-4</c:v>
                </c:pt>
                <c:pt idx="20">
                  <c:v>3.9063262954019962E-4</c:v>
                </c:pt>
                <c:pt idx="21">
                  <c:v>4.1016426102036263E-4</c:v>
                </c:pt>
                <c:pt idx="22">
                  <c:v>4.2969589249963747E-4</c:v>
                </c:pt>
                <c:pt idx="23">
                  <c:v>4.4922752397003052E-4</c:v>
                </c:pt>
                <c:pt idx="24">
                  <c:v>4.6875915545019353E-4</c:v>
                </c:pt>
                <c:pt idx="25">
                  <c:v>4.8829078693035655E-4</c:v>
                </c:pt>
                <c:pt idx="26">
                  <c:v>5.0782241840963138E-4</c:v>
                </c:pt>
                <c:pt idx="27">
                  <c:v>5.2735404988002443E-4</c:v>
                </c:pt>
                <c:pt idx="28">
                  <c:v>5.4688568136018745E-4</c:v>
                </c:pt>
                <c:pt idx="29">
                  <c:v>5.6641731284035046E-4</c:v>
                </c:pt>
                <c:pt idx="30">
                  <c:v>5.8594894430985534E-4</c:v>
                </c:pt>
                <c:pt idx="31">
                  <c:v>6.0548057579001835E-4</c:v>
                </c:pt>
                <c:pt idx="32">
                  <c:v>6.2501220727018136E-4</c:v>
                </c:pt>
                <c:pt idx="33">
                  <c:v>6.4454383875034438E-4</c:v>
                </c:pt>
                <c:pt idx="34">
                  <c:v>6.6407547021984925E-4</c:v>
                </c:pt>
                <c:pt idx="35">
                  <c:v>6.8360710170001227E-4</c:v>
                </c:pt>
                <c:pt idx="36">
                  <c:v>7.0313873318017528E-4</c:v>
                </c:pt>
                <c:pt idx="37">
                  <c:v>7.2267036464968015E-4</c:v>
                </c:pt>
                <c:pt idx="38">
                  <c:v>7.4220199612984317E-4</c:v>
                </c:pt>
                <c:pt idx="39">
                  <c:v>7.6173362761000618E-4</c:v>
                </c:pt>
                <c:pt idx="40">
                  <c:v>7.812652590901692E-4</c:v>
                </c:pt>
                <c:pt idx="41">
                  <c:v>8.0079689055967407E-4</c:v>
                </c:pt>
                <c:pt idx="42">
                  <c:v>8.2032852203983708E-4</c:v>
                </c:pt>
                <c:pt idx="43">
                  <c:v>8.398601535200001E-4</c:v>
                </c:pt>
                <c:pt idx="44">
                  <c:v>8.5939178500016311E-4</c:v>
                </c:pt>
                <c:pt idx="45">
                  <c:v>8.7892341646966798E-4</c:v>
                </c:pt>
                <c:pt idx="46">
                  <c:v>8.98455047949831E-4</c:v>
                </c:pt>
                <c:pt idx="47">
                  <c:v>9.1798667942999401E-4</c:v>
                </c:pt>
                <c:pt idx="48">
                  <c:v>9.3751831089949889E-4</c:v>
                </c:pt>
                <c:pt idx="49">
                  <c:v>9.570499423796619E-4</c:v>
                </c:pt>
                <c:pt idx="50">
                  <c:v>9.7658157385982491E-4</c:v>
                </c:pt>
                <c:pt idx="51">
                  <c:v>9.9611320533998793E-4</c:v>
                </c:pt>
                <c:pt idx="52">
                  <c:v>1.0156448368094928E-3</c:v>
                </c:pt>
                <c:pt idx="53">
                  <c:v>1.0351764682896558E-3</c:v>
                </c:pt>
                <c:pt idx="54">
                  <c:v>1.0547080997698188E-3</c:v>
                </c:pt>
                <c:pt idx="55">
                  <c:v>1.0742397312402119E-3</c:v>
                </c:pt>
                <c:pt idx="56">
                  <c:v>1.0937713627203749E-3</c:v>
                </c:pt>
                <c:pt idx="57">
                  <c:v>1.1133029941996497E-3</c:v>
                </c:pt>
                <c:pt idx="58">
                  <c:v>1.1328346256798127E-3</c:v>
                </c:pt>
                <c:pt idx="59">
                  <c:v>1.1523662571502058E-3</c:v>
                </c:pt>
                <c:pt idx="60">
                  <c:v>1.1718978886303688E-3</c:v>
                </c:pt>
                <c:pt idx="61">
                  <c:v>1.1914295201096436E-3</c:v>
                </c:pt>
                <c:pt idx="62">
                  <c:v>1.2109611515800367E-3</c:v>
                </c:pt>
                <c:pt idx="63">
                  <c:v>1.2304927830601997E-3</c:v>
                </c:pt>
                <c:pt idx="64">
                  <c:v>1.2500244145403627E-3</c:v>
                </c:pt>
                <c:pt idx="65">
                  <c:v>1.2695560460196376E-3</c:v>
                </c:pt>
                <c:pt idx="66">
                  <c:v>1.2890876774900306E-3</c:v>
                </c:pt>
                <c:pt idx="67">
                  <c:v>1.3086193089701936E-3</c:v>
                </c:pt>
                <c:pt idx="68">
                  <c:v>1.3281509404503566E-3</c:v>
                </c:pt>
                <c:pt idx="69">
                  <c:v>1.3476825719198615E-3</c:v>
                </c:pt>
                <c:pt idx="70">
                  <c:v>1.3672142034000245E-3</c:v>
                </c:pt>
                <c:pt idx="71">
                  <c:v>1.3867458348801875E-3</c:v>
                </c:pt>
                <c:pt idx="72">
                  <c:v>1.4062774663603506E-3</c:v>
                </c:pt>
                <c:pt idx="73">
                  <c:v>1.4258090978298554E-3</c:v>
                </c:pt>
                <c:pt idx="74">
                  <c:v>1.4453407293100184E-3</c:v>
                </c:pt>
                <c:pt idx="75">
                  <c:v>1.4648723607901815E-3</c:v>
                </c:pt>
                <c:pt idx="76">
                  <c:v>1.4844039922596863E-3</c:v>
                </c:pt>
                <c:pt idx="77">
                  <c:v>1.5039356237398493E-3</c:v>
                </c:pt>
                <c:pt idx="78">
                  <c:v>1.5234672552200124E-3</c:v>
                </c:pt>
                <c:pt idx="79">
                  <c:v>1.5429988867001754E-3</c:v>
                </c:pt>
                <c:pt idx="80">
                  <c:v>1.5625305181696802E-3</c:v>
                </c:pt>
                <c:pt idx="81">
                  <c:v>1.5820621496498433E-3</c:v>
                </c:pt>
                <c:pt idx="82">
                  <c:v>1.6015937811300063E-3</c:v>
                </c:pt>
                <c:pt idx="83">
                  <c:v>1.6211254126101693E-3</c:v>
                </c:pt>
                <c:pt idx="84">
                  <c:v>1.6406570440796742E-3</c:v>
                </c:pt>
                <c:pt idx="85">
                  <c:v>1.6601886755598372E-3</c:v>
                </c:pt>
                <c:pt idx="86">
                  <c:v>1.6797203070400002E-3</c:v>
                </c:pt>
                <c:pt idx="87">
                  <c:v>1.6992519385095051E-3</c:v>
                </c:pt>
                <c:pt idx="88">
                  <c:v>1.7187835699896681E-3</c:v>
                </c:pt>
                <c:pt idx="89">
                  <c:v>1.7383152014698311E-3</c:v>
                </c:pt>
                <c:pt idx="90">
                  <c:v>1.7578468329499941E-3</c:v>
                </c:pt>
                <c:pt idx="91">
                  <c:v>1.777378464419499E-3</c:v>
                </c:pt>
                <c:pt idx="92">
                  <c:v>1.796910095899662E-3</c:v>
                </c:pt>
                <c:pt idx="93">
                  <c:v>1.816441727379825E-3</c:v>
                </c:pt>
                <c:pt idx="94">
                  <c:v>1.8359733588502181E-3</c:v>
                </c:pt>
                <c:pt idx="95">
                  <c:v>1.8555049903294929E-3</c:v>
                </c:pt>
                <c:pt idx="96">
                  <c:v>1.8750366218096559E-3</c:v>
                </c:pt>
                <c:pt idx="97">
                  <c:v>1.8945682532898189E-3</c:v>
                </c:pt>
                <c:pt idx="98">
                  <c:v>1.914099884760212E-3</c:v>
                </c:pt>
                <c:pt idx="99">
                  <c:v>1.933631516240375E-3</c:v>
                </c:pt>
                <c:pt idx="100">
                  <c:v>1.9531631477196498E-3</c:v>
                </c:pt>
                <c:pt idx="101">
                  <c:v>1.9726947791900429E-3</c:v>
                </c:pt>
                <c:pt idx="102">
                  <c:v>1.9922264106702059E-3</c:v>
                </c:pt>
                <c:pt idx="103">
                  <c:v>2.0117580421503689E-3</c:v>
                </c:pt>
                <c:pt idx="104">
                  <c:v>2.0312896736296437E-3</c:v>
                </c:pt>
                <c:pt idx="105">
                  <c:v>2.0508213051000368E-3</c:v>
                </c:pt>
                <c:pt idx="106">
                  <c:v>2.0703529365801998E-3</c:v>
                </c:pt>
                <c:pt idx="107">
                  <c:v>2.0898845680603628E-3</c:v>
                </c:pt>
                <c:pt idx="108">
                  <c:v>2.1094161995298677E-3</c:v>
                </c:pt>
                <c:pt idx="109">
                  <c:v>2.1289478310100307E-3</c:v>
                </c:pt>
                <c:pt idx="110">
                  <c:v>2.1484794624901937E-3</c:v>
                </c:pt>
                <c:pt idx="111">
                  <c:v>2.1680110939703567E-3</c:v>
                </c:pt>
                <c:pt idx="112">
                  <c:v>2.1875427254398616E-3</c:v>
                </c:pt>
                <c:pt idx="113">
                  <c:v>2.2070743569200246E-3</c:v>
                </c:pt>
                <c:pt idx="114">
                  <c:v>2.2266059884001876E-3</c:v>
                </c:pt>
                <c:pt idx="115">
                  <c:v>2.2461376198696925E-3</c:v>
                </c:pt>
                <c:pt idx="116">
                  <c:v>2.2656692513498555E-3</c:v>
                </c:pt>
                <c:pt idx="117">
                  <c:v>2.2852008828300185E-3</c:v>
                </c:pt>
                <c:pt idx="118">
                  <c:v>2.3047325143101816E-3</c:v>
                </c:pt>
                <c:pt idx="119">
                  <c:v>2.3242641457796864E-3</c:v>
                </c:pt>
                <c:pt idx="120">
                  <c:v>2.3437957772598494E-3</c:v>
                </c:pt>
                <c:pt idx="121">
                  <c:v>2.3633274087400125E-3</c:v>
                </c:pt>
                <c:pt idx="122">
                  <c:v>2.3828590402201755E-3</c:v>
                </c:pt>
                <c:pt idx="123">
                  <c:v>2.4023906716896803E-3</c:v>
                </c:pt>
                <c:pt idx="124">
                  <c:v>2.4219223031698434E-3</c:v>
                </c:pt>
                <c:pt idx="125">
                  <c:v>2.4414539346500064E-3</c:v>
                </c:pt>
                <c:pt idx="126">
                  <c:v>2.4609855661195112E-3</c:v>
                </c:pt>
                <c:pt idx="127">
                  <c:v>2.4805171975996743E-3</c:v>
                </c:pt>
                <c:pt idx="128">
                  <c:v>2.5000488290798373E-3</c:v>
                </c:pt>
                <c:pt idx="129">
                  <c:v>2.5195804605600003E-3</c:v>
                </c:pt>
                <c:pt idx="130">
                  <c:v>2.5391120920295052E-3</c:v>
                </c:pt>
                <c:pt idx="131">
                  <c:v>2.5586437235096682E-3</c:v>
                </c:pt>
                <c:pt idx="132">
                  <c:v>2.5781753549898312E-3</c:v>
                </c:pt>
                <c:pt idx="133">
                  <c:v>2.5977069864602242E-3</c:v>
                </c:pt>
                <c:pt idx="134">
                  <c:v>2.6172386179394991E-3</c:v>
                </c:pt>
                <c:pt idx="135">
                  <c:v>2.6367702494196621E-3</c:v>
                </c:pt>
                <c:pt idx="136">
                  <c:v>2.6563018808998251E-3</c:v>
                </c:pt>
                <c:pt idx="137">
                  <c:v>2.6758335123702182E-3</c:v>
                </c:pt>
                <c:pt idx="138">
                  <c:v>2.695365143849493E-3</c:v>
                </c:pt>
                <c:pt idx="139">
                  <c:v>2.714896775329656E-3</c:v>
                </c:pt>
                <c:pt idx="140">
                  <c:v>2.7344284068000491E-3</c:v>
                </c:pt>
                <c:pt idx="141">
                  <c:v>2.7539600382802121E-3</c:v>
                </c:pt>
                <c:pt idx="142">
                  <c:v>2.7734916697603751E-3</c:v>
                </c:pt>
                <c:pt idx="143">
                  <c:v>2.7930233012396499E-3</c:v>
                </c:pt>
                <c:pt idx="144">
                  <c:v>2.812554932710043E-3</c:v>
                </c:pt>
                <c:pt idx="145">
                  <c:v>2.832086564190206E-3</c:v>
                </c:pt>
                <c:pt idx="146">
                  <c:v>2.851618195670369E-3</c:v>
                </c:pt>
                <c:pt idx="147">
                  <c:v>2.8711498271398739E-3</c:v>
                </c:pt>
                <c:pt idx="148">
                  <c:v>2.8906814586200369E-3</c:v>
                </c:pt>
                <c:pt idx="149">
                  <c:v>2.9102130901001999E-3</c:v>
                </c:pt>
                <c:pt idx="150">
                  <c:v>2.9297447215803629E-3</c:v>
                </c:pt>
                <c:pt idx="151">
                  <c:v>2.9492763530498678E-3</c:v>
                </c:pt>
                <c:pt idx="152">
                  <c:v>2.9688079845300308E-3</c:v>
                </c:pt>
                <c:pt idx="153">
                  <c:v>2.9883396160101938E-3</c:v>
                </c:pt>
                <c:pt idx="154">
                  <c:v>3.0078712474796987E-3</c:v>
                </c:pt>
                <c:pt idx="155">
                  <c:v>3.0274028789598617E-3</c:v>
                </c:pt>
                <c:pt idx="156">
                  <c:v>3.0469345104400247E-3</c:v>
                </c:pt>
                <c:pt idx="157">
                  <c:v>3.0664661419201877E-3</c:v>
                </c:pt>
                <c:pt idx="158">
                  <c:v>3.0859977733896926E-3</c:v>
                </c:pt>
                <c:pt idx="159">
                  <c:v>3.1055294048698556E-3</c:v>
                </c:pt>
                <c:pt idx="160">
                  <c:v>3.1250610363500186E-3</c:v>
                </c:pt>
                <c:pt idx="161">
                  <c:v>3.1445926678195235E-3</c:v>
                </c:pt>
                <c:pt idx="162">
                  <c:v>3.1641242992996865E-3</c:v>
                </c:pt>
                <c:pt idx="163">
                  <c:v>3.1836559307798495E-3</c:v>
                </c:pt>
                <c:pt idx="164">
                  <c:v>3.2031875622600126E-3</c:v>
                </c:pt>
                <c:pt idx="165">
                  <c:v>3.2227191937295174E-3</c:v>
                </c:pt>
                <c:pt idx="166">
                  <c:v>3.2422508252096804E-3</c:v>
                </c:pt>
                <c:pt idx="167">
                  <c:v>3.2617824566898435E-3</c:v>
                </c:pt>
                <c:pt idx="168">
                  <c:v>3.2813140881700065E-3</c:v>
                </c:pt>
                <c:pt idx="169">
                  <c:v>3.3008457196395113E-3</c:v>
                </c:pt>
                <c:pt idx="170">
                  <c:v>3.3203773511196744E-3</c:v>
                </c:pt>
                <c:pt idx="171">
                  <c:v>3.3399089825998374E-3</c:v>
                </c:pt>
                <c:pt idx="172">
                  <c:v>3.3594406140702304E-3</c:v>
                </c:pt>
                <c:pt idx="173">
                  <c:v>3.3789722455495053E-3</c:v>
                </c:pt>
                <c:pt idx="174">
                  <c:v>3.3985038770296683E-3</c:v>
                </c:pt>
                <c:pt idx="175">
                  <c:v>3.4180355085098313E-3</c:v>
                </c:pt>
                <c:pt idx="176">
                  <c:v>3.4375671399802243E-3</c:v>
                </c:pt>
                <c:pt idx="177">
                  <c:v>3.4570987714594992E-3</c:v>
                </c:pt>
                <c:pt idx="178">
                  <c:v>3.4766304029396622E-3</c:v>
                </c:pt>
                <c:pt idx="179">
                  <c:v>3.4961620344100552E-3</c:v>
                </c:pt>
                <c:pt idx="180">
                  <c:v>3.5156936658902183E-3</c:v>
                </c:pt>
                <c:pt idx="181">
                  <c:v>3.5352252973694931E-3</c:v>
                </c:pt>
                <c:pt idx="182">
                  <c:v>3.5547569288496561E-3</c:v>
                </c:pt>
                <c:pt idx="183">
                  <c:v>3.5742885603200492E-3</c:v>
                </c:pt>
                <c:pt idx="184">
                  <c:v>3.5938201918002122E-3</c:v>
                </c:pt>
                <c:pt idx="185">
                  <c:v>3.6133518232803752E-3</c:v>
                </c:pt>
                <c:pt idx="186">
                  <c:v>3.6328834547498801E-3</c:v>
                </c:pt>
                <c:pt idx="187">
                  <c:v>3.6524150862300431E-3</c:v>
                </c:pt>
                <c:pt idx="188">
                  <c:v>3.6719467177102061E-3</c:v>
                </c:pt>
                <c:pt idx="189">
                  <c:v>3.6914783491903691E-3</c:v>
                </c:pt>
                <c:pt idx="190">
                  <c:v>3.711009980659874E-3</c:v>
                </c:pt>
                <c:pt idx="191">
                  <c:v>3.730541612140037E-3</c:v>
                </c:pt>
                <c:pt idx="192">
                  <c:v>3.7500732436202E-3</c:v>
                </c:pt>
                <c:pt idx="193">
                  <c:v>3.7696048750897049E-3</c:v>
                </c:pt>
                <c:pt idx="194">
                  <c:v>3.7891365065698679E-3</c:v>
                </c:pt>
                <c:pt idx="195">
                  <c:v>3.8086681380500309E-3</c:v>
                </c:pt>
                <c:pt idx="196">
                  <c:v>3.8281997695301939E-3</c:v>
                </c:pt>
                <c:pt idx="197">
                  <c:v>3.8477314009996988E-3</c:v>
                </c:pt>
                <c:pt idx="198">
                  <c:v>3.8672630324798618E-3</c:v>
                </c:pt>
                <c:pt idx="199">
                  <c:v>3.8867946639600248E-3</c:v>
                </c:pt>
                <c:pt idx="200">
                  <c:v>3.9063262954295297E-3</c:v>
                </c:pt>
                <c:pt idx="201">
                  <c:v>3.9258579269096927E-3</c:v>
                </c:pt>
                <c:pt idx="202">
                  <c:v>3.9453895583898557E-3</c:v>
                </c:pt>
                <c:pt idx="203">
                  <c:v>3.9649211898700187E-3</c:v>
                </c:pt>
                <c:pt idx="204">
                  <c:v>3.9844528213395236E-3</c:v>
                </c:pt>
                <c:pt idx="205">
                  <c:v>4.0039844528196866E-3</c:v>
                </c:pt>
                <c:pt idx="206">
                  <c:v>4.0235160842998496E-3</c:v>
                </c:pt>
                <c:pt idx="207">
                  <c:v>4.0430477157800127E-3</c:v>
                </c:pt>
                <c:pt idx="208">
                  <c:v>4.0625793472495175E-3</c:v>
                </c:pt>
                <c:pt idx="209">
                  <c:v>4.0821109787296805E-3</c:v>
                </c:pt>
                <c:pt idx="210">
                  <c:v>4.1016426102098436E-3</c:v>
                </c:pt>
                <c:pt idx="211">
                  <c:v>4.1211742416802366E-3</c:v>
                </c:pt>
                <c:pt idx="212">
                  <c:v>4.1407058731595114E-3</c:v>
                </c:pt>
                <c:pt idx="213">
                  <c:v>4.1602375046396745E-3</c:v>
                </c:pt>
                <c:pt idx="214">
                  <c:v>4.1797691361198375E-3</c:v>
                </c:pt>
                <c:pt idx="215">
                  <c:v>4.1993007675902305E-3</c:v>
                </c:pt>
                <c:pt idx="216">
                  <c:v>4.2188323990695054E-3</c:v>
                </c:pt>
                <c:pt idx="217">
                  <c:v>4.2383640305496684E-3</c:v>
                </c:pt>
                <c:pt idx="218">
                  <c:v>4.2578956620200614E-3</c:v>
                </c:pt>
                <c:pt idx="219">
                  <c:v>4.2774272935002244E-3</c:v>
                </c:pt>
                <c:pt idx="220">
                  <c:v>4.2969589249794993E-3</c:v>
                </c:pt>
                <c:pt idx="221">
                  <c:v>4.3164905564596623E-3</c:v>
                </c:pt>
                <c:pt idx="222">
                  <c:v>4.3360221879300553E-3</c:v>
                </c:pt>
                <c:pt idx="223">
                  <c:v>4.3555538194102184E-3</c:v>
                </c:pt>
                <c:pt idx="224">
                  <c:v>4.3750854508894932E-3</c:v>
                </c:pt>
                <c:pt idx="225">
                  <c:v>4.3946170823598862E-3</c:v>
                </c:pt>
                <c:pt idx="226">
                  <c:v>4.4141487138400493E-3</c:v>
                </c:pt>
                <c:pt idx="227">
                  <c:v>4.4336803453202123E-3</c:v>
                </c:pt>
                <c:pt idx="228">
                  <c:v>4.4532119768003753E-3</c:v>
                </c:pt>
                <c:pt idx="229">
                  <c:v>4.4727436082698802E-3</c:v>
                </c:pt>
                <c:pt idx="230">
                  <c:v>4.4922752397500432E-3</c:v>
                </c:pt>
                <c:pt idx="231">
                  <c:v>4.5118068712302062E-3</c:v>
                </c:pt>
                <c:pt idx="232">
                  <c:v>4.5313385026997111E-3</c:v>
                </c:pt>
                <c:pt idx="233">
                  <c:v>4.5508701341798741E-3</c:v>
                </c:pt>
                <c:pt idx="234">
                  <c:v>4.5704017656600371E-3</c:v>
                </c:pt>
                <c:pt idx="235">
                  <c:v>4.5899333971402001E-3</c:v>
                </c:pt>
                <c:pt idx="236">
                  <c:v>4.609465028609705E-3</c:v>
                </c:pt>
                <c:pt idx="237">
                  <c:v>4.628996660089868E-3</c:v>
                </c:pt>
                <c:pt idx="238">
                  <c:v>4.648528291570031E-3</c:v>
                </c:pt>
                <c:pt idx="239">
                  <c:v>4.6680599230395359E-3</c:v>
                </c:pt>
                <c:pt idx="240">
                  <c:v>4.6875915545196989E-3</c:v>
                </c:pt>
                <c:pt idx="241">
                  <c:v>4.7071231859998619E-3</c:v>
                </c:pt>
                <c:pt idx="242">
                  <c:v>4.7266548174800249E-3</c:v>
                </c:pt>
                <c:pt idx="243">
                  <c:v>4.7461864489495298E-3</c:v>
                </c:pt>
                <c:pt idx="244">
                  <c:v>4.7657180804296928E-3</c:v>
                </c:pt>
                <c:pt idx="245">
                  <c:v>4.7852497119098558E-3</c:v>
                </c:pt>
                <c:pt idx="246">
                  <c:v>4.8047813433900188E-3</c:v>
                </c:pt>
                <c:pt idx="247">
                  <c:v>4.8243129748595237E-3</c:v>
                </c:pt>
                <c:pt idx="248">
                  <c:v>4.8438446063396867E-3</c:v>
                </c:pt>
                <c:pt idx="249">
                  <c:v>4.8633762378198497E-3</c:v>
                </c:pt>
                <c:pt idx="250">
                  <c:v>4.8829078692902428E-3</c:v>
                </c:pt>
                <c:pt idx="251">
                  <c:v>4.9024395007695176E-3</c:v>
                </c:pt>
                <c:pt idx="252">
                  <c:v>4.9219711322496806E-3</c:v>
                </c:pt>
                <c:pt idx="253">
                  <c:v>4.9415027637298437E-3</c:v>
                </c:pt>
                <c:pt idx="254">
                  <c:v>4.9610343952002367E-3</c:v>
                </c:pt>
                <c:pt idx="255">
                  <c:v>4.9805660266795115E-3</c:v>
                </c:pt>
                <c:pt idx="256">
                  <c:v>5.0000976581596746E-3</c:v>
                </c:pt>
                <c:pt idx="257">
                  <c:v>5.0196292896300676E-3</c:v>
                </c:pt>
                <c:pt idx="258">
                  <c:v>5.0391609211102306E-3</c:v>
                </c:pt>
                <c:pt idx="259">
                  <c:v>5.0586925525895055E-3</c:v>
                </c:pt>
                <c:pt idx="260">
                  <c:v>5.0782241840696685E-3</c:v>
                </c:pt>
                <c:pt idx="261">
                  <c:v>5.0977558155400615E-3</c:v>
                </c:pt>
                <c:pt idx="262">
                  <c:v>5.1172874470202245E-3</c:v>
                </c:pt>
                <c:pt idx="263">
                  <c:v>5.1368190784994994E-3</c:v>
                </c:pt>
                <c:pt idx="264">
                  <c:v>5.1563507099698924E-3</c:v>
                </c:pt>
                <c:pt idx="265">
                  <c:v>5.1758823414500554E-3</c:v>
                </c:pt>
                <c:pt idx="266">
                  <c:v>5.1954139729302184E-3</c:v>
                </c:pt>
                <c:pt idx="267">
                  <c:v>5.2149456044094933E-3</c:v>
                </c:pt>
                <c:pt idx="268">
                  <c:v>5.2344772358798863E-3</c:v>
                </c:pt>
                <c:pt idx="269">
                  <c:v>5.2540088673600494E-3</c:v>
                </c:pt>
                <c:pt idx="270">
                  <c:v>5.2735404988402124E-3</c:v>
                </c:pt>
                <c:pt idx="271">
                  <c:v>5.2930721303097172E-3</c:v>
                </c:pt>
                <c:pt idx="272">
                  <c:v>5.3126037617898803E-3</c:v>
                </c:pt>
                <c:pt idx="273">
                  <c:v>5.3321353932700433E-3</c:v>
                </c:pt>
                <c:pt idx="274">
                  <c:v>5.3516670247502063E-3</c:v>
                </c:pt>
                <c:pt idx="275">
                  <c:v>5.3711986562197112E-3</c:v>
                </c:pt>
                <c:pt idx="276">
                  <c:v>5.3907302876998742E-3</c:v>
                </c:pt>
                <c:pt idx="277">
                  <c:v>5.4102619191800372E-3</c:v>
                </c:pt>
                <c:pt idx="278">
                  <c:v>5.4297935506495421E-3</c:v>
                </c:pt>
                <c:pt idx="279">
                  <c:v>5.4493251821297051E-3</c:v>
                </c:pt>
                <c:pt idx="280">
                  <c:v>5.4688568136098681E-3</c:v>
                </c:pt>
                <c:pt idx="281">
                  <c:v>5.4883884450900311E-3</c:v>
                </c:pt>
                <c:pt idx="282">
                  <c:v>5.507920076559536E-3</c:v>
                </c:pt>
                <c:pt idx="283">
                  <c:v>5.527451708039699E-3</c:v>
                </c:pt>
                <c:pt idx="284">
                  <c:v>5.546983339519862E-3</c:v>
                </c:pt>
                <c:pt idx="285">
                  <c:v>5.566514971000025E-3</c:v>
                </c:pt>
                <c:pt idx="286">
                  <c:v>5.5860466024695299E-3</c:v>
                </c:pt>
                <c:pt idx="287">
                  <c:v>5.6055782339496929E-3</c:v>
                </c:pt>
                <c:pt idx="288">
                  <c:v>5.6251098654298559E-3</c:v>
                </c:pt>
                <c:pt idx="289">
                  <c:v>5.644641496900249E-3</c:v>
                </c:pt>
                <c:pt idx="290">
                  <c:v>5.6641731283795238E-3</c:v>
                </c:pt>
                <c:pt idx="291">
                  <c:v>5.6837047598596868E-3</c:v>
                </c:pt>
                <c:pt idx="292">
                  <c:v>5.7032363913398498E-3</c:v>
                </c:pt>
                <c:pt idx="293">
                  <c:v>5.7227680228102429E-3</c:v>
                </c:pt>
                <c:pt idx="294">
                  <c:v>5.7422996542895177E-3</c:v>
                </c:pt>
                <c:pt idx="295">
                  <c:v>5.7618312857696807E-3</c:v>
                </c:pt>
                <c:pt idx="296">
                  <c:v>5.7813629172400738E-3</c:v>
                </c:pt>
                <c:pt idx="297">
                  <c:v>5.8008945487202368E-3</c:v>
                </c:pt>
                <c:pt idx="298">
                  <c:v>5.8204261801995116E-3</c:v>
                </c:pt>
                <c:pt idx="299">
                  <c:v>5.8399578116699047E-3</c:v>
                </c:pt>
                <c:pt idx="300">
                  <c:v>5.8594894431500677E-3</c:v>
                </c:pt>
                <c:pt idx="301">
                  <c:v>5.8790210746302307E-3</c:v>
                </c:pt>
                <c:pt idx="302">
                  <c:v>5.8985527061095056E-3</c:v>
                </c:pt>
                <c:pt idx="303">
                  <c:v>5.9180843375798986E-3</c:v>
                </c:pt>
                <c:pt idx="304">
                  <c:v>5.9376159690600616E-3</c:v>
                </c:pt>
                <c:pt idx="305">
                  <c:v>5.9571476005402246E-3</c:v>
                </c:pt>
                <c:pt idx="306">
                  <c:v>5.9766792320194995E-3</c:v>
                </c:pt>
                <c:pt idx="307">
                  <c:v>5.9962108634898925E-3</c:v>
                </c:pt>
                <c:pt idx="308">
                  <c:v>6.0157424949700555E-3</c:v>
                </c:pt>
                <c:pt idx="309">
                  <c:v>6.0352741264502185E-3</c:v>
                </c:pt>
                <c:pt idx="310">
                  <c:v>6.0548057579197234E-3</c:v>
                </c:pt>
                <c:pt idx="311">
                  <c:v>6.0743373893998864E-3</c:v>
                </c:pt>
                <c:pt idx="312">
                  <c:v>6.0938690208800494E-3</c:v>
                </c:pt>
                <c:pt idx="313">
                  <c:v>6.1134006523602125E-3</c:v>
                </c:pt>
                <c:pt idx="314">
                  <c:v>6.1329322838297173E-3</c:v>
                </c:pt>
                <c:pt idx="315">
                  <c:v>6.1524639153098803E-3</c:v>
                </c:pt>
                <c:pt idx="316">
                  <c:v>6.1719955467900434E-3</c:v>
                </c:pt>
                <c:pt idx="317">
                  <c:v>6.1915271782595482E-3</c:v>
                </c:pt>
                <c:pt idx="318">
                  <c:v>6.2110588097397113E-3</c:v>
                </c:pt>
                <c:pt idx="319">
                  <c:v>6.2305904412198743E-3</c:v>
                </c:pt>
                <c:pt idx="320">
                  <c:v>6.2501220727000373E-3</c:v>
                </c:pt>
                <c:pt idx="321">
                  <c:v>6.2696537041695422E-3</c:v>
                </c:pt>
                <c:pt idx="322">
                  <c:v>6.2891853356497052E-3</c:v>
                </c:pt>
                <c:pt idx="323">
                  <c:v>6.3087169671298682E-3</c:v>
                </c:pt>
                <c:pt idx="324">
                  <c:v>6.3282485986002612E-3</c:v>
                </c:pt>
                <c:pt idx="325">
                  <c:v>6.3477802300795361E-3</c:v>
                </c:pt>
                <c:pt idx="326">
                  <c:v>6.3673118615596991E-3</c:v>
                </c:pt>
                <c:pt idx="327">
                  <c:v>6.3868434930398621E-3</c:v>
                </c:pt>
                <c:pt idx="328">
                  <c:v>6.4063751245102551E-3</c:v>
                </c:pt>
                <c:pt idx="329">
                  <c:v>6.42590675598953E-3</c:v>
                </c:pt>
                <c:pt idx="330">
                  <c:v>6.445438387469693E-3</c:v>
                </c:pt>
                <c:pt idx="331">
                  <c:v>6.464970018949856E-3</c:v>
                </c:pt>
                <c:pt idx="332">
                  <c:v>6.4845016504202491E-3</c:v>
                </c:pt>
                <c:pt idx="333">
                  <c:v>6.5040332818995239E-3</c:v>
                </c:pt>
                <c:pt idx="334">
                  <c:v>6.5235649133796869E-3</c:v>
                </c:pt>
                <c:pt idx="335">
                  <c:v>6.54309654485008E-3</c:v>
                </c:pt>
                <c:pt idx="336">
                  <c:v>6.562628176330243E-3</c:v>
                </c:pt>
                <c:pt idx="337">
                  <c:v>6.5821598078095178E-3</c:v>
                </c:pt>
                <c:pt idx="338">
                  <c:v>6.6016914392799109E-3</c:v>
                </c:pt>
                <c:pt idx="339">
                  <c:v>6.6212230707600739E-3</c:v>
                </c:pt>
                <c:pt idx="340">
                  <c:v>6.6407547022402369E-3</c:v>
                </c:pt>
                <c:pt idx="341">
                  <c:v>6.6602863337195117E-3</c:v>
                </c:pt>
                <c:pt idx="342">
                  <c:v>6.6798179651899048E-3</c:v>
                </c:pt>
                <c:pt idx="343">
                  <c:v>6.6993495966700678E-3</c:v>
                </c:pt>
                <c:pt idx="344">
                  <c:v>6.7188812281502308E-3</c:v>
                </c:pt>
                <c:pt idx="345">
                  <c:v>6.7384128596295056E-3</c:v>
                </c:pt>
                <c:pt idx="346">
                  <c:v>6.7579444910998987E-3</c:v>
                </c:pt>
                <c:pt idx="347">
                  <c:v>6.7774761225800617E-3</c:v>
                </c:pt>
                <c:pt idx="348">
                  <c:v>6.7970077540602247E-3</c:v>
                </c:pt>
              </c:numCache>
            </c:numRef>
          </c:xVal>
          <c:yVal>
            <c:numRef>
              <c:f>'0.35'!$W$2:$W$350</c:f>
              <c:numCache>
                <c:formatCode>General</c:formatCode>
                <c:ptCount val="349"/>
                <c:pt idx="0">
                  <c:v>1.6756433200000001E-4</c:v>
                </c:pt>
                <c:pt idx="1">
                  <c:v>2.48120368E-4</c:v>
                </c:pt>
                <c:pt idx="2">
                  <c:v>1.8343143E-4</c:v>
                </c:pt>
                <c:pt idx="3">
                  <c:v>2.0845262300000001E-4</c:v>
                </c:pt>
                <c:pt idx="4">
                  <c:v>2.7497238000000001E-4</c:v>
                </c:pt>
                <c:pt idx="5">
                  <c:v>1.6756433200000001E-4</c:v>
                </c:pt>
                <c:pt idx="6">
                  <c:v>1.7854924600000001E-4</c:v>
                </c:pt>
                <c:pt idx="7">
                  <c:v>1.9380607099999999E-4</c:v>
                </c:pt>
                <c:pt idx="8">
                  <c:v>1.3766095500000001E-4</c:v>
                </c:pt>
                <c:pt idx="9">
                  <c:v>1.4681505E-4</c:v>
                </c:pt>
                <c:pt idx="10">
                  <c:v>2.19437537E-4</c:v>
                </c:pt>
                <c:pt idx="11">
                  <c:v>2.3530463499999999E-4</c:v>
                </c:pt>
                <c:pt idx="12">
                  <c:v>2.42017638E-4</c:v>
                </c:pt>
                <c:pt idx="13">
                  <c:v>1.6207187499999999E-4</c:v>
                </c:pt>
                <c:pt idx="14">
                  <c:v>2.00519074E-4</c:v>
                </c:pt>
                <c:pt idx="15">
                  <c:v>1.9685743600000001E-4</c:v>
                </c:pt>
                <c:pt idx="16">
                  <c:v>1.6512324E-4</c:v>
                </c:pt>
                <c:pt idx="17">
                  <c:v>2.01129347E-4</c:v>
                </c:pt>
                <c:pt idx="18">
                  <c:v>1.2667604099999999E-4</c:v>
                </c:pt>
                <c:pt idx="19">
                  <c:v>1.8038006499999999E-4</c:v>
                </c:pt>
                <c:pt idx="20">
                  <c:v>1.5413832600000001E-4</c:v>
                </c:pt>
                <c:pt idx="21" formatCode="0.00E+00">
                  <c:v>8.3346658000000201E-5</c:v>
                </c:pt>
                <c:pt idx="22">
                  <c:v>2.2798135899999999E-4</c:v>
                </c:pt>
                <c:pt idx="23">
                  <c:v>1.9746770900000001E-4</c:v>
                </c:pt>
                <c:pt idx="24">
                  <c:v>2.5056146000000001E-4</c:v>
                </c:pt>
                <c:pt idx="25">
                  <c:v>2.2065808300000001E-4</c:v>
                </c:pt>
                <c:pt idx="26">
                  <c:v>2.3347381600000001E-4</c:v>
                </c:pt>
                <c:pt idx="27">
                  <c:v>3.1464012500000003E-4</c:v>
                </c:pt>
                <c:pt idx="28">
                  <c:v>1.2605632749999999E-3</c:v>
                </c:pt>
                <c:pt idx="29">
                  <c:v>5.7942813920000003E-3</c:v>
                </c:pt>
                <c:pt idx="30">
                  <c:v>1.5672160170000001E-2</c:v>
                </c:pt>
                <c:pt idx="31">
                  <c:v>1.9184281285E-2</c:v>
                </c:pt>
                <c:pt idx="32">
                  <c:v>1.1614454993E-2</c:v>
                </c:pt>
                <c:pt idx="33">
                  <c:v>1.8207938889999999E-3</c:v>
                </c:pt>
                <c:pt idx="34">
                  <c:v>-5.4390137189999996E-3</c:v>
                </c:pt>
                <c:pt idx="35">
                  <c:v>-6.929300385E-3</c:v>
                </c:pt>
                <c:pt idx="36">
                  <c:v>-6.2006344229999996E-3</c:v>
                </c:pt>
                <c:pt idx="37">
                  <c:v>-5.0228075329999998E-3</c:v>
                </c:pt>
                <c:pt idx="38">
                  <c:v>-4.1910054340000003E-3</c:v>
                </c:pt>
                <c:pt idx="39">
                  <c:v>-3.370188249E-3</c:v>
                </c:pt>
                <c:pt idx="40">
                  <c:v>-2.8123987269999999E-3</c:v>
                </c:pt>
                <c:pt idx="41">
                  <c:v>-2.293056404E-3</c:v>
                </c:pt>
                <c:pt idx="42">
                  <c:v>-1.934826153E-3</c:v>
                </c:pt>
                <c:pt idx="43">
                  <c:v>-1.751744253E-3</c:v>
                </c:pt>
                <c:pt idx="44">
                  <c:v>-1.685834769E-3</c:v>
                </c:pt>
                <c:pt idx="45">
                  <c:v>-1.472849492E-3</c:v>
                </c:pt>
                <c:pt idx="46">
                  <c:v>-1.4197557410000001E-3</c:v>
                </c:pt>
                <c:pt idx="47">
                  <c:v>-1.184800636E-3</c:v>
                </c:pt>
                <c:pt idx="48">
                  <c:v>-1.0023290089999999E-3</c:v>
                </c:pt>
                <c:pt idx="49">
                  <c:v>-9.1750106200000001E-4</c:v>
                </c:pt>
                <c:pt idx="50">
                  <c:v>-7.0207469299999898E-4</c:v>
                </c:pt>
                <c:pt idx="51">
                  <c:v>-5.6476326800000004E-4</c:v>
                </c:pt>
                <c:pt idx="52">
                  <c:v>-4.0487174200000002E-4</c:v>
                </c:pt>
                <c:pt idx="53">
                  <c:v>-3.2187461399999997E-4</c:v>
                </c:pt>
                <c:pt idx="54" formatCode="0.00E+00">
                  <c:v>-1.77850186E-4</c:v>
                </c:pt>
                <c:pt idx="55" formatCode="0.00E+00">
                  <c:v>-1.05837972E-4</c:v>
                </c:pt>
                <c:pt idx="56" formatCode="0.00E+00">
                  <c:v>-1.6127840999999601E-5</c:v>
                </c:pt>
                <c:pt idx="57" formatCode="0.00E+00">
                  <c:v>-6.3118861999999606E-5</c:v>
                </c:pt>
                <c:pt idx="58" formatCode="0.00E+00">
                  <c:v>1.6826900999999999E-5</c:v>
                </c:pt>
                <c:pt idx="59" formatCode="0.00E+00">
                  <c:v>-3.3825757999999901E-5</c:v>
                </c:pt>
                <c:pt idx="60" formatCode="0.00E+00">
                  <c:v>3.87967290000004E-5</c:v>
                </c:pt>
                <c:pt idx="61">
                  <c:v>1.2850686E-4</c:v>
                </c:pt>
                <c:pt idx="62" formatCode="0.00E+00">
                  <c:v>2.1028344199999999E-4</c:v>
                </c:pt>
                <c:pt idx="63" formatCode="0.00E+00">
                  <c:v>2.1394508E-4</c:v>
                </c:pt>
                <c:pt idx="64" formatCode="0.00E+00">
                  <c:v>2.36525181E-4</c:v>
                </c:pt>
                <c:pt idx="65">
                  <c:v>1.8465197600000001E-4</c:v>
                </c:pt>
                <c:pt idx="66" formatCode="0.00E+00">
                  <c:v>8.3346658000000201E-5</c:v>
                </c:pt>
                <c:pt idx="67" formatCode="0.00E+00">
                  <c:v>7.2361744000000002E-5</c:v>
                </c:pt>
                <c:pt idx="68" formatCode="0.00E+00">
                  <c:v>7.6023382000000398E-5</c:v>
                </c:pt>
                <c:pt idx="69">
                  <c:v>1.2667604099999999E-4</c:v>
                </c:pt>
                <c:pt idx="70">
                  <c:v>1.2545549500000001E-4</c:v>
                </c:pt>
                <c:pt idx="71">
                  <c:v>1.3460959E-4</c:v>
                </c:pt>
                <c:pt idx="72">
                  <c:v>1.1019867E-4</c:v>
                </c:pt>
                <c:pt idx="73">
                  <c:v>1.9380607099999999E-4</c:v>
                </c:pt>
                <c:pt idx="74">
                  <c:v>2.4018681899999999E-4</c:v>
                </c:pt>
                <c:pt idx="75">
                  <c:v>2.0234989300000001E-4</c:v>
                </c:pt>
                <c:pt idx="76">
                  <c:v>1.7549788099999999E-4</c:v>
                </c:pt>
                <c:pt idx="77">
                  <c:v>2.06011531E-4</c:v>
                </c:pt>
                <c:pt idx="78">
                  <c:v>2.1638617199999999E-4</c:v>
                </c:pt>
                <c:pt idx="79">
                  <c:v>2.8900865900000002E-4</c:v>
                </c:pt>
                <c:pt idx="80">
                  <c:v>1.9380607099999999E-4</c:v>
                </c:pt>
                <c:pt idx="81" formatCode="0.00E+00">
                  <c:v>1.6146160200000001E-4</c:v>
                </c:pt>
                <c:pt idx="82">
                  <c:v>2.4079709199999999E-4</c:v>
                </c:pt>
                <c:pt idx="83">
                  <c:v>2.4018681899999999E-4</c:v>
                </c:pt>
                <c:pt idx="84">
                  <c:v>2.19437537E-4</c:v>
                </c:pt>
                <c:pt idx="85">
                  <c:v>2.1150398799999999E-4</c:v>
                </c:pt>
                <c:pt idx="86">
                  <c:v>2.4140736499999999E-4</c:v>
                </c:pt>
                <c:pt idx="87">
                  <c:v>2.72531288E-4</c:v>
                </c:pt>
                <c:pt idx="88">
                  <c:v>2.6642855800000002E-4</c:v>
                </c:pt>
                <c:pt idx="89">
                  <c:v>2.7863401800000003E-4</c:v>
                </c:pt>
                <c:pt idx="90">
                  <c:v>2.7680319900000002E-4</c:v>
                </c:pt>
                <c:pt idx="91">
                  <c:v>3.1464012500000003E-4</c:v>
                </c:pt>
                <c:pt idx="92">
                  <c:v>2.6337719300000001E-4</c:v>
                </c:pt>
                <c:pt idx="93">
                  <c:v>2.01129347E-4</c:v>
                </c:pt>
                <c:pt idx="94">
                  <c:v>1.5596914499999999E-4</c:v>
                </c:pt>
                <c:pt idx="95">
                  <c:v>1.4254313900000001E-4</c:v>
                </c:pt>
                <c:pt idx="96">
                  <c:v>1.95026617E-4</c:v>
                </c:pt>
                <c:pt idx="97">
                  <c:v>1.5169723399999999E-4</c:v>
                </c:pt>
                <c:pt idx="98">
                  <c:v>1.9868825499999999E-4</c:v>
                </c:pt>
                <c:pt idx="99">
                  <c:v>1.7122597E-4</c:v>
                </c:pt>
                <c:pt idx="100">
                  <c:v>2.1455535300000001E-4</c:v>
                </c:pt>
                <c:pt idx="101">
                  <c:v>2.07232077E-4</c:v>
                </c:pt>
                <c:pt idx="102">
                  <c:v>1.9929852799999999E-4</c:v>
                </c:pt>
                <c:pt idx="103">
                  <c:v>2.8229565599999999E-4</c:v>
                </c:pt>
                <c:pt idx="104">
                  <c:v>1.5169723399999999E-4</c:v>
                </c:pt>
                <c:pt idx="105">
                  <c:v>1.9258552499999999E-4</c:v>
                </c:pt>
                <c:pt idx="106">
                  <c:v>1.8465197600000001E-4</c:v>
                </c:pt>
                <c:pt idx="107">
                  <c:v>2.19437537E-4</c:v>
                </c:pt>
                <c:pt idx="108">
                  <c:v>1.11419216E-4</c:v>
                </c:pt>
                <c:pt idx="109">
                  <c:v>1.77938973E-4</c:v>
                </c:pt>
                <c:pt idx="110">
                  <c:v>1.5169723399999999E-4</c:v>
                </c:pt>
                <c:pt idx="111">
                  <c:v>2.0906289600000001E-4</c:v>
                </c:pt>
                <c:pt idx="112">
                  <c:v>1.7305678900000001E-4</c:v>
                </c:pt>
                <c:pt idx="113">
                  <c:v>2.1699644499999999E-4</c:v>
                </c:pt>
                <c:pt idx="114">
                  <c:v>2.4140736499999999E-4</c:v>
                </c:pt>
                <c:pt idx="115">
                  <c:v>1.6329242099999999E-4</c:v>
                </c:pt>
                <c:pt idx="116">
                  <c:v>2.8656756700000001E-4</c:v>
                </c:pt>
                <c:pt idx="117">
                  <c:v>1.7488760799999999E-4</c:v>
                </c:pt>
                <c:pt idx="118">
                  <c:v>2.5849500899999999E-4</c:v>
                </c:pt>
                <c:pt idx="119">
                  <c:v>1.8404170300000001E-4</c:v>
                </c:pt>
                <c:pt idx="120">
                  <c:v>2.3347381600000001E-4</c:v>
                </c:pt>
                <c:pt idx="121">
                  <c:v>2.2004781E-4</c:v>
                </c:pt>
                <c:pt idx="122">
                  <c:v>2.19437537E-4</c:v>
                </c:pt>
                <c:pt idx="123">
                  <c:v>2.0418071199999999E-4</c:v>
                </c:pt>
                <c:pt idx="124">
                  <c:v>2.4628954899999999E-4</c:v>
                </c:pt>
                <c:pt idx="125">
                  <c:v>2.3530463499999999E-4</c:v>
                </c:pt>
                <c:pt idx="126">
                  <c:v>1.9136497900000001E-4</c:v>
                </c:pt>
                <c:pt idx="127">
                  <c:v>2.49340914E-4</c:v>
                </c:pt>
                <c:pt idx="128">
                  <c:v>2.1394508E-4</c:v>
                </c:pt>
                <c:pt idx="129">
                  <c:v>1.9929852799999999E-4</c:v>
                </c:pt>
                <c:pt idx="130">
                  <c:v>1.6268214799999999E-4</c:v>
                </c:pt>
                <c:pt idx="131">
                  <c:v>1.9868825499999999E-4</c:v>
                </c:pt>
                <c:pt idx="132">
                  <c:v>2.2309917499999999E-4</c:v>
                </c:pt>
                <c:pt idx="133">
                  <c:v>2.4751009499999999E-4</c:v>
                </c:pt>
                <c:pt idx="134">
                  <c:v>2.2187862900000001E-4</c:v>
                </c:pt>
                <c:pt idx="135">
                  <c:v>2.5544364399999997E-4</c:v>
                </c:pt>
                <c:pt idx="136">
                  <c:v>1.64512967E-4</c:v>
                </c:pt>
                <c:pt idx="137">
                  <c:v>2.07232077E-4</c:v>
                </c:pt>
                <c:pt idx="138">
                  <c:v>2.24929994E-4</c:v>
                </c:pt>
                <c:pt idx="139">
                  <c:v>1.6268214799999999E-4</c:v>
                </c:pt>
                <c:pt idx="140">
                  <c:v>1.7915951900000001E-4</c:v>
                </c:pt>
                <c:pt idx="141">
                  <c:v>1.7854924600000001E-4</c:v>
                </c:pt>
                <c:pt idx="142">
                  <c:v>1.63902694E-4</c:v>
                </c:pt>
                <c:pt idx="143">
                  <c:v>1.7854924600000001E-4</c:v>
                </c:pt>
                <c:pt idx="144">
                  <c:v>2.0540125799999999E-4</c:v>
                </c:pt>
                <c:pt idx="145">
                  <c:v>2.6886964999999998E-4</c:v>
                </c:pt>
                <c:pt idx="146">
                  <c:v>2.84126475E-4</c:v>
                </c:pt>
                <c:pt idx="147">
                  <c:v>3.0243466500000002E-4</c:v>
                </c:pt>
                <c:pt idx="148">
                  <c:v>2.71921015E-4</c:v>
                </c:pt>
                <c:pt idx="149">
                  <c:v>2.0479098499999999E-4</c:v>
                </c:pt>
                <c:pt idx="150">
                  <c:v>2.00519074E-4</c:v>
                </c:pt>
                <c:pt idx="151">
                  <c:v>2.6886964999999998E-4</c:v>
                </c:pt>
                <c:pt idx="152">
                  <c:v>2.6947992299999998E-4</c:v>
                </c:pt>
                <c:pt idx="153">
                  <c:v>2.8168538299999998E-4</c:v>
                </c:pt>
                <c:pt idx="154">
                  <c:v>2.4079709199999999E-4</c:v>
                </c:pt>
                <c:pt idx="155">
                  <c:v>2.4140736499999999E-4</c:v>
                </c:pt>
                <c:pt idx="156">
                  <c:v>2.7009019599999999E-4</c:v>
                </c:pt>
                <c:pt idx="157">
                  <c:v>2.2981217799999999E-4</c:v>
                </c:pt>
                <c:pt idx="158">
                  <c:v>1.9685743600000001E-4</c:v>
                </c:pt>
                <c:pt idx="159">
                  <c:v>2.18216991E-4</c:v>
                </c:pt>
                <c:pt idx="160">
                  <c:v>1.9319579799999999E-4</c:v>
                </c:pt>
                <c:pt idx="161">
                  <c:v>1.53528053E-4</c:v>
                </c:pt>
                <c:pt idx="162">
                  <c:v>1.9746770900000001E-4</c:v>
                </c:pt>
                <c:pt idx="163">
                  <c:v>2.0479098499999999E-4</c:v>
                </c:pt>
                <c:pt idx="164">
                  <c:v>2.0967316900000001E-4</c:v>
                </c:pt>
                <c:pt idx="165">
                  <c:v>1.41932866E-4</c:v>
                </c:pt>
                <c:pt idx="166">
                  <c:v>1.65733513E-4</c:v>
                </c:pt>
                <c:pt idx="167">
                  <c:v>1.6146160200000001E-4</c:v>
                </c:pt>
                <c:pt idx="168">
                  <c:v>2.0418071199999999E-4</c:v>
                </c:pt>
                <c:pt idx="169">
                  <c:v>1.0958839699999999E-4</c:v>
                </c:pt>
                <c:pt idx="170">
                  <c:v>1.3949177399999999E-4</c:v>
                </c:pt>
                <c:pt idx="171">
                  <c:v>2.0296016600000001E-4</c:v>
                </c:pt>
                <c:pt idx="172">
                  <c:v>1.7427733499999999E-4</c:v>
                </c:pt>
                <c:pt idx="173">
                  <c:v>1.41932866E-4</c:v>
                </c:pt>
                <c:pt idx="174" formatCode="0.00E+00">
                  <c:v>2.2065808300000001E-4</c:v>
                </c:pt>
                <c:pt idx="175">
                  <c:v>2.5178200600000001E-4</c:v>
                </c:pt>
                <c:pt idx="176">
                  <c:v>2.01129347E-4</c:v>
                </c:pt>
                <c:pt idx="177">
                  <c:v>1.64512967E-4</c:v>
                </c:pt>
                <c:pt idx="178">
                  <c:v>1.65733513E-4</c:v>
                </c:pt>
                <c:pt idx="179">
                  <c:v>1.9075470600000001E-4</c:v>
                </c:pt>
                <c:pt idx="180">
                  <c:v>1.3644040900000001E-4</c:v>
                </c:pt>
                <c:pt idx="181">
                  <c:v>2.30422451E-4</c:v>
                </c:pt>
                <c:pt idx="182">
                  <c:v>1.5535887200000001E-4</c:v>
                </c:pt>
                <c:pt idx="183">
                  <c:v>1.9075470600000001E-4</c:v>
                </c:pt>
                <c:pt idx="184">
                  <c:v>2.7985456399999998E-4</c:v>
                </c:pt>
                <c:pt idx="185">
                  <c:v>2.72531288E-4</c:v>
                </c:pt>
                <c:pt idx="186">
                  <c:v>1.7427733499999999E-4</c:v>
                </c:pt>
                <c:pt idx="187">
                  <c:v>1.6695405900000001E-4</c:v>
                </c:pt>
                <c:pt idx="188">
                  <c:v>2.8107510999999998E-4</c:v>
                </c:pt>
                <c:pt idx="189">
                  <c:v>2.1638617199999999E-4</c:v>
                </c:pt>
                <c:pt idx="190">
                  <c:v>2.9938330000000001E-4</c:v>
                </c:pt>
                <c:pt idx="191">
                  <c:v>2.6520801200000002E-4</c:v>
                </c:pt>
                <c:pt idx="192">
                  <c:v>3.6468251099999998E-4</c:v>
                </c:pt>
                <c:pt idx="193">
                  <c:v>2.2737108600000001E-4</c:v>
                </c:pt>
                <c:pt idx="194">
                  <c:v>2.6337719300000001E-4</c:v>
                </c:pt>
                <c:pt idx="195">
                  <c:v>1.4376368500000001E-4</c:v>
                </c:pt>
                <c:pt idx="196">
                  <c:v>1.169022325E-3</c:v>
                </c:pt>
                <c:pt idx="197" formatCode="0.00E+00">
                  <c:v>4.5255238249999998E-3</c:v>
                </c:pt>
                <c:pt idx="198" formatCode="0.00E+00">
                  <c:v>5.7814656589999999E-3</c:v>
                </c:pt>
                <c:pt idx="199" formatCode="0.00E+00">
                  <c:v>5.540407824E-3</c:v>
                </c:pt>
                <c:pt idx="200" formatCode="0.00E+00">
                  <c:v>4.4175055040000001E-3</c:v>
                </c:pt>
                <c:pt idx="201" formatCode="0.00E+00">
                  <c:v>7.3511822199999997E-4</c:v>
                </c:pt>
                <c:pt idx="202" formatCode="0.00E+00">
                  <c:v>-2.4254856449999998E-3</c:v>
                </c:pt>
                <c:pt idx="203">
                  <c:v>-2.6885133080000001E-3</c:v>
                </c:pt>
                <c:pt idx="204">
                  <c:v>-2.1276724210000002E-3</c:v>
                </c:pt>
                <c:pt idx="205" formatCode="0.00E+00">
                  <c:v>-1.786529814E-3</c:v>
                </c:pt>
                <c:pt idx="206" formatCode="0.00E+00">
                  <c:v>-1.4185351949999999E-3</c:v>
                </c:pt>
                <c:pt idx="207" formatCode="0.00E+00">
                  <c:v>-1.2183656509999999E-3</c:v>
                </c:pt>
                <c:pt idx="208" formatCode="0.00E+00">
                  <c:v>-8.3938611799999998E-4</c:v>
                </c:pt>
                <c:pt idx="209">
                  <c:v>-7.2526506699999995E-4</c:v>
                </c:pt>
                <c:pt idx="210" formatCode="0.00E+00">
                  <c:v>-4.7932504799999998E-4</c:v>
                </c:pt>
                <c:pt idx="211" formatCode="0.00E+00">
                  <c:v>-3.50557445E-4</c:v>
                </c:pt>
                <c:pt idx="212" formatCode="0.00E+00">
                  <c:v>-3.40182804E-4</c:v>
                </c:pt>
                <c:pt idx="213">
                  <c:v>-3.87784098E-4</c:v>
                </c:pt>
                <c:pt idx="214" formatCode="0.00E+00">
                  <c:v>-2.9807396699999998E-4</c:v>
                </c:pt>
                <c:pt idx="215">
                  <c:v>-3.27367071E-4</c:v>
                </c:pt>
                <c:pt idx="216" formatCode="0.00E+00">
                  <c:v>-1.7601936699999999E-4</c:v>
                </c:pt>
                <c:pt idx="217">
                  <c:v>-2.08363836E-4</c:v>
                </c:pt>
                <c:pt idx="218" formatCode="0.00E+00">
                  <c:v>1.31652630000001E-5</c:v>
                </c:pt>
                <c:pt idx="219" formatCode="0.00E+00">
                  <c:v>9.3111026000000205E-5</c:v>
                </c:pt>
                <c:pt idx="220" formatCode="0.00E+00">
                  <c:v>6.5648741000000297E-5</c:v>
                </c:pt>
                <c:pt idx="221" formatCode="0.00E+00">
                  <c:v>-5.1429269999998501E-6</c:v>
                </c:pt>
                <c:pt idx="222">
                  <c:v>1.40102047E-4</c:v>
                </c:pt>
                <c:pt idx="223" formatCode="0.00E+00">
                  <c:v>4.7340551000000303E-5</c:v>
                </c:pt>
                <c:pt idx="224" formatCode="0.00E+00">
                  <c:v>8.8228842000000196E-5</c:v>
                </c:pt>
                <c:pt idx="225">
                  <c:v>1.64512967E-4</c:v>
                </c:pt>
                <c:pt idx="226">
                  <c:v>1.76108154E-4</c:v>
                </c:pt>
                <c:pt idx="227">
                  <c:v>2.4140736499999999E-4</c:v>
                </c:pt>
                <c:pt idx="228">
                  <c:v>1.3766095500000001E-4</c:v>
                </c:pt>
                <c:pt idx="229">
                  <c:v>2.18827264E-4</c:v>
                </c:pt>
                <c:pt idx="230">
                  <c:v>1.0897812400000001E-4</c:v>
                </c:pt>
                <c:pt idx="231" formatCode="0.00E+00">
                  <c:v>2.0784235E-4</c:v>
                </c:pt>
                <c:pt idx="232" formatCode="0.00E+00">
                  <c:v>9.3721299000000302E-5</c:v>
                </c:pt>
                <c:pt idx="233">
                  <c:v>2.4018681899999999E-4</c:v>
                </c:pt>
                <c:pt idx="234" formatCode="0.00E+00">
                  <c:v>5.71049190000003E-5</c:v>
                </c:pt>
                <c:pt idx="235">
                  <c:v>1.773287E-4</c:v>
                </c:pt>
                <c:pt idx="236" formatCode="0.00E+00">
                  <c:v>9.4331572000000305E-5</c:v>
                </c:pt>
                <c:pt idx="237">
                  <c:v>1.8404170300000001E-4</c:v>
                </c:pt>
                <c:pt idx="238" formatCode="0.00E+00">
                  <c:v>2.4018681899999999E-4</c:v>
                </c:pt>
                <c:pt idx="239" formatCode="0.00E+00">
                  <c:v>3.35685103E-3</c:v>
                </c:pt>
                <c:pt idx="240" formatCode="0.00E+00">
                  <c:v>4.6408654220000001E-3</c:v>
                </c:pt>
                <c:pt idx="241" formatCode="0.00E+00">
                  <c:v>3.4209296949999999E-3</c:v>
                </c:pt>
                <c:pt idx="242">
                  <c:v>5.1071139940000003E-3</c:v>
                </c:pt>
                <c:pt idx="243">
                  <c:v>4.2722605300000004E-3</c:v>
                </c:pt>
                <c:pt idx="244">
                  <c:v>-5.91005007E-4</c:v>
                </c:pt>
                <c:pt idx="245" formatCode="0.00E+00">
                  <c:v>-3.3109917680000001E-3</c:v>
                </c:pt>
                <c:pt idx="246">
                  <c:v>-2.0941074060000001E-3</c:v>
                </c:pt>
                <c:pt idx="247">
                  <c:v>-1.9360466990000001E-3</c:v>
                </c:pt>
                <c:pt idx="248">
                  <c:v>-1.486885771E-3</c:v>
                </c:pt>
                <c:pt idx="249">
                  <c:v>-1.2995319600000001E-3</c:v>
                </c:pt>
                <c:pt idx="250">
                  <c:v>-9.1567024299999897E-4</c:v>
                </c:pt>
                <c:pt idx="251">
                  <c:v>-8.3206284199999897E-4</c:v>
                </c:pt>
                <c:pt idx="252">
                  <c:v>-4.7627368300000002E-4</c:v>
                </c:pt>
                <c:pt idx="253">
                  <c:v>-3.7740945700000001E-4</c:v>
                </c:pt>
                <c:pt idx="254" formatCode="0.00E+00">
                  <c:v>-1.47336536E-4</c:v>
                </c:pt>
                <c:pt idx="255" formatCode="0.00E+00">
                  <c:v>-1.71137183E-4</c:v>
                </c:pt>
                <c:pt idx="256" formatCode="0.00E+00">
                  <c:v>-2.26061753E-4</c:v>
                </c:pt>
                <c:pt idx="257" formatCode="0.00E+00">
                  <c:v>-2.3521584799999999E-4</c:v>
                </c:pt>
                <c:pt idx="258">
                  <c:v>-2.24841207E-4</c:v>
                </c:pt>
                <c:pt idx="259">
                  <c:v>-1.83342643E-4</c:v>
                </c:pt>
                <c:pt idx="260" formatCode="0.00E+00">
                  <c:v>-1.6259336099999999E-4</c:v>
                </c:pt>
                <c:pt idx="261" formatCode="0.00E+00">
                  <c:v>-3.6266849999999702E-5</c:v>
                </c:pt>
                <c:pt idx="262" formatCode="0.00E+00">
                  <c:v>3.7576183000000198E-5</c:v>
                </c:pt>
                <c:pt idx="263" formatCode="0.00E+00">
                  <c:v>5.2317140000002602E-6</c:v>
                </c:pt>
                <c:pt idx="264" formatCode="0.00E+00">
                  <c:v>6.62590140000003E-5</c:v>
                </c:pt>
                <c:pt idx="265" formatCode="0.00E+00">
                  <c:v>1.56063550000004E-5</c:v>
                </c:pt>
                <c:pt idx="266">
                  <c:v>1.6085132900000001E-4</c:v>
                </c:pt>
                <c:pt idx="267" formatCode="0.00E+00">
                  <c:v>1.21793857E-4</c:v>
                </c:pt>
                <c:pt idx="268" formatCode="0.00E+00">
                  <c:v>7.9685020000000307E-5</c:v>
                </c:pt>
                <c:pt idx="269" formatCode="0.00E+00">
                  <c:v>2.2309917499999999E-4</c:v>
                </c:pt>
                <c:pt idx="270" formatCode="0.00E+00">
                  <c:v>7.41925630000002E-5</c:v>
                </c:pt>
                <c:pt idx="271">
                  <c:v>1.3644040900000001E-4</c:v>
                </c:pt>
                <c:pt idx="272">
                  <c:v>1.10808943E-4</c:v>
                </c:pt>
                <c:pt idx="273">
                  <c:v>1.3033767900000001E-4</c:v>
                </c:pt>
                <c:pt idx="274">
                  <c:v>2.1455535300000001E-4</c:v>
                </c:pt>
                <c:pt idx="275">
                  <c:v>1.2240413E-4</c:v>
                </c:pt>
                <c:pt idx="276">
                  <c:v>1.7427733499999999E-4</c:v>
                </c:pt>
                <c:pt idx="277">
                  <c:v>7.2108194299999996E-4</c:v>
                </c:pt>
                <c:pt idx="278">
                  <c:v>2.5586139460000001E-3</c:v>
                </c:pt>
                <c:pt idx="279" formatCode="0.00E+00">
                  <c:v>3.1054185539999999E-3</c:v>
                </c:pt>
                <c:pt idx="280">
                  <c:v>1.151934681E-3</c:v>
                </c:pt>
                <c:pt idx="281">
                  <c:v>-6.5691449099999997E-4</c:v>
                </c:pt>
                <c:pt idx="282">
                  <c:v>2.088703736E-3</c:v>
                </c:pt>
                <c:pt idx="283" formatCode="0.00E+00">
                  <c:v>3.6394074289999999E-3</c:v>
                </c:pt>
                <c:pt idx="284">
                  <c:v>2.2412719859999999E-3</c:v>
                </c:pt>
                <c:pt idx="285">
                  <c:v>-5.8551255000000003E-4</c:v>
                </c:pt>
                <c:pt idx="286">
                  <c:v>-1.8475571140000001E-3</c:v>
                </c:pt>
                <c:pt idx="287">
                  <c:v>-1.400837278E-3</c:v>
                </c:pt>
                <c:pt idx="288">
                  <c:v>-1.1481842560000001E-3</c:v>
                </c:pt>
                <c:pt idx="289" formatCode="0.00E+00">
                  <c:v>-9.5899962599999998E-4</c:v>
                </c:pt>
                <c:pt idx="290">
                  <c:v>-7.7957936400000003E-4</c:v>
                </c:pt>
                <c:pt idx="291">
                  <c:v>-6.15415927E-4</c:v>
                </c:pt>
                <c:pt idx="292">
                  <c:v>-5.2753661500000004E-4</c:v>
                </c:pt>
                <c:pt idx="293">
                  <c:v>-4.3233402699999998E-4</c:v>
                </c:pt>
                <c:pt idx="294">
                  <c:v>-2.6817059E-4</c:v>
                </c:pt>
                <c:pt idx="295">
                  <c:v>-2.1019465500000001E-4</c:v>
                </c:pt>
                <c:pt idx="296" formatCode="0.00E+00">
                  <c:v>-9.4242784999999896E-5</c:v>
                </c:pt>
                <c:pt idx="297">
                  <c:v>-1.08889337E-4</c:v>
                </c:pt>
                <c:pt idx="298" formatCode="0.00E+00">
                  <c:v>-2.34511169999998E-5</c:v>
                </c:pt>
                <c:pt idx="299" formatCode="0.00E+00">
                  <c:v>9.1890480000000104E-5</c:v>
                </c:pt>
                <c:pt idx="300" formatCode="0.00E+00">
                  <c:v>6.8089833000000105E-5</c:v>
                </c:pt>
                <c:pt idx="301" formatCode="0.00E+00">
                  <c:v>9.3721299000000302E-5</c:v>
                </c:pt>
                <c:pt idx="302">
                  <c:v>1.4071232E-4</c:v>
                </c:pt>
                <c:pt idx="303" formatCode="0.00E+00">
                  <c:v>1.95026617E-4</c:v>
                </c:pt>
                <c:pt idx="304" formatCode="0.00E+00">
                  <c:v>2.4018681899999999E-4</c:v>
                </c:pt>
                <c:pt idx="305">
                  <c:v>1.04706213E-4</c:v>
                </c:pt>
                <c:pt idx="306">
                  <c:v>2.1150398799999999E-4</c:v>
                </c:pt>
                <c:pt idx="307">
                  <c:v>2.2737108600000001E-4</c:v>
                </c:pt>
                <c:pt idx="308">
                  <c:v>1.9685743600000001E-4</c:v>
                </c:pt>
                <c:pt idx="309" formatCode="0.00E+00">
                  <c:v>2.43848457E-4</c:v>
                </c:pt>
                <c:pt idx="310" formatCode="0.00E+00">
                  <c:v>1.4315341200000001E-4</c:v>
                </c:pt>
                <c:pt idx="311">
                  <c:v>1.7427733499999999E-4</c:v>
                </c:pt>
                <c:pt idx="312">
                  <c:v>1.9624716300000001E-4</c:v>
                </c:pt>
                <c:pt idx="313" formatCode="0.00E+00">
                  <c:v>2.48730641E-4</c:v>
                </c:pt>
                <c:pt idx="314">
                  <c:v>1.9319579799999999E-4</c:v>
                </c:pt>
                <c:pt idx="315">
                  <c:v>2.36525181E-4</c:v>
                </c:pt>
                <c:pt idx="316" formatCode="0.00E+00">
                  <c:v>2.9328056999999998E-4</c:v>
                </c:pt>
                <c:pt idx="317">
                  <c:v>2.3347381600000001E-4</c:v>
                </c:pt>
                <c:pt idx="318" formatCode="0.00E+00">
                  <c:v>1.9319579799999999E-4</c:v>
                </c:pt>
                <c:pt idx="319">
                  <c:v>2.60936101E-4</c:v>
                </c:pt>
                <c:pt idx="320" formatCode="0.00E+00">
                  <c:v>1.4864586900000001E-4</c:v>
                </c:pt>
                <c:pt idx="321">
                  <c:v>2.2065808300000001E-4</c:v>
                </c:pt>
                <c:pt idx="322">
                  <c:v>1.8465197600000001E-4</c:v>
                </c:pt>
                <c:pt idx="323">
                  <c:v>1.6207187499999999E-4</c:v>
                </c:pt>
                <c:pt idx="324" formatCode="0.00E+00">
                  <c:v>1.7976979200000001E-4</c:v>
                </c:pt>
                <c:pt idx="325" formatCode="0.00E+00">
                  <c:v>2.5971555499999999E-4</c:v>
                </c:pt>
                <c:pt idx="326">
                  <c:v>1.7366706200000001E-4</c:v>
                </c:pt>
                <c:pt idx="327">
                  <c:v>2.2859163199999999E-4</c:v>
                </c:pt>
                <c:pt idx="328" formatCode="0.00E+00">
                  <c:v>3.5857978100000001E-4</c:v>
                </c:pt>
                <c:pt idx="329" formatCode="0.00E+00">
                  <c:v>1.1214210309999999E-3</c:v>
                </c:pt>
                <c:pt idx="330">
                  <c:v>1.4302191689999999E-3</c:v>
                </c:pt>
                <c:pt idx="331" formatCode="0.00E+00">
                  <c:v>1.0530704550000001E-3</c:v>
                </c:pt>
                <c:pt idx="332" formatCode="0.00E+00">
                  <c:v>1.4376368500000001E-4</c:v>
                </c:pt>
                <c:pt idx="333">
                  <c:v>-2.7000140900000001E-4</c:v>
                </c:pt>
                <c:pt idx="334" formatCode="0.00E+00">
                  <c:v>-2.5230349199999999E-4</c:v>
                </c:pt>
                <c:pt idx="335">
                  <c:v>-2.1629738500000001E-4</c:v>
                </c:pt>
                <c:pt idx="336" formatCode="0.00E+00">
                  <c:v>-1.08279064E-4</c:v>
                </c:pt>
                <c:pt idx="337" formatCode="0.00E+00">
                  <c:v>-1.36867489999998E-5</c:v>
                </c:pt>
                <c:pt idx="338" formatCode="0.00E+00">
                  <c:v>-4.2979852999999901E-5</c:v>
                </c:pt>
                <c:pt idx="339">
                  <c:v>9.5664732100000005E-4</c:v>
                </c:pt>
                <c:pt idx="340">
                  <c:v>2.056359267E-3</c:v>
                </c:pt>
                <c:pt idx="341">
                  <c:v>1.6779900070000001E-3</c:v>
                </c:pt>
                <c:pt idx="342">
                  <c:v>4.7087001300000003E-4</c:v>
                </c:pt>
                <c:pt idx="343">
                  <c:v>-7.1855206399999998E-4</c:v>
                </c:pt>
                <c:pt idx="344" formatCode="0.00E+00">
                  <c:v>8.5787750000000402E-5</c:v>
                </c:pt>
                <c:pt idx="345" formatCode="0.00E+00">
                  <c:v>1.00119725E-3</c:v>
                </c:pt>
                <c:pt idx="346" formatCode="0.00E+00">
                  <c:v>1.2648351860000001E-3</c:v>
                </c:pt>
                <c:pt idx="347">
                  <c:v>2.9267029699999998E-4</c:v>
                </c:pt>
                <c:pt idx="348">
                  <c:v>-5.2509552300000002E-4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BF62-EF40-9991-7D96D44B3C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8348944"/>
        <c:axId val="1518347984"/>
      </c:scatterChart>
      <c:valAx>
        <c:axId val="1518348944"/>
        <c:scaling>
          <c:orientation val="minMax"/>
          <c:max val="5.000000000000001E-3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7984"/>
        <c:crosses val="autoZero"/>
        <c:crossBetween val="midCat"/>
      </c:valAx>
      <c:valAx>
        <c:axId val="1518347984"/>
        <c:scaling>
          <c:orientation val="minMax"/>
          <c:min val="-1.0000000000000002E-2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8944"/>
        <c:crosses val="autoZero"/>
        <c:crossBetween val="midCat"/>
      </c:valAx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242175925925925"/>
          <c:y val="0.12935185185185186"/>
          <c:w val="0.81968865740740737"/>
          <c:h val="0.74129629629629634"/>
        </c:manualLayout>
      </c:layout>
      <c:scatterChart>
        <c:scatterStyle val="smoothMarker"/>
        <c:varyColors val="0"/>
        <c:ser>
          <c:idx val="0"/>
          <c:order val="0"/>
          <c:spPr>
            <a:ln w="12700" cap="rnd">
              <a:solidFill>
                <a:schemeClr val="accent6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xVal>
            <c:numRef>
              <c:f>'[2]0.4'!$I$2:$I$350</c:f>
              <c:numCache>
                <c:formatCode>General</c:formatCode>
                <c:ptCount val="349"/>
                <c:pt idx="0">
                  <c:v>0</c:v>
                </c:pt>
                <c:pt idx="1">
                  <c:v>1.9531631480163014E-5</c:v>
                </c:pt>
                <c:pt idx="2">
                  <c:v>3.9063262960326028E-5</c:v>
                </c:pt>
                <c:pt idx="3">
                  <c:v>5.8594894429830902E-5</c:v>
                </c:pt>
                <c:pt idx="4">
                  <c:v>7.8126525909993916E-5</c:v>
                </c:pt>
                <c:pt idx="5">
                  <c:v>9.765815739015693E-5</c:v>
                </c:pt>
                <c:pt idx="6">
                  <c:v>1.1718978887031994E-4</c:v>
                </c:pt>
                <c:pt idx="7">
                  <c:v>1.3672142033982482E-4</c:v>
                </c:pt>
                <c:pt idx="8">
                  <c:v>1.5625305181998783E-4</c:v>
                </c:pt>
                <c:pt idx="9">
                  <c:v>1.7578468330015085E-4</c:v>
                </c:pt>
                <c:pt idx="10">
                  <c:v>1.953163147705439E-4</c:v>
                </c:pt>
                <c:pt idx="11">
                  <c:v>2.1484794624981873E-4</c:v>
                </c:pt>
                <c:pt idx="12">
                  <c:v>2.3437957772998175E-4</c:v>
                </c:pt>
                <c:pt idx="13">
                  <c:v>2.5391120921014476E-4</c:v>
                </c:pt>
                <c:pt idx="14">
                  <c:v>2.7344284068053781E-4</c:v>
                </c:pt>
                <c:pt idx="15">
                  <c:v>2.9297447215981265E-4</c:v>
                </c:pt>
                <c:pt idx="16">
                  <c:v>3.1250610363997566E-4</c:v>
                </c:pt>
                <c:pt idx="17">
                  <c:v>3.3203773511036871E-4</c:v>
                </c:pt>
                <c:pt idx="18">
                  <c:v>3.5156936659053173E-4</c:v>
                </c:pt>
                <c:pt idx="19">
                  <c:v>3.7110099807069474E-4</c:v>
                </c:pt>
                <c:pt idx="20">
                  <c:v>3.9063262954996958E-4</c:v>
                </c:pt>
                <c:pt idx="21">
                  <c:v>4.1016426102036263E-4</c:v>
                </c:pt>
                <c:pt idx="22">
                  <c:v>4.2969589250052564E-4</c:v>
                </c:pt>
                <c:pt idx="23">
                  <c:v>4.4922752398068866E-4</c:v>
                </c:pt>
                <c:pt idx="24">
                  <c:v>4.6875915545019353E-4</c:v>
                </c:pt>
                <c:pt idx="25">
                  <c:v>4.8829078693035655E-4</c:v>
                </c:pt>
                <c:pt idx="26">
                  <c:v>5.0782241841051956E-4</c:v>
                </c:pt>
                <c:pt idx="27">
                  <c:v>5.2735404989068257E-4</c:v>
                </c:pt>
                <c:pt idx="28">
                  <c:v>5.4688568136018745E-4</c:v>
                </c:pt>
                <c:pt idx="29">
                  <c:v>5.6641731284035046E-4</c:v>
                </c:pt>
                <c:pt idx="30">
                  <c:v>5.8594894432051348E-4</c:v>
                </c:pt>
                <c:pt idx="31">
                  <c:v>6.0548057579001835E-4</c:v>
                </c:pt>
                <c:pt idx="32">
                  <c:v>6.2501220727018136E-4</c:v>
                </c:pt>
                <c:pt idx="33">
                  <c:v>6.4454383875034438E-4</c:v>
                </c:pt>
                <c:pt idx="34">
                  <c:v>6.6407547023050739E-4</c:v>
                </c:pt>
                <c:pt idx="35">
                  <c:v>6.8360710170001227E-4</c:v>
                </c:pt>
                <c:pt idx="36">
                  <c:v>7.0313873318017528E-4</c:v>
                </c:pt>
                <c:pt idx="37">
                  <c:v>7.2267036466033829E-4</c:v>
                </c:pt>
                <c:pt idx="38">
                  <c:v>7.4220199612984317E-4</c:v>
                </c:pt>
                <c:pt idx="39">
                  <c:v>7.6173362761000618E-4</c:v>
                </c:pt>
                <c:pt idx="40">
                  <c:v>7.812652590901692E-4</c:v>
                </c:pt>
                <c:pt idx="41">
                  <c:v>8.0079689057033221E-4</c:v>
                </c:pt>
                <c:pt idx="42">
                  <c:v>8.2032852203983708E-4</c:v>
                </c:pt>
                <c:pt idx="43">
                  <c:v>8.398601535200001E-4</c:v>
                </c:pt>
                <c:pt idx="44">
                  <c:v>8.5939178500016311E-4</c:v>
                </c:pt>
                <c:pt idx="45">
                  <c:v>8.7892341648032613E-4</c:v>
                </c:pt>
                <c:pt idx="46">
                  <c:v>8.98455047949831E-4</c:v>
                </c:pt>
                <c:pt idx="47">
                  <c:v>9.1798667942999401E-4</c:v>
                </c:pt>
                <c:pt idx="48">
                  <c:v>9.3751831091015703E-4</c:v>
                </c:pt>
                <c:pt idx="49">
                  <c:v>9.5704994238055008E-4</c:v>
                </c:pt>
                <c:pt idx="50">
                  <c:v>9.7658157385982491E-4</c:v>
                </c:pt>
                <c:pt idx="51">
                  <c:v>9.9611320533998793E-4</c:v>
                </c:pt>
                <c:pt idx="52">
                  <c:v>1.0156448368201509E-3</c:v>
                </c:pt>
                <c:pt idx="53">
                  <c:v>1.035176468290544E-3</c:v>
                </c:pt>
                <c:pt idx="54">
                  <c:v>1.0547080997698188E-3</c:v>
                </c:pt>
                <c:pt idx="55">
                  <c:v>1.0742397312499818E-3</c:v>
                </c:pt>
                <c:pt idx="56">
                  <c:v>1.0937713627203749E-3</c:v>
                </c:pt>
                <c:pt idx="57">
                  <c:v>1.1133029942005379E-3</c:v>
                </c:pt>
                <c:pt idx="58">
                  <c:v>1.1328346256798127E-3</c:v>
                </c:pt>
                <c:pt idx="59">
                  <c:v>1.1523662571599758E-3</c:v>
                </c:pt>
                <c:pt idx="60">
                  <c:v>1.1718978886303688E-3</c:v>
                </c:pt>
                <c:pt idx="61">
                  <c:v>1.1914295201105318E-3</c:v>
                </c:pt>
                <c:pt idx="62">
                  <c:v>1.2109611515906948E-3</c:v>
                </c:pt>
                <c:pt idx="63">
                  <c:v>1.2304927830601997E-3</c:v>
                </c:pt>
                <c:pt idx="64">
                  <c:v>1.2500244145403627E-3</c:v>
                </c:pt>
                <c:pt idx="65">
                  <c:v>1.2695560460205257E-3</c:v>
                </c:pt>
                <c:pt idx="66">
                  <c:v>1.2890876775006888E-3</c:v>
                </c:pt>
                <c:pt idx="67">
                  <c:v>1.3086193089701936E-3</c:v>
                </c:pt>
                <c:pt idx="68">
                  <c:v>1.3281509404503566E-3</c:v>
                </c:pt>
                <c:pt idx="69">
                  <c:v>1.3476825719305197E-3</c:v>
                </c:pt>
                <c:pt idx="70">
                  <c:v>1.3672142034000245E-3</c:v>
                </c:pt>
                <c:pt idx="71">
                  <c:v>1.3867458348801875E-3</c:v>
                </c:pt>
                <c:pt idx="72">
                  <c:v>1.4062774663603506E-3</c:v>
                </c:pt>
                <c:pt idx="73">
                  <c:v>1.4258090978405136E-3</c:v>
                </c:pt>
                <c:pt idx="74">
                  <c:v>1.4453407293100184E-3</c:v>
                </c:pt>
                <c:pt idx="75">
                  <c:v>1.4648723607901815E-3</c:v>
                </c:pt>
                <c:pt idx="76">
                  <c:v>1.4844039922703445E-3</c:v>
                </c:pt>
                <c:pt idx="77">
                  <c:v>1.5039356237398493E-3</c:v>
                </c:pt>
                <c:pt idx="78">
                  <c:v>1.5234672552200124E-3</c:v>
                </c:pt>
                <c:pt idx="79">
                  <c:v>1.5429988867001754E-3</c:v>
                </c:pt>
                <c:pt idx="80">
                  <c:v>1.5625305181803384E-3</c:v>
                </c:pt>
                <c:pt idx="81">
                  <c:v>1.5820621496498433E-3</c:v>
                </c:pt>
                <c:pt idx="82">
                  <c:v>1.6015937811300063E-3</c:v>
                </c:pt>
                <c:pt idx="83">
                  <c:v>1.6211254126101693E-3</c:v>
                </c:pt>
                <c:pt idx="84">
                  <c:v>1.6406570440903323E-3</c:v>
                </c:pt>
                <c:pt idx="85">
                  <c:v>1.6601886755598372E-3</c:v>
                </c:pt>
                <c:pt idx="86">
                  <c:v>1.6797203070400002E-3</c:v>
                </c:pt>
                <c:pt idx="87">
                  <c:v>1.6992519385201632E-3</c:v>
                </c:pt>
                <c:pt idx="88">
                  <c:v>1.7187835699905563E-3</c:v>
                </c:pt>
                <c:pt idx="89">
                  <c:v>1.7383152014698311E-3</c:v>
                </c:pt>
                <c:pt idx="90">
                  <c:v>1.7578468329499941E-3</c:v>
                </c:pt>
                <c:pt idx="91">
                  <c:v>1.7773784644301571E-3</c:v>
                </c:pt>
                <c:pt idx="92">
                  <c:v>1.7969100959005502E-3</c:v>
                </c:pt>
                <c:pt idx="93">
                  <c:v>1.816441727379825E-3</c:v>
                </c:pt>
                <c:pt idx="94">
                  <c:v>1.835973358859988E-3</c:v>
                </c:pt>
                <c:pt idx="95">
                  <c:v>1.8555049903303811E-3</c:v>
                </c:pt>
                <c:pt idx="96">
                  <c:v>1.8750366218105441E-3</c:v>
                </c:pt>
                <c:pt idx="97">
                  <c:v>1.8945682532898189E-3</c:v>
                </c:pt>
                <c:pt idx="98">
                  <c:v>1.914099884760212E-3</c:v>
                </c:pt>
                <c:pt idx="99">
                  <c:v>1.933631516240375E-3</c:v>
                </c:pt>
                <c:pt idx="100">
                  <c:v>1.953163147720538E-3</c:v>
                </c:pt>
                <c:pt idx="101">
                  <c:v>1.9726947791998128E-3</c:v>
                </c:pt>
                <c:pt idx="102">
                  <c:v>1.9922264106702059E-3</c:v>
                </c:pt>
                <c:pt idx="103">
                  <c:v>2.0117580421503689E-3</c:v>
                </c:pt>
                <c:pt idx="104">
                  <c:v>2.0312896736305319E-3</c:v>
                </c:pt>
                <c:pt idx="105">
                  <c:v>2.0508213051106949E-3</c:v>
                </c:pt>
                <c:pt idx="106">
                  <c:v>2.0703529365801998E-3</c:v>
                </c:pt>
                <c:pt idx="107">
                  <c:v>2.0898845680603628E-3</c:v>
                </c:pt>
                <c:pt idx="108">
                  <c:v>2.1094161995405258E-3</c:v>
                </c:pt>
                <c:pt idx="109">
                  <c:v>2.1289478310100307E-3</c:v>
                </c:pt>
                <c:pt idx="110">
                  <c:v>2.1484794624901937E-3</c:v>
                </c:pt>
                <c:pt idx="111">
                  <c:v>2.1680110939703567E-3</c:v>
                </c:pt>
                <c:pt idx="112">
                  <c:v>2.1875427254505198E-3</c:v>
                </c:pt>
                <c:pt idx="113">
                  <c:v>2.2070743569200246E-3</c:v>
                </c:pt>
                <c:pt idx="114">
                  <c:v>2.2266059884001876E-3</c:v>
                </c:pt>
                <c:pt idx="115">
                  <c:v>2.2461376198803507E-3</c:v>
                </c:pt>
                <c:pt idx="116">
                  <c:v>2.2656692513498555E-3</c:v>
                </c:pt>
                <c:pt idx="117">
                  <c:v>2.2852008828300185E-3</c:v>
                </c:pt>
                <c:pt idx="118">
                  <c:v>2.3047325143101816E-3</c:v>
                </c:pt>
                <c:pt idx="119">
                  <c:v>2.3242641457903446E-3</c:v>
                </c:pt>
                <c:pt idx="120">
                  <c:v>2.3437957772598494E-3</c:v>
                </c:pt>
                <c:pt idx="121">
                  <c:v>2.3633274087400125E-3</c:v>
                </c:pt>
                <c:pt idx="122">
                  <c:v>2.3828590402201755E-3</c:v>
                </c:pt>
                <c:pt idx="123">
                  <c:v>2.4023906716905685E-3</c:v>
                </c:pt>
                <c:pt idx="124">
                  <c:v>2.4219223031698434E-3</c:v>
                </c:pt>
                <c:pt idx="125">
                  <c:v>2.4414539346500064E-3</c:v>
                </c:pt>
                <c:pt idx="126">
                  <c:v>2.4609855661301694E-3</c:v>
                </c:pt>
                <c:pt idx="127">
                  <c:v>2.4805171976005624E-3</c:v>
                </c:pt>
                <c:pt idx="128">
                  <c:v>2.5000488290798373E-3</c:v>
                </c:pt>
                <c:pt idx="129">
                  <c:v>2.5195804605600003E-3</c:v>
                </c:pt>
                <c:pt idx="130">
                  <c:v>2.5391120920401633E-3</c:v>
                </c:pt>
                <c:pt idx="131">
                  <c:v>2.5586437235105564E-3</c:v>
                </c:pt>
                <c:pt idx="132">
                  <c:v>2.5781753549898312E-3</c:v>
                </c:pt>
                <c:pt idx="133">
                  <c:v>2.5977069864699942E-3</c:v>
                </c:pt>
                <c:pt idx="134">
                  <c:v>2.6172386179403873E-3</c:v>
                </c:pt>
                <c:pt idx="135">
                  <c:v>2.6367702494205503E-3</c:v>
                </c:pt>
                <c:pt idx="136">
                  <c:v>2.6563018808998251E-3</c:v>
                </c:pt>
                <c:pt idx="137">
                  <c:v>2.6758335123702182E-3</c:v>
                </c:pt>
                <c:pt idx="138">
                  <c:v>2.6953651438503812E-3</c:v>
                </c:pt>
                <c:pt idx="139">
                  <c:v>2.7148967753305442E-3</c:v>
                </c:pt>
                <c:pt idx="140">
                  <c:v>2.734428406809819E-3</c:v>
                </c:pt>
                <c:pt idx="141">
                  <c:v>2.7539600382802121E-3</c:v>
                </c:pt>
                <c:pt idx="142">
                  <c:v>2.7734916697603751E-3</c:v>
                </c:pt>
                <c:pt idx="143">
                  <c:v>2.7930233012405381E-3</c:v>
                </c:pt>
                <c:pt idx="144">
                  <c:v>2.8125549327198129E-3</c:v>
                </c:pt>
                <c:pt idx="145">
                  <c:v>2.832086564190206E-3</c:v>
                </c:pt>
                <c:pt idx="146">
                  <c:v>2.851618195670369E-3</c:v>
                </c:pt>
                <c:pt idx="147">
                  <c:v>2.871149827150532E-3</c:v>
                </c:pt>
                <c:pt idx="148">
                  <c:v>2.8906814586200369E-3</c:v>
                </c:pt>
                <c:pt idx="149">
                  <c:v>2.9102130901001999E-3</c:v>
                </c:pt>
                <c:pt idx="150">
                  <c:v>2.9297447215803629E-3</c:v>
                </c:pt>
                <c:pt idx="151">
                  <c:v>2.9492763530605259E-3</c:v>
                </c:pt>
                <c:pt idx="152">
                  <c:v>2.9688079845300308E-3</c:v>
                </c:pt>
                <c:pt idx="153">
                  <c:v>2.9883396160101938E-3</c:v>
                </c:pt>
                <c:pt idx="154">
                  <c:v>3.0078712474903568E-3</c:v>
                </c:pt>
                <c:pt idx="155">
                  <c:v>3.0274028789598617E-3</c:v>
                </c:pt>
                <c:pt idx="156">
                  <c:v>3.0469345104400247E-3</c:v>
                </c:pt>
                <c:pt idx="157">
                  <c:v>3.0664661419201877E-3</c:v>
                </c:pt>
                <c:pt idx="158">
                  <c:v>3.0859977734003508E-3</c:v>
                </c:pt>
                <c:pt idx="159">
                  <c:v>3.1055294048698556E-3</c:v>
                </c:pt>
                <c:pt idx="160">
                  <c:v>3.1250610363500186E-3</c:v>
                </c:pt>
                <c:pt idx="161">
                  <c:v>3.1445926678301817E-3</c:v>
                </c:pt>
                <c:pt idx="162">
                  <c:v>3.1641242993005747E-3</c:v>
                </c:pt>
                <c:pt idx="163">
                  <c:v>3.1836559307798495E-3</c:v>
                </c:pt>
                <c:pt idx="164">
                  <c:v>3.2031875622600126E-3</c:v>
                </c:pt>
                <c:pt idx="165">
                  <c:v>3.2227191937401756E-3</c:v>
                </c:pt>
                <c:pt idx="166">
                  <c:v>3.2422508252105686E-3</c:v>
                </c:pt>
                <c:pt idx="167">
                  <c:v>3.2617824566898435E-3</c:v>
                </c:pt>
                <c:pt idx="168">
                  <c:v>3.2813140881700065E-3</c:v>
                </c:pt>
                <c:pt idx="169">
                  <c:v>3.3008457196501695E-3</c:v>
                </c:pt>
                <c:pt idx="170">
                  <c:v>3.3203773511205625E-3</c:v>
                </c:pt>
                <c:pt idx="171">
                  <c:v>3.3399089825998374E-3</c:v>
                </c:pt>
                <c:pt idx="172">
                  <c:v>3.3594406140800004E-3</c:v>
                </c:pt>
                <c:pt idx="173">
                  <c:v>3.3789722455503934E-3</c:v>
                </c:pt>
                <c:pt idx="174">
                  <c:v>3.3985038770305565E-3</c:v>
                </c:pt>
                <c:pt idx="175">
                  <c:v>3.4180355085098313E-3</c:v>
                </c:pt>
                <c:pt idx="176">
                  <c:v>3.4375671399802243E-3</c:v>
                </c:pt>
                <c:pt idx="177">
                  <c:v>3.4570987714603874E-3</c:v>
                </c:pt>
                <c:pt idx="178">
                  <c:v>3.4766304029405504E-3</c:v>
                </c:pt>
                <c:pt idx="179">
                  <c:v>3.4961620344198252E-3</c:v>
                </c:pt>
                <c:pt idx="180">
                  <c:v>3.5156936658902183E-3</c:v>
                </c:pt>
                <c:pt idx="181">
                  <c:v>3.5352252973703813E-3</c:v>
                </c:pt>
                <c:pt idx="182">
                  <c:v>3.5547569288505443E-3</c:v>
                </c:pt>
                <c:pt idx="183">
                  <c:v>3.5742885603298191E-3</c:v>
                </c:pt>
                <c:pt idx="184">
                  <c:v>3.5938201918002122E-3</c:v>
                </c:pt>
                <c:pt idx="185">
                  <c:v>3.6133518232803752E-3</c:v>
                </c:pt>
                <c:pt idx="186">
                  <c:v>3.6328834547605382E-3</c:v>
                </c:pt>
                <c:pt idx="187">
                  <c:v>3.6524150862300431E-3</c:v>
                </c:pt>
                <c:pt idx="188">
                  <c:v>3.6719467177102061E-3</c:v>
                </c:pt>
                <c:pt idx="189">
                  <c:v>3.6914783491903691E-3</c:v>
                </c:pt>
                <c:pt idx="190">
                  <c:v>3.7110099806705321E-3</c:v>
                </c:pt>
                <c:pt idx="191">
                  <c:v>3.730541612140037E-3</c:v>
                </c:pt>
                <c:pt idx="192">
                  <c:v>3.7500732436202E-3</c:v>
                </c:pt>
                <c:pt idx="193">
                  <c:v>3.769604875100363E-3</c:v>
                </c:pt>
                <c:pt idx="194">
                  <c:v>3.7891365065698679E-3</c:v>
                </c:pt>
                <c:pt idx="195">
                  <c:v>3.8086681380500309E-3</c:v>
                </c:pt>
                <c:pt idx="196">
                  <c:v>3.8281997695301939E-3</c:v>
                </c:pt>
                <c:pt idx="197">
                  <c:v>3.8477314010103569E-3</c:v>
                </c:pt>
                <c:pt idx="198">
                  <c:v>3.8672630324798618E-3</c:v>
                </c:pt>
                <c:pt idx="199">
                  <c:v>3.8867946639600248E-3</c:v>
                </c:pt>
                <c:pt idx="200">
                  <c:v>3.9063262954401878E-3</c:v>
                </c:pt>
                <c:pt idx="201">
                  <c:v>3.9258579269105809E-3</c:v>
                </c:pt>
                <c:pt idx="202">
                  <c:v>3.9453895583898557E-3</c:v>
                </c:pt>
                <c:pt idx="203">
                  <c:v>3.9649211898700187E-3</c:v>
                </c:pt>
                <c:pt idx="204">
                  <c:v>3.9844528213501818E-3</c:v>
                </c:pt>
                <c:pt idx="205">
                  <c:v>4.0039844528205748E-3</c:v>
                </c:pt>
                <c:pt idx="206">
                  <c:v>4.0235160842998496E-3</c:v>
                </c:pt>
                <c:pt idx="207">
                  <c:v>4.0430477157800127E-3</c:v>
                </c:pt>
                <c:pt idx="208">
                  <c:v>4.0625793472601757E-3</c:v>
                </c:pt>
                <c:pt idx="209">
                  <c:v>4.0821109787305687E-3</c:v>
                </c:pt>
                <c:pt idx="210">
                  <c:v>4.1016426102098436E-3</c:v>
                </c:pt>
                <c:pt idx="211">
                  <c:v>4.1211742416900066E-3</c:v>
                </c:pt>
                <c:pt idx="212">
                  <c:v>4.1407058731603996E-3</c:v>
                </c:pt>
                <c:pt idx="213">
                  <c:v>4.1602375046405626E-3</c:v>
                </c:pt>
                <c:pt idx="214">
                  <c:v>4.1797691361198375E-3</c:v>
                </c:pt>
                <c:pt idx="215">
                  <c:v>4.1993007675902305E-3</c:v>
                </c:pt>
                <c:pt idx="216">
                  <c:v>4.2188323990703935E-3</c:v>
                </c:pt>
                <c:pt idx="217">
                  <c:v>4.2383640305505565E-3</c:v>
                </c:pt>
                <c:pt idx="218">
                  <c:v>4.2578956620298314E-3</c:v>
                </c:pt>
                <c:pt idx="219">
                  <c:v>4.2774272935002244E-3</c:v>
                </c:pt>
                <c:pt idx="220">
                  <c:v>4.2969589249803875E-3</c:v>
                </c:pt>
                <c:pt idx="221">
                  <c:v>4.3164905564605505E-3</c:v>
                </c:pt>
                <c:pt idx="222">
                  <c:v>4.3360221879398253E-3</c:v>
                </c:pt>
                <c:pt idx="223">
                  <c:v>4.3555538194102184E-3</c:v>
                </c:pt>
                <c:pt idx="224">
                  <c:v>4.3750854508903814E-3</c:v>
                </c:pt>
                <c:pt idx="225">
                  <c:v>4.3946170823705444E-3</c:v>
                </c:pt>
                <c:pt idx="226">
                  <c:v>4.4141487138400493E-3</c:v>
                </c:pt>
                <c:pt idx="227">
                  <c:v>4.4336803453202123E-3</c:v>
                </c:pt>
                <c:pt idx="228">
                  <c:v>4.4532119768003753E-3</c:v>
                </c:pt>
                <c:pt idx="229">
                  <c:v>4.4727436082805383E-3</c:v>
                </c:pt>
                <c:pt idx="230">
                  <c:v>4.4922752397500432E-3</c:v>
                </c:pt>
                <c:pt idx="231">
                  <c:v>4.5118068712302062E-3</c:v>
                </c:pt>
                <c:pt idx="232">
                  <c:v>4.5313385027103692E-3</c:v>
                </c:pt>
                <c:pt idx="233">
                  <c:v>4.5508701341798741E-3</c:v>
                </c:pt>
                <c:pt idx="234">
                  <c:v>4.5704017656600371E-3</c:v>
                </c:pt>
                <c:pt idx="235">
                  <c:v>4.5899333971402001E-3</c:v>
                </c:pt>
                <c:pt idx="236">
                  <c:v>4.6094650286203631E-3</c:v>
                </c:pt>
                <c:pt idx="237">
                  <c:v>4.628996660089868E-3</c:v>
                </c:pt>
                <c:pt idx="238">
                  <c:v>4.648528291570031E-3</c:v>
                </c:pt>
                <c:pt idx="239">
                  <c:v>4.668059923050194E-3</c:v>
                </c:pt>
                <c:pt idx="240">
                  <c:v>4.6875915545205871E-3</c:v>
                </c:pt>
                <c:pt idx="241">
                  <c:v>4.7071231859998619E-3</c:v>
                </c:pt>
                <c:pt idx="242">
                  <c:v>4.7266548174800249E-3</c:v>
                </c:pt>
                <c:pt idx="243">
                  <c:v>4.7461864489601879E-3</c:v>
                </c:pt>
                <c:pt idx="244">
                  <c:v>4.765718080430581E-3</c:v>
                </c:pt>
                <c:pt idx="245">
                  <c:v>4.7852497119098558E-3</c:v>
                </c:pt>
                <c:pt idx="246">
                  <c:v>4.8047813433900188E-3</c:v>
                </c:pt>
                <c:pt idx="247">
                  <c:v>4.8243129748701818E-3</c:v>
                </c:pt>
                <c:pt idx="248">
                  <c:v>4.8438446063405749E-3</c:v>
                </c:pt>
                <c:pt idx="249">
                  <c:v>4.8633762378198497E-3</c:v>
                </c:pt>
                <c:pt idx="250">
                  <c:v>4.8829078693000127E-3</c:v>
                </c:pt>
                <c:pt idx="251">
                  <c:v>4.9024395007704058E-3</c:v>
                </c:pt>
                <c:pt idx="252">
                  <c:v>4.9219711322505688E-3</c:v>
                </c:pt>
                <c:pt idx="253">
                  <c:v>4.9415027637298437E-3</c:v>
                </c:pt>
                <c:pt idx="254">
                  <c:v>4.9610343952002367E-3</c:v>
                </c:pt>
                <c:pt idx="255">
                  <c:v>4.9805660266803997E-3</c:v>
                </c:pt>
                <c:pt idx="256">
                  <c:v>5.0000976581605627E-3</c:v>
                </c:pt>
                <c:pt idx="257">
                  <c:v>5.0196292896398376E-3</c:v>
                </c:pt>
                <c:pt idx="258">
                  <c:v>5.0391609211102306E-3</c:v>
                </c:pt>
                <c:pt idx="259">
                  <c:v>5.0586925525903936E-3</c:v>
                </c:pt>
                <c:pt idx="260">
                  <c:v>5.0782241840705566E-3</c:v>
                </c:pt>
                <c:pt idx="261">
                  <c:v>5.0977558155400615E-3</c:v>
                </c:pt>
                <c:pt idx="262">
                  <c:v>5.1172874470202245E-3</c:v>
                </c:pt>
                <c:pt idx="263">
                  <c:v>5.1368190785003875E-3</c:v>
                </c:pt>
                <c:pt idx="264">
                  <c:v>5.1563507099805506E-3</c:v>
                </c:pt>
                <c:pt idx="265">
                  <c:v>5.1758823414500554E-3</c:v>
                </c:pt>
                <c:pt idx="266">
                  <c:v>5.1954139729302184E-3</c:v>
                </c:pt>
                <c:pt idx="267">
                  <c:v>5.2149456044103815E-3</c:v>
                </c:pt>
                <c:pt idx="268">
                  <c:v>5.2344772358905445E-3</c:v>
                </c:pt>
                <c:pt idx="269">
                  <c:v>5.2540088673600494E-3</c:v>
                </c:pt>
                <c:pt idx="270">
                  <c:v>5.2735404988402124E-3</c:v>
                </c:pt>
                <c:pt idx="271">
                  <c:v>5.2930721303203754E-3</c:v>
                </c:pt>
                <c:pt idx="272">
                  <c:v>5.3126037617898803E-3</c:v>
                </c:pt>
                <c:pt idx="273">
                  <c:v>5.3321353932700433E-3</c:v>
                </c:pt>
                <c:pt idx="274">
                  <c:v>5.3516670247502063E-3</c:v>
                </c:pt>
                <c:pt idx="275">
                  <c:v>5.3711986562303693E-3</c:v>
                </c:pt>
                <c:pt idx="276">
                  <c:v>5.3907302876998742E-3</c:v>
                </c:pt>
                <c:pt idx="277">
                  <c:v>5.4102619191800372E-3</c:v>
                </c:pt>
                <c:pt idx="278">
                  <c:v>5.4297935506602002E-3</c:v>
                </c:pt>
                <c:pt idx="279">
                  <c:v>5.4493251821305932E-3</c:v>
                </c:pt>
                <c:pt idx="280">
                  <c:v>5.4688568136098681E-3</c:v>
                </c:pt>
                <c:pt idx="281">
                  <c:v>5.4883884450900311E-3</c:v>
                </c:pt>
                <c:pt idx="282">
                  <c:v>5.5079200765701941E-3</c:v>
                </c:pt>
                <c:pt idx="283">
                  <c:v>5.5274517080405872E-3</c:v>
                </c:pt>
                <c:pt idx="284">
                  <c:v>5.546983339519862E-3</c:v>
                </c:pt>
                <c:pt idx="285">
                  <c:v>5.566514971000025E-3</c:v>
                </c:pt>
                <c:pt idx="286">
                  <c:v>5.5860466024704181E-3</c:v>
                </c:pt>
                <c:pt idx="287">
                  <c:v>5.6055782339505811E-3</c:v>
                </c:pt>
                <c:pt idx="288">
                  <c:v>5.6251098654298559E-3</c:v>
                </c:pt>
                <c:pt idx="289">
                  <c:v>5.6446414969100189E-3</c:v>
                </c:pt>
                <c:pt idx="290">
                  <c:v>5.664173128380412E-3</c:v>
                </c:pt>
                <c:pt idx="291">
                  <c:v>5.683704759860575E-3</c:v>
                </c:pt>
                <c:pt idx="292">
                  <c:v>5.7032363913398498E-3</c:v>
                </c:pt>
                <c:pt idx="293">
                  <c:v>5.7227680228102429E-3</c:v>
                </c:pt>
                <c:pt idx="294">
                  <c:v>5.7422996542904059E-3</c:v>
                </c:pt>
                <c:pt idx="295">
                  <c:v>5.7618312857705689E-3</c:v>
                </c:pt>
                <c:pt idx="296">
                  <c:v>5.7813629172498437E-3</c:v>
                </c:pt>
                <c:pt idx="297">
                  <c:v>5.8008945487202368E-3</c:v>
                </c:pt>
                <c:pt idx="298">
                  <c:v>5.8204261802003998E-3</c:v>
                </c:pt>
                <c:pt idx="299">
                  <c:v>5.8399578116805628E-3</c:v>
                </c:pt>
                <c:pt idx="300">
                  <c:v>5.8594894431500677E-3</c:v>
                </c:pt>
                <c:pt idx="301">
                  <c:v>5.8790210746302307E-3</c:v>
                </c:pt>
                <c:pt idx="302">
                  <c:v>5.8985527061103937E-3</c:v>
                </c:pt>
                <c:pt idx="303">
                  <c:v>5.9180843375905567E-3</c:v>
                </c:pt>
                <c:pt idx="304">
                  <c:v>5.9376159690600616E-3</c:v>
                </c:pt>
                <c:pt idx="305">
                  <c:v>5.9571476005402246E-3</c:v>
                </c:pt>
                <c:pt idx="306">
                  <c:v>5.9766792320203876E-3</c:v>
                </c:pt>
                <c:pt idx="307">
                  <c:v>5.9962108635005507E-3</c:v>
                </c:pt>
                <c:pt idx="308">
                  <c:v>6.0157424949700555E-3</c:v>
                </c:pt>
                <c:pt idx="309">
                  <c:v>6.0352741264502185E-3</c:v>
                </c:pt>
                <c:pt idx="310">
                  <c:v>6.0548057579303816E-3</c:v>
                </c:pt>
                <c:pt idx="311">
                  <c:v>6.0743373893998864E-3</c:v>
                </c:pt>
                <c:pt idx="312">
                  <c:v>6.0938690208800494E-3</c:v>
                </c:pt>
                <c:pt idx="313">
                  <c:v>6.1134006523602125E-3</c:v>
                </c:pt>
                <c:pt idx="314">
                  <c:v>6.1329322838403755E-3</c:v>
                </c:pt>
                <c:pt idx="315">
                  <c:v>6.1524639153098803E-3</c:v>
                </c:pt>
                <c:pt idx="316">
                  <c:v>6.1719955467900434E-3</c:v>
                </c:pt>
                <c:pt idx="317">
                  <c:v>6.1915271782702064E-3</c:v>
                </c:pt>
                <c:pt idx="318">
                  <c:v>6.2110588097405994E-3</c:v>
                </c:pt>
                <c:pt idx="319">
                  <c:v>6.2305904412198743E-3</c:v>
                </c:pt>
                <c:pt idx="320">
                  <c:v>6.2501220727000373E-3</c:v>
                </c:pt>
                <c:pt idx="321">
                  <c:v>6.2696537041802003E-3</c:v>
                </c:pt>
                <c:pt idx="322">
                  <c:v>6.2891853356505933E-3</c:v>
                </c:pt>
                <c:pt idx="323">
                  <c:v>6.3087169671298682E-3</c:v>
                </c:pt>
                <c:pt idx="324">
                  <c:v>6.3282485986100312E-3</c:v>
                </c:pt>
                <c:pt idx="325">
                  <c:v>6.3477802300804242E-3</c:v>
                </c:pt>
                <c:pt idx="326">
                  <c:v>6.3673118615605873E-3</c:v>
                </c:pt>
                <c:pt idx="327">
                  <c:v>6.3868434930398621E-3</c:v>
                </c:pt>
                <c:pt idx="328">
                  <c:v>6.4063751245200251E-3</c:v>
                </c:pt>
                <c:pt idx="329">
                  <c:v>6.4259067559904182E-3</c:v>
                </c:pt>
                <c:pt idx="330">
                  <c:v>6.4454383874705812E-3</c:v>
                </c:pt>
                <c:pt idx="331">
                  <c:v>6.464970018949856E-3</c:v>
                </c:pt>
                <c:pt idx="332">
                  <c:v>6.4845016504202491E-3</c:v>
                </c:pt>
                <c:pt idx="333">
                  <c:v>6.5040332819004121E-3</c:v>
                </c:pt>
                <c:pt idx="334">
                  <c:v>6.5235649133805751E-3</c:v>
                </c:pt>
                <c:pt idx="335">
                  <c:v>6.5430965448598499E-3</c:v>
                </c:pt>
                <c:pt idx="336">
                  <c:v>6.562628176330243E-3</c:v>
                </c:pt>
                <c:pt idx="337">
                  <c:v>6.582159807810406E-3</c:v>
                </c:pt>
                <c:pt idx="338">
                  <c:v>6.601691439290569E-3</c:v>
                </c:pt>
                <c:pt idx="339">
                  <c:v>6.6212230707600739E-3</c:v>
                </c:pt>
                <c:pt idx="340">
                  <c:v>6.6407547022402369E-3</c:v>
                </c:pt>
                <c:pt idx="341">
                  <c:v>6.6602863337203999E-3</c:v>
                </c:pt>
                <c:pt idx="342">
                  <c:v>6.6798179652005629E-3</c:v>
                </c:pt>
                <c:pt idx="343">
                  <c:v>6.6993495966700678E-3</c:v>
                </c:pt>
                <c:pt idx="344">
                  <c:v>6.7188812281502308E-3</c:v>
                </c:pt>
                <c:pt idx="345">
                  <c:v>6.7384128596303938E-3</c:v>
                </c:pt>
                <c:pt idx="346">
                  <c:v>6.7579444911105568E-3</c:v>
                </c:pt>
                <c:pt idx="347">
                  <c:v>6.7774761225800617E-3</c:v>
                </c:pt>
                <c:pt idx="348">
                  <c:v>6.7970077540602247E-3</c:v>
                </c:pt>
              </c:numCache>
            </c:numRef>
          </c:xVal>
          <c:yVal>
            <c:numRef>
              <c:f>'[2]0.4'!$H$2:$H$350</c:f>
              <c:numCache>
                <c:formatCode>General</c:formatCode>
                <c:ptCount val="349"/>
                <c:pt idx="0">
                  <c:v>2.5849500899999999E-4</c:v>
                </c:pt>
                <c:pt idx="1">
                  <c:v>2.1150398799999999E-4</c:v>
                </c:pt>
                <c:pt idx="2">
                  <c:v>2.1394508E-4</c:v>
                </c:pt>
                <c:pt idx="3">
                  <c:v>1.7122597E-4</c:v>
                </c:pt>
                <c:pt idx="4">
                  <c:v>1.7122597E-4</c:v>
                </c:pt>
                <c:pt idx="5">
                  <c:v>1.9380607099999999E-4</c:v>
                </c:pt>
                <c:pt idx="6">
                  <c:v>2.2309917499999999E-4</c:v>
                </c:pt>
                <c:pt idx="7">
                  <c:v>2.4628954899999999E-4</c:v>
                </c:pt>
                <c:pt idx="8">
                  <c:v>2.37745727E-4</c:v>
                </c:pt>
                <c:pt idx="9">
                  <c:v>2.2859163199999999E-4</c:v>
                </c:pt>
                <c:pt idx="10">
                  <c:v>2.6886964999999998E-4</c:v>
                </c:pt>
                <c:pt idx="11">
                  <c:v>2.3225327000000001E-4</c:v>
                </c:pt>
                <c:pt idx="12">
                  <c:v>3.2745585799999997E-4</c:v>
                </c:pt>
                <c:pt idx="13">
                  <c:v>3.2501476600000002E-4</c:v>
                </c:pt>
                <c:pt idx="14">
                  <c:v>2.9022920500000002E-4</c:v>
                </c:pt>
                <c:pt idx="15">
                  <c:v>2.6276692000000001E-4</c:v>
                </c:pt>
                <c:pt idx="16">
                  <c:v>3.7810851699999999E-4</c:v>
                </c:pt>
                <c:pt idx="17">
                  <c:v>2.31642997E-4</c:v>
                </c:pt>
                <c:pt idx="18">
                  <c:v>3.0548602999999998E-4</c:v>
                </c:pt>
                <c:pt idx="19">
                  <c:v>2.85347021E-4</c:v>
                </c:pt>
                <c:pt idx="20">
                  <c:v>1.8587252200000001E-4</c:v>
                </c:pt>
                <c:pt idx="21">
                  <c:v>3.1769148999999998E-4</c:v>
                </c:pt>
                <c:pt idx="22">
                  <c:v>1.95026617E-4</c:v>
                </c:pt>
                <c:pt idx="23">
                  <c:v>2.8961893200000002E-4</c:v>
                </c:pt>
                <c:pt idx="24">
                  <c:v>2.49951187E-4</c:v>
                </c:pt>
                <c:pt idx="25">
                  <c:v>2.4506900299999998E-4</c:v>
                </c:pt>
                <c:pt idx="26">
                  <c:v>2.5178200600000001E-4</c:v>
                </c:pt>
                <c:pt idx="27">
                  <c:v>2.7009019599999999E-4</c:v>
                </c:pt>
                <c:pt idx="28">
                  <c:v>5.0748639299999997E-4</c:v>
                </c:pt>
                <c:pt idx="29">
                  <c:v>2.2827705499999999E-3</c:v>
                </c:pt>
                <c:pt idx="30">
                  <c:v>1.1124405774E-2</c:v>
                </c:pt>
                <c:pt idx="31">
                  <c:v>2.2132510147999999E-2</c:v>
                </c:pt>
                <c:pt idx="32">
                  <c:v>2.1171940446000001E-2</c:v>
                </c:pt>
                <c:pt idx="33">
                  <c:v>9.91728578E-3</c:v>
                </c:pt>
                <c:pt idx="34">
                  <c:v>-2.464543117E-3</c:v>
                </c:pt>
                <c:pt idx="35">
                  <c:v>-8.0613568000000007E-3</c:v>
                </c:pt>
                <c:pt idx="36">
                  <c:v>-8.2639674360000005E-3</c:v>
                </c:pt>
                <c:pt idx="37">
                  <c:v>-7.0403700709999999E-3</c:v>
                </c:pt>
                <c:pt idx="38">
                  <c:v>-6.3678492249999996E-3</c:v>
                </c:pt>
                <c:pt idx="39">
                  <c:v>-4.9117378469999999E-3</c:v>
                </c:pt>
                <c:pt idx="40">
                  <c:v>-3.7985998950000001E-3</c:v>
                </c:pt>
                <c:pt idx="41">
                  <c:v>-3.7497780549999998E-3</c:v>
                </c:pt>
                <c:pt idx="42">
                  <c:v>-2.8868520329999999E-3</c:v>
                </c:pt>
                <c:pt idx="43">
                  <c:v>-2.3272316920000002E-3</c:v>
                </c:pt>
                <c:pt idx="44">
                  <c:v>-1.6644752139999999E-3</c:v>
                </c:pt>
                <c:pt idx="45">
                  <c:v>-1.726112787E-3</c:v>
                </c:pt>
                <c:pt idx="46">
                  <c:v>-9.5411744199999995E-4</c:v>
                </c:pt>
                <c:pt idx="47">
                  <c:v>-1.2024985529999999E-3</c:v>
                </c:pt>
                <c:pt idx="48">
                  <c:v>-5.0068460300000002E-4</c:v>
                </c:pt>
                <c:pt idx="49">
                  <c:v>-4.9214078099999998E-4</c:v>
                </c:pt>
                <c:pt idx="50">
                  <c:v>-4.70781226E-4</c:v>
                </c:pt>
                <c:pt idx="51">
                  <c:v>-5.2448524999999997E-4</c:v>
                </c:pt>
                <c:pt idx="52">
                  <c:v>-6.2151865700000003E-4</c:v>
                </c:pt>
                <c:pt idx="53">
                  <c:v>-5.0251542199999998E-4</c:v>
                </c:pt>
                <c:pt idx="54">
                  <c:v>-3.2004379500000002E-4</c:v>
                </c:pt>
                <c:pt idx="55">
                  <c:v>-4.35995665E-4</c:v>
                </c:pt>
                <c:pt idx="56">
                  <c:v>1.1263976199999999E-4</c:v>
                </c:pt>
                <c:pt idx="57">
                  <c:v>3.1219903300000001E-4</c:v>
                </c:pt>
                <c:pt idx="58">
                  <c:v>5.8743215599999996E-4</c:v>
                </c:pt>
                <c:pt idx="59">
                  <c:v>5.8682188300000001E-4</c:v>
                </c:pt>
                <c:pt idx="60">
                  <c:v>3.4942568600000002E-4</c:v>
                </c:pt>
                <c:pt idx="61">
                  <c:v>-9.4242784999999896E-5</c:v>
                </c:pt>
                <c:pt idx="62">
                  <c:v>-3.0774392999999602E-5</c:v>
                </c:pt>
                <c:pt idx="63">
                  <c:v>-3.0966915399999997E-4</c:v>
                </c:pt>
                <c:pt idx="64">
                  <c:v>-2.19959023E-4</c:v>
                </c:pt>
                <c:pt idx="65">
                  <c:v>1.5474859900000001E-4</c:v>
                </c:pt>
                <c:pt idx="66">
                  <c:v>-1.52828993E-4</c:v>
                </c:pt>
                <c:pt idx="67">
                  <c:v>2.3957654600000001E-4</c:v>
                </c:pt>
                <c:pt idx="68">
                  <c:v>1.13250035E-4</c:v>
                </c:pt>
                <c:pt idx="69">
                  <c:v>8.4567204000000302E-5</c:v>
                </c:pt>
                <c:pt idx="70">
                  <c:v>-5.5185312999999699E-5</c:v>
                </c:pt>
                <c:pt idx="71">
                  <c:v>-7.8375686999999702E-5</c:v>
                </c:pt>
                <c:pt idx="72">
                  <c:v>-1.6442418E-4</c:v>
                </c:pt>
                <c:pt idx="73">
                  <c:v>1.23014403E-4</c:v>
                </c:pt>
                <c:pt idx="74">
                  <c:v>7.7243927999999997E-5</c:v>
                </c:pt>
                <c:pt idx="75">
                  <c:v>3.7261606000000002E-4</c:v>
                </c:pt>
                <c:pt idx="76">
                  <c:v>3.6285169200000003E-4</c:v>
                </c:pt>
                <c:pt idx="77">
                  <c:v>2.1089371499999999E-4</c:v>
                </c:pt>
                <c:pt idx="78">
                  <c:v>1.3155822500000001E-4</c:v>
                </c:pt>
                <c:pt idx="79">
                  <c:v>1.1508085400000001E-4</c:v>
                </c:pt>
                <c:pt idx="80">
                  <c:v>1.11419216E-4</c:v>
                </c:pt>
                <c:pt idx="81">
                  <c:v>1.4996082000000299E-5</c:v>
                </c:pt>
                <c:pt idx="82">
                  <c:v>1.6085132900000001E-4</c:v>
                </c:pt>
                <c:pt idx="83">
                  <c:v>9.3721299000000302E-5</c:v>
                </c:pt>
                <c:pt idx="84">
                  <c:v>2.2309917499999999E-4</c:v>
                </c:pt>
                <c:pt idx="85">
                  <c:v>3.1219903300000001E-4</c:v>
                </c:pt>
                <c:pt idx="86">
                  <c:v>3.3722022600000002E-4</c:v>
                </c:pt>
                <c:pt idx="87">
                  <c:v>3.81770155E-4</c:v>
                </c:pt>
                <c:pt idx="88">
                  <c:v>2.8900865900000002E-4</c:v>
                </c:pt>
                <c:pt idx="89">
                  <c:v>2.4506900299999998E-4</c:v>
                </c:pt>
                <c:pt idx="90">
                  <c:v>2.5056146000000001E-4</c:v>
                </c:pt>
                <c:pt idx="91">
                  <c:v>1.16911673E-4</c:v>
                </c:pt>
                <c:pt idx="92">
                  <c:v>1.5108696099999999E-4</c:v>
                </c:pt>
                <c:pt idx="93">
                  <c:v>2.2309917499999999E-4</c:v>
                </c:pt>
                <c:pt idx="94">
                  <c:v>1.5902051E-4</c:v>
                </c:pt>
                <c:pt idx="95">
                  <c:v>2.3530463499999999E-4</c:v>
                </c:pt>
                <c:pt idx="96">
                  <c:v>1.2545549500000001E-4</c:v>
                </c:pt>
                <c:pt idx="97">
                  <c:v>1.4498423099999999E-4</c:v>
                </c:pt>
                <c:pt idx="98">
                  <c:v>1.99908801E-4</c:v>
                </c:pt>
                <c:pt idx="99">
                  <c:v>1.82821157E-4</c:v>
                </c:pt>
                <c:pt idx="100">
                  <c:v>1.773287E-4</c:v>
                </c:pt>
                <c:pt idx="101">
                  <c:v>2.61546374E-4</c:v>
                </c:pt>
                <c:pt idx="102">
                  <c:v>3.6590305699999999E-4</c:v>
                </c:pt>
                <c:pt idx="103">
                  <c:v>4.2632008399999999E-4</c:v>
                </c:pt>
                <c:pt idx="104">
                  <c:v>4.42187182E-4</c:v>
                </c:pt>
                <c:pt idx="105">
                  <c:v>3.6163114600000002E-4</c:v>
                </c:pt>
                <c:pt idx="106">
                  <c:v>3.5186677799999998E-4</c:v>
                </c:pt>
                <c:pt idx="107">
                  <c:v>2.7802374500000002E-4</c:v>
                </c:pt>
                <c:pt idx="108">
                  <c:v>1.70005424E-4</c:v>
                </c:pt>
                <c:pt idx="109">
                  <c:v>1.64512967E-4</c:v>
                </c:pt>
                <c:pt idx="110">
                  <c:v>5.4053554000000001E-5</c:v>
                </c:pt>
                <c:pt idx="111">
                  <c:v>5.5274100000000203E-5</c:v>
                </c:pt>
                <c:pt idx="112">
                  <c:v>5.95460110000001E-5</c:v>
                </c:pt>
                <c:pt idx="113">
                  <c:v>1.41322593E-4</c:v>
                </c:pt>
                <c:pt idx="114">
                  <c:v>1.5169723399999999E-4</c:v>
                </c:pt>
                <c:pt idx="115">
                  <c:v>4.0017274999999999E-5</c:v>
                </c:pt>
                <c:pt idx="116">
                  <c:v>9.9824029000000397E-5</c:v>
                </c:pt>
                <c:pt idx="117">
                  <c:v>2.1516562600000001E-4</c:v>
                </c:pt>
                <c:pt idx="118">
                  <c:v>1.773287E-4</c:v>
                </c:pt>
                <c:pt idx="119">
                  <c:v>1.65733513E-4</c:v>
                </c:pt>
                <c:pt idx="120">
                  <c:v>2.49951187E-4</c:v>
                </c:pt>
                <c:pt idx="121">
                  <c:v>1.773287E-4</c:v>
                </c:pt>
                <c:pt idx="122">
                  <c:v>2.2065808300000001E-4</c:v>
                </c:pt>
                <c:pt idx="123">
                  <c:v>2.7497238000000001E-4</c:v>
                </c:pt>
                <c:pt idx="124">
                  <c:v>1.88923887E-4</c:v>
                </c:pt>
                <c:pt idx="125">
                  <c:v>2.9206002399999998E-4</c:v>
                </c:pt>
                <c:pt idx="126">
                  <c:v>2.7985456399999998E-4</c:v>
                </c:pt>
                <c:pt idx="127">
                  <c:v>2.9450111599999999E-4</c:v>
                </c:pt>
                <c:pt idx="128">
                  <c:v>2.7802374500000002E-4</c:v>
                </c:pt>
                <c:pt idx="129">
                  <c:v>2.5178200600000001E-4</c:v>
                </c:pt>
                <c:pt idx="130">
                  <c:v>1.7854924600000001E-4</c:v>
                </c:pt>
                <c:pt idx="131">
                  <c:v>1.29117133E-4</c:v>
                </c:pt>
                <c:pt idx="132">
                  <c:v>4.1533516999999999E-4</c:v>
                </c:pt>
                <c:pt idx="133">
                  <c:v>2.24319721E-4</c:v>
                </c:pt>
                <c:pt idx="134">
                  <c:v>2.0234989300000001E-4</c:v>
                </c:pt>
                <c:pt idx="135">
                  <c:v>1.3033767900000001E-4</c:v>
                </c:pt>
                <c:pt idx="136">
                  <c:v>2.3408408899999999E-4</c:v>
                </c:pt>
                <c:pt idx="137">
                  <c:v>2.2798135899999999E-4</c:v>
                </c:pt>
                <c:pt idx="138">
                  <c:v>2.4445872999999998E-4</c:v>
                </c:pt>
                <c:pt idx="139">
                  <c:v>2.7741347200000002E-4</c:v>
                </c:pt>
                <c:pt idx="140">
                  <c:v>3.21353128E-4</c:v>
                </c:pt>
                <c:pt idx="141">
                  <c:v>2.0479098499999999E-4</c:v>
                </c:pt>
                <c:pt idx="142">
                  <c:v>2.8351620199999999E-4</c:v>
                </c:pt>
                <c:pt idx="143">
                  <c:v>1.8648279499999999E-4</c:v>
                </c:pt>
                <c:pt idx="144">
                  <c:v>2.3225327000000001E-4</c:v>
                </c:pt>
                <c:pt idx="145">
                  <c:v>2.2737108600000001E-4</c:v>
                </c:pt>
                <c:pt idx="146">
                  <c:v>1.5291778E-4</c:v>
                </c:pt>
                <c:pt idx="147">
                  <c:v>2.4751009499999999E-4</c:v>
                </c:pt>
                <c:pt idx="148">
                  <c:v>2.2248890199999999E-4</c:v>
                </c:pt>
                <c:pt idx="149">
                  <c:v>2.7924429099999997E-4</c:v>
                </c:pt>
                <c:pt idx="150">
                  <c:v>1.46204777E-4</c:v>
                </c:pt>
                <c:pt idx="151">
                  <c:v>2.48120368E-4</c:v>
                </c:pt>
                <c:pt idx="152">
                  <c:v>2.1638617199999999E-4</c:v>
                </c:pt>
                <c:pt idx="153">
                  <c:v>2.3225327000000001E-4</c:v>
                </c:pt>
                <c:pt idx="154">
                  <c:v>2.1577589900000001E-4</c:v>
                </c:pt>
                <c:pt idx="155">
                  <c:v>1.9563689E-4</c:v>
                </c:pt>
                <c:pt idx="156">
                  <c:v>2.3225327000000001E-4</c:v>
                </c:pt>
                <c:pt idx="157">
                  <c:v>2.5544364399999997E-4</c:v>
                </c:pt>
                <c:pt idx="158">
                  <c:v>1.9868825499999999E-4</c:v>
                </c:pt>
                <c:pt idx="159">
                  <c:v>1.8953416E-4</c:v>
                </c:pt>
                <c:pt idx="160">
                  <c:v>1.9014443300000001E-4</c:v>
                </c:pt>
                <c:pt idx="161">
                  <c:v>2.7070046899999999E-4</c:v>
                </c:pt>
                <c:pt idx="162">
                  <c:v>1.7427733499999999E-4</c:v>
                </c:pt>
                <c:pt idx="163">
                  <c:v>2.18216991E-4</c:v>
                </c:pt>
                <c:pt idx="164">
                  <c:v>2.25540267E-4</c:v>
                </c:pt>
                <c:pt idx="165">
                  <c:v>2.2065808300000001E-4</c:v>
                </c:pt>
                <c:pt idx="166">
                  <c:v>2.42017638E-4</c:v>
                </c:pt>
                <c:pt idx="167">
                  <c:v>2.97552481E-4</c:v>
                </c:pt>
                <c:pt idx="168">
                  <c:v>2.96942208E-4</c:v>
                </c:pt>
                <c:pt idx="169">
                  <c:v>2.5971555499999999E-4</c:v>
                </c:pt>
                <c:pt idx="170">
                  <c:v>2.4018681899999999E-4</c:v>
                </c:pt>
                <c:pt idx="171">
                  <c:v>2.0173962E-4</c:v>
                </c:pt>
                <c:pt idx="172">
                  <c:v>2.2065808300000001E-4</c:v>
                </c:pt>
                <c:pt idx="173">
                  <c:v>1.35219863E-4</c:v>
                </c:pt>
                <c:pt idx="174">
                  <c:v>1.0043430199999999E-4</c:v>
                </c:pt>
                <c:pt idx="175">
                  <c:v>1.3949177399999999E-4</c:v>
                </c:pt>
                <c:pt idx="176">
                  <c:v>1.6878487799999999E-4</c:v>
                </c:pt>
                <c:pt idx="177">
                  <c:v>2.2004781E-4</c:v>
                </c:pt>
                <c:pt idx="178">
                  <c:v>2.0540125799999999E-4</c:v>
                </c:pt>
                <c:pt idx="179">
                  <c:v>1.64512967E-4</c:v>
                </c:pt>
                <c:pt idx="180">
                  <c:v>2.2615054000000001E-4</c:v>
                </c:pt>
                <c:pt idx="181">
                  <c:v>1.7976979200000001E-4</c:v>
                </c:pt>
                <c:pt idx="182">
                  <c:v>2.37135454E-4</c:v>
                </c:pt>
                <c:pt idx="183">
                  <c:v>1.9807798199999999E-4</c:v>
                </c:pt>
                <c:pt idx="184">
                  <c:v>2.18216991E-4</c:v>
                </c:pt>
                <c:pt idx="185">
                  <c:v>2.1455535300000001E-4</c:v>
                </c:pt>
                <c:pt idx="186">
                  <c:v>2.7924429099999997E-4</c:v>
                </c:pt>
                <c:pt idx="187">
                  <c:v>2.35914908E-4</c:v>
                </c:pt>
                <c:pt idx="188">
                  <c:v>2.4140736499999999E-4</c:v>
                </c:pt>
                <c:pt idx="189">
                  <c:v>2.5971555499999999E-4</c:v>
                </c:pt>
                <c:pt idx="190">
                  <c:v>2.6276692000000001E-4</c:v>
                </c:pt>
                <c:pt idx="191">
                  <c:v>2.2004781E-4</c:v>
                </c:pt>
                <c:pt idx="192">
                  <c:v>2.73141561E-4</c:v>
                </c:pt>
                <c:pt idx="193">
                  <c:v>3.0548602999999998E-4</c:v>
                </c:pt>
                <c:pt idx="194">
                  <c:v>3.33558588E-4</c:v>
                </c:pt>
                <c:pt idx="195">
                  <c:v>3.2562503900000002E-4</c:v>
                </c:pt>
                <c:pt idx="196">
                  <c:v>2.6703883099999997E-4</c:v>
                </c:pt>
                <c:pt idx="197">
                  <c:v>2.6276692000000001E-4</c:v>
                </c:pt>
                <c:pt idx="198">
                  <c:v>1.27896587E-4</c:v>
                </c:pt>
                <c:pt idx="199">
                  <c:v>9.3111026000000205E-5</c:v>
                </c:pt>
                <c:pt idx="200">
                  <c:v>1.58410237E-4</c:v>
                </c:pt>
                <c:pt idx="201">
                  <c:v>1.8465197600000001E-4</c:v>
                </c:pt>
                <c:pt idx="202">
                  <c:v>1.9563689E-4</c:v>
                </c:pt>
                <c:pt idx="203">
                  <c:v>1.3705068200000001E-4</c:v>
                </c:pt>
                <c:pt idx="204">
                  <c:v>1.16911673E-4</c:v>
                </c:pt>
                <c:pt idx="205">
                  <c:v>2.5117173300000001E-4</c:v>
                </c:pt>
                <c:pt idx="206">
                  <c:v>2.2981217799999999E-4</c:v>
                </c:pt>
                <c:pt idx="207">
                  <c:v>2.4506900299999998E-4</c:v>
                </c:pt>
                <c:pt idx="208">
                  <c:v>2.12114261E-4</c:v>
                </c:pt>
                <c:pt idx="209">
                  <c:v>2.84736748E-4</c:v>
                </c:pt>
                <c:pt idx="210">
                  <c:v>2.8656756700000001E-4</c:v>
                </c:pt>
                <c:pt idx="211">
                  <c:v>2.6642855800000002E-4</c:v>
                </c:pt>
                <c:pt idx="212">
                  <c:v>3.0121411900000002E-4</c:v>
                </c:pt>
                <c:pt idx="213">
                  <c:v>2.5910528199999999E-4</c:v>
                </c:pt>
                <c:pt idx="214">
                  <c:v>1.8526224900000001E-4</c:v>
                </c:pt>
                <c:pt idx="215">
                  <c:v>2.1760671799999999E-4</c:v>
                </c:pt>
                <c:pt idx="216">
                  <c:v>1.99908801E-4</c:v>
                </c:pt>
                <c:pt idx="217">
                  <c:v>1.2850686E-4</c:v>
                </c:pt>
                <c:pt idx="218">
                  <c:v>2.9572166199999999E-4</c:v>
                </c:pt>
                <c:pt idx="219">
                  <c:v>3.1464012500000003E-4</c:v>
                </c:pt>
                <c:pt idx="220">
                  <c:v>3.3722022600000002E-4</c:v>
                </c:pt>
                <c:pt idx="221">
                  <c:v>3.81159882E-4</c:v>
                </c:pt>
                <c:pt idx="222">
                  <c:v>3.2257367400000001E-4</c:v>
                </c:pt>
                <c:pt idx="223">
                  <c:v>2.8046483699999998E-4</c:v>
                </c:pt>
                <c:pt idx="224">
                  <c:v>1.94416344E-4</c:v>
                </c:pt>
                <c:pt idx="225">
                  <c:v>2.1028344199999999E-4</c:v>
                </c:pt>
                <c:pt idx="226">
                  <c:v>1.4864586900000001E-4</c:v>
                </c:pt>
                <c:pt idx="227">
                  <c:v>1.41932866E-4</c:v>
                </c:pt>
                <c:pt idx="228">
                  <c:v>1.3155822500000001E-4</c:v>
                </c:pt>
                <c:pt idx="229">
                  <c:v>1.7854924600000001E-4</c:v>
                </c:pt>
                <c:pt idx="230">
                  <c:v>1.19963038E-4</c:v>
                </c:pt>
                <c:pt idx="231">
                  <c:v>1.3338904399999999E-4</c:v>
                </c:pt>
                <c:pt idx="232">
                  <c:v>2.07232077E-4</c:v>
                </c:pt>
                <c:pt idx="233">
                  <c:v>3.5980032700000001E-4</c:v>
                </c:pt>
                <c:pt idx="234">
                  <c:v>2.6276692000000001E-4</c:v>
                </c:pt>
                <c:pt idx="235">
                  <c:v>2.8778811300000001E-4</c:v>
                </c:pt>
                <c:pt idx="236">
                  <c:v>1.9075470600000001E-4</c:v>
                </c:pt>
                <c:pt idx="237">
                  <c:v>4.0190916399999999E-4</c:v>
                </c:pt>
                <c:pt idx="238">
                  <c:v>6.3207649000000002E-5</c:v>
                </c:pt>
                <c:pt idx="239">
                  <c:v>1.4094698869999999E-3</c:v>
                </c:pt>
                <c:pt idx="240">
                  <c:v>3.231134792E-3</c:v>
                </c:pt>
                <c:pt idx="241">
                  <c:v>3.6900600879999999E-3</c:v>
                </c:pt>
                <c:pt idx="242">
                  <c:v>4.1514264760000004E-3</c:v>
                </c:pt>
                <c:pt idx="243">
                  <c:v>3.9561391160000004E-3</c:v>
                </c:pt>
                <c:pt idx="244">
                  <c:v>1.36125832E-3</c:v>
                </c:pt>
                <c:pt idx="245">
                  <c:v>-1.0859364099999999E-3</c:v>
                </c:pt>
                <c:pt idx="246">
                  <c:v>-1.9757144439999999E-3</c:v>
                </c:pt>
                <c:pt idx="247">
                  <c:v>-1.705363505E-3</c:v>
                </c:pt>
                <c:pt idx="248">
                  <c:v>-1.5021425959999999E-3</c:v>
                </c:pt>
                <c:pt idx="249">
                  <c:v>-1.0346734780000001E-3</c:v>
                </c:pt>
                <c:pt idx="250">
                  <c:v>-8.1619574399999998E-4</c:v>
                </c:pt>
                <c:pt idx="251">
                  <c:v>-8.9125932300000005E-4</c:v>
                </c:pt>
                <c:pt idx="252">
                  <c:v>-4.6345795000000002E-4</c:v>
                </c:pt>
                <c:pt idx="253">
                  <c:v>-2.9502260200000002E-4</c:v>
                </c:pt>
                <c:pt idx="254">
                  <c:v>-3.2370543299999998E-4</c:v>
                </c:pt>
                <c:pt idx="255">
                  <c:v>-1.7540909399999999E-4</c:v>
                </c:pt>
                <c:pt idx="256">
                  <c:v>-2.6389867899999998E-4</c:v>
                </c:pt>
                <c:pt idx="257">
                  <c:v>-1.0095578799999999E-4</c:v>
                </c:pt>
                <c:pt idx="258">
                  <c:v>-1.5099817399999999E-4</c:v>
                </c:pt>
                <c:pt idx="259">
                  <c:v>-8.81400549999998E-5</c:v>
                </c:pt>
                <c:pt idx="260">
                  <c:v>9.5980300000029009E-7</c:v>
                </c:pt>
                <c:pt idx="261">
                  <c:v>1.0897812400000001E-4</c:v>
                </c:pt>
                <c:pt idx="262">
                  <c:v>3.7576183000000198E-5</c:v>
                </c:pt>
                <c:pt idx="263">
                  <c:v>9.2500753000000202E-5</c:v>
                </c:pt>
                <c:pt idx="264">
                  <c:v>2.35914908E-4</c:v>
                </c:pt>
                <c:pt idx="265">
                  <c:v>1.3644040900000001E-4</c:v>
                </c:pt>
                <c:pt idx="266">
                  <c:v>5.1612462000000302E-5</c:v>
                </c:pt>
                <c:pt idx="267">
                  <c:v>1.9685743600000001E-4</c:v>
                </c:pt>
                <c:pt idx="268">
                  <c:v>1.70005424E-4</c:v>
                </c:pt>
                <c:pt idx="269">
                  <c:v>2.2737108600000001E-4</c:v>
                </c:pt>
                <c:pt idx="270">
                  <c:v>4.53172096E-4</c:v>
                </c:pt>
                <c:pt idx="271">
                  <c:v>2.12724534E-4</c:v>
                </c:pt>
                <c:pt idx="272">
                  <c:v>3.21963401E-4</c:v>
                </c:pt>
                <c:pt idx="273">
                  <c:v>3.2379422000000001E-4</c:v>
                </c:pt>
                <c:pt idx="274">
                  <c:v>2.7497238000000001E-4</c:v>
                </c:pt>
                <c:pt idx="275">
                  <c:v>9.8603483000000297E-5</c:v>
                </c:pt>
                <c:pt idx="276">
                  <c:v>4.0740162100000001E-4</c:v>
                </c:pt>
                <c:pt idx="277">
                  <c:v>3.7712263970000001E-3</c:v>
                </c:pt>
                <c:pt idx="278">
                  <c:v>5.5855680259999999E-3</c:v>
                </c:pt>
                <c:pt idx="279">
                  <c:v>5.7045712609999997E-3</c:v>
                </c:pt>
                <c:pt idx="280">
                  <c:v>5.0564613349999999E-3</c:v>
                </c:pt>
                <c:pt idx="281">
                  <c:v>2.3938402359999999E-3</c:v>
                </c:pt>
                <c:pt idx="282">
                  <c:v>-1.6266382880000001E-3</c:v>
                </c:pt>
                <c:pt idx="283">
                  <c:v>-2.5267909630000002E-3</c:v>
                </c:pt>
                <c:pt idx="284">
                  <c:v>-2.446234927E-3</c:v>
                </c:pt>
                <c:pt idx="285">
                  <c:v>-1.7041429589999999E-3</c:v>
                </c:pt>
                <c:pt idx="286">
                  <c:v>-1.328214791E-3</c:v>
                </c:pt>
                <c:pt idx="287">
                  <c:v>-9.1811133499999995E-4</c:v>
                </c:pt>
                <c:pt idx="288">
                  <c:v>-9.1811133499999995E-4</c:v>
                </c:pt>
                <c:pt idx="289">
                  <c:v>-9.9256464100000007E-4</c:v>
                </c:pt>
                <c:pt idx="290">
                  <c:v>-8.1070328700000001E-4</c:v>
                </c:pt>
                <c:pt idx="291">
                  <c:v>-7.7408690699999996E-4</c:v>
                </c:pt>
                <c:pt idx="292">
                  <c:v>-5.1716197400000004E-4</c:v>
                </c:pt>
                <c:pt idx="293">
                  <c:v>-4.4453948699999999E-4</c:v>
                </c:pt>
                <c:pt idx="294">
                  <c:v>-3.8107109500000002E-4</c:v>
                </c:pt>
                <c:pt idx="295">
                  <c:v>-2.7793495799999999E-4</c:v>
                </c:pt>
                <c:pt idx="296">
                  <c:v>-1.7479882099999999E-4</c:v>
                </c:pt>
                <c:pt idx="297">
                  <c:v>-6.4339407999999706E-5</c:v>
                </c:pt>
                <c:pt idx="298">
                  <c:v>2.6591269000000101E-5</c:v>
                </c:pt>
                <c:pt idx="299">
                  <c:v>7.1141198000000295E-5</c:v>
                </c:pt>
                <c:pt idx="300">
                  <c:v>2.06011531E-4</c:v>
                </c:pt>
                <c:pt idx="301">
                  <c:v>6.9920652000000195E-5</c:v>
                </c:pt>
                <c:pt idx="302">
                  <c:v>1.0348566699999999E-4</c:v>
                </c:pt>
                <c:pt idx="303">
                  <c:v>9.1280207000000101E-5</c:v>
                </c:pt>
                <c:pt idx="304">
                  <c:v>7.41925630000002E-5</c:v>
                </c:pt>
                <c:pt idx="305">
                  <c:v>4.5509732000000098E-5</c:v>
                </c:pt>
                <c:pt idx="306">
                  <c:v>-1.22925616E-4</c:v>
                </c:pt>
                <c:pt idx="307">
                  <c:v>2.1760671799999999E-4</c:v>
                </c:pt>
                <c:pt idx="308">
                  <c:v>8.3346658000000201E-5</c:v>
                </c:pt>
                <c:pt idx="309">
                  <c:v>9.9213756000000395E-5</c:v>
                </c:pt>
                <c:pt idx="310">
                  <c:v>4.5509732000000098E-5</c:v>
                </c:pt>
                <c:pt idx="311">
                  <c:v>1.3155822500000001E-4</c:v>
                </c:pt>
                <c:pt idx="312">
                  <c:v>1.4925614200000001E-4</c:v>
                </c:pt>
                <c:pt idx="313">
                  <c:v>1.35830136E-4</c:v>
                </c:pt>
                <c:pt idx="314">
                  <c:v>2.6581828500000002E-4</c:v>
                </c:pt>
                <c:pt idx="315">
                  <c:v>1.47425323E-4</c:v>
                </c:pt>
                <c:pt idx="316">
                  <c:v>1.5413832600000001E-4</c:v>
                </c:pt>
                <c:pt idx="317">
                  <c:v>3.08537395E-4</c:v>
                </c:pt>
                <c:pt idx="318">
                  <c:v>2.4445872999999998E-4</c:v>
                </c:pt>
                <c:pt idx="319">
                  <c:v>2.4018681899999999E-4</c:v>
                </c:pt>
                <c:pt idx="320">
                  <c:v>2.5910528199999999E-4</c:v>
                </c:pt>
                <c:pt idx="321">
                  <c:v>2.9877302700000001E-4</c:v>
                </c:pt>
                <c:pt idx="322">
                  <c:v>2.5239227900000002E-4</c:v>
                </c:pt>
                <c:pt idx="323">
                  <c:v>2.7863401800000003E-4</c:v>
                </c:pt>
                <c:pt idx="324">
                  <c:v>3.1708121699999998E-4</c:v>
                </c:pt>
                <c:pt idx="325">
                  <c:v>2.60325828E-4</c:v>
                </c:pt>
                <c:pt idx="326">
                  <c:v>2.7131074199999999E-4</c:v>
                </c:pt>
                <c:pt idx="327">
                  <c:v>2.0967316900000001E-4</c:v>
                </c:pt>
                <c:pt idx="328">
                  <c:v>1.29117133E-4</c:v>
                </c:pt>
                <c:pt idx="329">
                  <c:v>8.4567204000000302E-5</c:v>
                </c:pt>
                <c:pt idx="330">
                  <c:v>9.6162391000000096E-5</c:v>
                </c:pt>
                <c:pt idx="331">
                  <c:v>1.19963038E-4</c:v>
                </c:pt>
                <c:pt idx="332">
                  <c:v>1.41932866E-4</c:v>
                </c:pt>
                <c:pt idx="333">
                  <c:v>2.7619292600000001E-4</c:v>
                </c:pt>
                <c:pt idx="334">
                  <c:v>3.68954422E-4</c:v>
                </c:pt>
                <c:pt idx="335">
                  <c:v>3.1952230899999999E-4</c:v>
                </c:pt>
                <c:pt idx="336">
                  <c:v>2.49951187E-4</c:v>
                </c:pt>
                <c:pt idx="337">
                  <c:v>3.0304493799999997E-4</c:v>
                </c:pt>
                <c:pt idx="338">
                  <c:v>2.8717784000000001E-4</c:v>
                </c:pt>
                <c:pt idx="339">
                  <c:v>1.77938973E-4</c:v>
                </c:pt>
                <c:pt idx="340">
                  <c:v>8.1515839000000003E-5</c:v>
                </c:pt>
                <c:pt idx="341">
                  <c:v>1.16911673E-4</c:v>
                </c:pt>
                <c:pt idx="342">
                  <c:v>1.4071232E-4</c:v>
                </c:pt>
                <c:pt idx="343">
                  <c:v>1.7427733499999999E-4</c:v>
                </c:pt>
                <c:pt idx="344">
                  <c:v>9.8603483000000297E-5</c:v>
                </c:pt>
                <c:pt idx="345">
                  <c:v>3.3660995300000002E-4</c:v>
                </c:pt>
                <c:pt idx="346">
                  <c:v>5.5996987099999999E-4</c:v>
                </c:pt>
                <c:pt idx="347">
                  <c:v>6.3259235800000005E-4</c:v>
                </c:pt>
                <c:pt idx="348">
                  <c:v>7.8699142700000004E-4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34B6-4C48-87D3-FC6EA8FA4D9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8348944"/>
        <c:axId val="1518347984"/>
      </c:scatterChart>
      <c:valAx>
        <c:axId val="1518348944"/>
        <c:scaling>
          <c:orientation val="minMax"/>
          <c:max val="5.000000000000001E-3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7984"/>
        <c:crosses val="autoZero"/>
        <c:crossBetween val="midCat"/>
      </c:valAx>
      <c:valAx>
        <c:axId val="1518347984"/>
        <c:scaling>
          <c:orientation val="minMax"/>
          <c:min val="-1.0000000000000002E-2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8944"/>
        <c:crosses val="autoZero"/>
        <c:crossBetween val="midCat"/>
      </c:valAx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649900676688512"/>
          <c:y val="0.12935178084566382"/>
          <c:w val="0.79999764328077638"/>
          <c:h val="0.74129629629629634"/>
        </c:manualLayout>
      </c:layout>
      <c:scatterChart>
        <c:scatterStyle val="smoothMarker"/>
        <c:varyColors val="0"/>
        <c:ser>
          <c:idx val="0"/>
          <c:order val="0"/>
          <c:spPr>
            <a:ln w="12700" cap="rnd">
              <a:solidFill>
                <a:schemeClr val="accent6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xVal>
            <c:numRef>
              <c:f>'[2]0.4'!$L$2:$L$350</c:f>
              <c:numCache>
                <c:formatCode>General</c:formatCode>
                <c:ptCount val="349"/>
                <c:pt idx="0">
                  <c:v>0</c:v>
                </c:pt>
                <c:pt idx="1">
                  <c:v>1.9531631480163014E-5</c:v>
                </c:pt>
                <c:pt idx="2">
                  <c:v>3.9063262960326028E-5</c:v>
                </c:pt>
                <c:pt idx="3">
                  <c:v>5.8594894430274991E-5</c:v>
                </c:pt>
                <c:pt idx="4">
                  <c:v>7.8126525909993916E-5</c:v>
                </c:pt>
                <c:pt idx="5">
                  <c:v>9.765815739015693E-5</c:v>
                </c:pt>
                <c:pt idx="6">
                  <c:v>1.1718978886010589E-4</c:v>
                </c:pt>
                <c:pt idx="7">
                  <c:v>1.3672142034026891E-4</c:v>
                </c:pt>
                <c:pt idx="8">
                  <c:v>1.5625305182043192E-4</c:v>
                </c:pt>
                <c:pt idx="9">
                  <c:v>1.7578468330015085E-4</c:v>
                </c:pt>
                <c:pt idx="10">
                  <c:v>1.9531631477009981E-4</c:v>
                </c:pt>
                <c:pt idx="11">
                  <c:v>2.1484794625026282E-4</c:v>
                </c:pt>
                <c:pt idx="12">
                  <c:v>2.3437957773042584E-4</c:v>
                </c:pt>
                <c:pt idx="13">
                  <c:v>2.539112092003748E-4</c:v>
                </c:pt>
                <c:pt idx="14">
                  <c:v>2.7344284068009372E-4</c:v>
                </c:pt>
                <c:pt idx="15">
                  <c:v>2.9297447216025674E-4</c:v>
                </c:pt>
                <c:pt idx="16">
                  <c:v>3.1250610364041975E-4</c:v>
                </c:pt>
                <c:pt idx="17">
                  <c:v>3.3203773511036871E-4</c:v>
                </c:pt>
                <c:pt idx="18">
                  <c:v>3.5156936659008764E-4</c:v>
                </c:pt>
                <c:pt idx="19">
                  <c:v>3.7110099807025065E-4</c:v>
                </c:pt>
                <c:pt idx="20">
                  <c:v>3.9063262954019962E-4</c:v>
                </c:pt>
                <c:pt idx="21">
                  <c:v>4.1016426102036263E-4</c:v>
                </c:pt>
                <c:pt idx="22">
                  <c:v>4.2969589250008156E-4</c:v>
                </c:pt>
                <c:pt idx="23">
                  <c:v>4.4922752398024457E-4</c:v>
                </c:pt>
                <c:pt idx="24">
                  <c:v>4.6875915545019353E-4</c:v>
                </c:pt>
                <c:pt idx="25">
                  <c:v>4.8829078693035655E-4</c:v>
                </c:pt>
                <c:pt idx="26">
                  <c:v>5.0782241841007547E-4</c:v>
                </c:pt>
                <c:pt idx="27">
                  <c:v>5.2735404988002443E-4</c:v>
                </c:pt>
                <c:pt idx="28">
                  <c:v>5.4688568136018745E-4</c:v>
                </c:pt>
                <c:pt idx="29">
                  <c:v>5.6641731284035046E-4</c:v>
                </c:pt>
                <c:pt idx="30">
                  <c:v>5.8594894432006939E-4</c:v>
                </c:pt>
                <c:pt idx="31">
                  <c:v>6.0548057579001835E-4</c:v>
                </c:pt>
                <c:pt idx="32">
                  <c:v>6.2501220727018136E-4</c:v>
                </c:pt>
                <c:pt idx="33">
                  <c:v>6.4454383875034438E-4</c:v>
                </c:pt>
                <c:pt idx="34">
                  <c:v>6.6407547022029334E-4</c:v>
                </c:pt>
                <c:pt idx="35">
                  <c:v>6.8360710170001227E-4</c:v>
                </c:pt>
                <c:pt idx="36">
                  <c:v>7.0313873318017528E-4</c:v>
                </c:pt>
                <c:pt idx="37">
                  <c:v>7.2267036466033829E-4</c:v>
                </c:pt>
                <c:pt idx="38">
                  <c:v>7.4220199613028726E-4</c:v>
                </c:pt>
                <c:pt idx="39">
                  <c:v>7.6173362761000618E-4</c:v>
                </c:pt>
                <c:pt idx="40">
                  <c:v>7.812652590901692E-4</c:v>
                </c:pt>
                <c:pt idx="41">
                  <c:v>8.0079689057033221E-4</c:v>
                </c:pt>
                <c:pt idx="42">
                  <c:v>8.2032852204028117E-4</c:v>
                </c:pt>
                <c:pt idx="43">
                  <c:v>8.398601535200001E-4</c:v>
                </c:pt>
                <c:pt idx="44">
                  <c:v>8.5939178500016311E-4</c:v>
                </c:pt>
                <c:pt idx="45">
                  <c:v>8.7892341647011207E-4</c:v>
                </c:pt>
                <c:pt idx="46">
                  <c:v>8.9845504795027509E-4</c:v>
                </c:pt>
                <c:pt idx="47">
                  <c:v>9.1798667942999401E-4</c:v>
                </c:pt>
                <c:pt idx="48">
                  <c:v>9.3751831091015703E-4</c:v>
                </c:pt>
                <c:pt idx="49">
                  <c:v>9.5704994238010599E-4</c:v>
                </c:pt>
                <c:pt idx="50">
                  <c:v>9.76581573860269E-4</c:v>
                </c:pt>
                <c:pt idx="51">
                  <c:v>9.9611320534043202E-4</c:v>
                </c:pt>
                <c:pt idx="52">
                  <c:v>1.015644836810381E-3</c:v>
                </c:pt>
                <c:pt idx="53">
                  <c:v>1.0351764682900999E-3</c:v>
                </c:pt>
                <c:pt idx="54">
                  <c:v>1.0547080997702629E-3</c:v>
                </c:pt>
                <c:pt idx="55">
                  <c:v>1.0742397312504259E-3</c:v>
                </c:pt>
                <c:pt idx="56">
                  <c:v>1.0937713627203749E-3</c:v>
                </c:pt>
                <c:pt idx="57">
                  <c:v>1.1133029942000938E-3</c:v>
                </c:pt>
                <c:pt idx="58">
                  <c:v>1.1328346256802568E-3</c:v>
                </c:pt>
                <c:pt idx="59">
                  <c:v>1.1523662571502058E-3</c:v>
                </c:pt>
                <c:pt idx="60">
                  <c:v>1.1718978886303688E-3</c:v>
                </c:pt>
                <c:pt idx="61">
                  <c:v>1.1914295201100877E-3</c:v>
                </c:pt>
                <c:pt idx="62">
                  <c:v>1.2109611515902508E-3</c:v>
                </c:pt>
                <c:pt idx="63">
                  <c:v>1.2304927830601997E-3</c:v>
                </c:pt>
                <c:pt idx="64">
                  <c:v>1.2500244145403627E-3</c:v>
                </c:pt>
                <c:pt idx="65">
                  <c:v>1.2695560460200817E-3</c:v>
                </c:pt>
                <c:pt idx="66">
                  <c:v>1.2890876774900306E-3</c:v>
                </c:pt>
                <c:pt idx="67">
                  <c:v>1.3086193089701936E-3</c:v>
                </c:pt>
                <c:pt idx="68">
                  <c:v>1.3281509404503566E-3</c:v>
                </c:pt>
                <c:pt idx="69">
                  <c:v>1.3476825719300756E-3</c:v>
                </c:pt>
                <c:pt idx="70">
                  <c:v>1.3672142034000245E-3</c:v>
                </c:pt>
                <c:pt idx="71">
                  <c:v>1.3867458348801875E-3</c:v>
                </c:pt>
                <c:pt idx="72">
                  <c:v>1.4062774663603506E-3</c:v>
                </c:pt>
                <c:pt idx="73">
                  <c:v>1.4258090978302995E-3</c:v>
                </c:pt>
                <c:pt idx="74">
                  <c:v>1.4453407293100184E-3</c:v>
                </c:pt>
                <c:pt idx="75">
                  <c:v>1.4648723607901815E-3</c:v>
                </c:pt>
                <c:pt idx="76">
                  <c:v>1.4844039922703445E-3</c:v>
                </c:pt>
                <c:pt idx="77">
                  <c:v>1.5039356237402934E-3</c:v>
                </c:pt>
                <c:pt idx="78">
                  <c:v>1.5234672552200124E-3</c:v>
                </c:pt>
                <c:pt idx="79">
                  <c:v>1.5429988867001754E-3</c:v>
                </c:pt>
                <c:pt idx="80">
                  <c:v>1.5625305181701243E-3</c:v>
                </c:pt>
                <c:pt idx="81">
                  <c:v>1.5820621496502874E-3</c:v>
                </c:pt>
                <c:pt idx="82">
                  <c:v>1.6015937811300063E-3</c:v>
                </c:pt>
                <c:pt idx="83">
                  <c:v>1.6211254126101693E-3</c:v>
                </c:pt>
                <c:pt idx="84">
                  <c:v>1.6406570440801183E-3</c:v>
                </c:pt>
                <c:pt idx="85">
                  <c:v>1.6601886755602813E-3</c:v>
                </c:pt>
                <c:pt idx="86">
                  <c:v>1.6797203070400002E-3</c:v>
                </c:pt>
                <c:pt idx="87">
                  <c:v>1.6992519385201632E-3</c:v>
                </c:pt>
                <c:pt idx="88">
                  <c:v>1.7187835699901122E-3</c:v>
                </c:pt>
                <c:pt idx="89">
                  <c:v>1.7383152014702752E-3</c:v>
                </c:pt>
                <c:pt idx="90">
                  <c:v>1.7578468329499941E-3</c:v>
                </c:pt>
                <c:pt idx="91">
                  <c:v>1.7773784644203872E-3</c:v>
                </c:pt>
                <c:pt idx="92">
                  <c:v>1.7969100959001061E-3</c:v>
                </c:pt>
                <c:pt idx="93">
                  <c:v>1.8164417273802691E-3</c:v>
                </c:pt>
                <c:pt idx="94">
                  <c:v>1.8359733588604321E-3</c:v>
                </c:pt>
                <c:pt idx="95">
                  <c:v>1.8555049903303811E-3</c:v>
                </c:pt>
                <c:pt idx="96">
                  <c:v>1.8750366218101E-3</c:v>
                </c:pt>
                <c:pt idx="97">
                  <c:v>1.894568253290263E-3</c:v>
                </c:pt>
                <c:pt idx="98">
                  <c:v>1.914099884760212E-3</c:v>
                </c:pt>
                <c:pt idx="99">
                  <c:v>1.933631516240375E-3</c:v>
                </c:pt>
                <c:pt idx="100">
                  <c:v>1.9531631477200939E-3</c:v>
                </c:pt>
                <c:pt idx="101">
                  <c:v>1.9726947792002569E-3</c:v>
                </c:pt>
                <c:pt idx="102">
                  <c:v>1.9922264106702059E-3</c:v>
                </c:pt>
                <c:pt idx="103">
                  <c:v>2.0117580421503689E-3</c:v>
                </c:pt>
                <c:pt idx="104">
                  <c:v>2.0312896736300878E-3</c:v>
                </c:pt>
                <c:pt idx="105">
                  <c:v>2.0508213051000368E-3</c:v>
                </c:pt>
                <c:pt idx="106">
                  <c:v>2.0703529365801998E-3</c:v>
                </c:pt>
                <c:pt idx="107">
                  <c:v>2.0898845680603628E-3</c:v>
                </c:pt>
                <c:pt idx="108">
                  <c:v>2.1094161995400817E-3</c:v>
                </c:pt>
                <c:pt idx="109">
                  <c:v>2.1289478310100307E-3</c:v>
                </c:pt>
                <c:pt idx="110">
                  <c:v>2.1484794624901937E-3</c:v>
                </c:pt>
                <c:pt idx="111">
                  <c:v>2.1680110939703567E-3</c:v>
                </c:pt>
                <c:pt idx="112">
                  <c:v>2.1875427254403057E-3</c:v>
                </c:pt>
                <c:pt idx="113">
                  <c:v>2.2070743569200246E-3</c:v>
                </c:pt>
                <c:pt idx="114">
                  <c:v>2.2266059884001876E-3</c:v>
                </c:pt>
                <c:pt idx="115">
                  <c:v>2.2461376198803507E-3</c:v>
                </c:pt>
                <c:pt idx="116">
                  <c:v>2.2656692513502996E-3</c:v>
                </c:pt>
                <c:pt idx="117">
                  <c:v>2.2852008828300185E-3</c:v>
                </c:pt>
                <c:pt idx="118">
                  <c:v>2.3047325143101816E-3</c:v>
                </c:pt>
                <c:pt idx="119">
                  <c:v>2.3242641457801305E-3</c:v>
                </c:pt>
                <c:pt idx="120">
                  <c:v>2.3437957772602935E-3</c:v>
                </c:pt>
                <c:pt idx="121">
                  <c:v>2.3633274087400125E-3</c:v>
                </c:pt>
                <c:pt idx="122">
                  <c:v>2.3828590402201755E-3</c:v>
                </c:pt>
                <c:pt idx="123">
                  <c:v>2.4023906716901244E-3</c:v>
                </c:pt>
                <c:pt idx="124">
                  <c:v>2.4219223031702874E-3</c:v>
                </c:pt>
                <c:pt idx="125">
                  <c:v>2.4414539346500064E-3</c:v>
                </c:pt>
                <c:pt idx="126">
                  <c:v>2.4609855661203994E-3</c:v>
                </c:pt>
                <c:pt idx="127">
                  <c:v>2.4805171976001184E-3</c:v>
                </c:pt>
                <c:pt idx="128">
                  <c:v>2.5000488290802814E-3</c:v>
                </c:pt>
                <c:pt idx="129">
                  <c:v>2.5195804605600003E-3</c:v>
                </c:pt>
                <c:pt idx="130">
                  <c:v>2.5391120920303933E-3</c:v>
                </c:pt>
                <c:pt idx="131">
                  <c:v>2.5586437235101123E-3</c:v>
                </c:pt>
                <c:pt idx="132">
                  <c:v>2.5781753549902753E-3</c:v>
                </c:pt>
                <c:pt idx="133">
                  <c:v>2.5977069864699942E-3</c:v>
                </c:pt>
                <c:pt idx="134">
                  <c:v>2.6172386179403873E-3</c:v>
                </c:pt>
                <c:pt idx="135">
                  <c:v>2.6367702494201062E-3</c:v>
                </c:pt>
                <c:pt idx="136">
                  <c:v>2.6563018809002692E-3</c:v>
                </c:pt>
                <c:pt idx="137">
                  <c:v>2.6758335123702182E-3</c:v>
                </c:pt>
                <c:pt idx="138">
                  <c:v>2.6953651438503812E-3</c:v>
                </c:pt>
                <c:pt idx="139">
                  <c:v>2.7148967753301001E-3</c:v>
                </c:pt>
                <c:pt idx="140">
                  <c:v>2.7344284068102631E-3</c:v>
                </c:pt>
                <c:pt idx="141">
                  <c:v>2.7539600382802121E-3</c:v>
                </c:pt>
                <c:pt idx="142">
                  <c:v>2.7734916697603751E-3</c:v>
                </c:pt>
                <c:pt idx="143">
                  <c:v>2.793023301240094E-3</c:v>
                </c:pt>
                <c:pt idx="144">
                  <c:v>2.812554932710043E-3</c:v>
                </c:pt>
                <c:pt idx="145">
                  <c:v>2.832086564190206E-3</c:v>
                </c:pt>
                <c:pt idx="146">
                  <c:v>2.851618195670369E-3</c:v>
                </c:pt>
                <c:pt idx="147">
                  <c:v>2.8711498271500879E-3</c:v>
                </c:pt>
                <c:pt idx="148">
                  <c:v>2.8906814586200369E-3</c:v>
                </c:pt>
                <c:pt idx="149">
                  <c:v>2.9102130901001999E-3</c:v>
                </c:pt>
                <c:pt idx="150">
                  <c:v>2.9297447215803629E-3</c:v>
                </c:pt>
                <c:pt idx="151">
                  <c:v>2.9492763530503119E-3</c:v>
                </c:pt>
                <c:pt idx="152">
                  <c:v>2.9688079845300308E-3</c:v>
                </c:pt>
                <c:pt idx="153">
                  <c:v>2.9883396160101938E-3</c:v>
                </c:pt>
                <c:pt idx="154">
                  <c:v>3.0078712474903568E-3</c:v>
                </c:pt>
                <c:pt idx="155">
                  <c:v>3.0274028789603058E-3</c:v>
                </c:pt>
                <c:pt idx="156">
                  <c:v>3.0469345104400247E-3</c:v>
                </c:pt>
                <c:pt idx="157">
                  <c:v>3.0664661419201877E-3</c:v>
                </c:pt>
                <c:pt idx="158">
                  <c:v>3.0859977733901367E-3</c:v>
                </c:pt>
                <c:pt idx="159">
                  <c:v>3.1055294048702997E-3</c:v>
                </c:pt>
                <c:pt idx="160">
                  <c:v>3.1250610363500186E-3</c:v>
                </c:pt>
                <c:pt idx="161">
                  <c:v>3.1445926678301817E-3</c:v>
                </c:pt>
                <c:pt idx="162">
                  <c:v>3.1641242993001306E-3</c:v>
                </c:pt>
                <c:pt idx="163">
                  <c:v>3.1836559307802936E-3</c:v>
                </c:pt>
                <c:pt idx="164">
                  <c:v>3.2031875622600126E-3</c:v>
                </c:pt>
                <c:pt idx="165">
                  <c:v>3.2227191937304056E-3</c:v>
                </c:pt>
                <c:pt idx="166">
                  <c:v>3.2422508252101245E-3</c:v>
                </c:pt>
                <c:pt idx="167">
                  <c:v>3.2617824566902875E-3</c:v>
                </c:pt>
                <c:pt idx="168">
                  <c:v>3.2813140881700065E-3</c:v>
                </c:pt>
                <c:pt idx="169">
                  <c:v>3.3008457196403995E-3</c:v>
                </c:pt>
                <c:pt idx="170">
                  <c:v>3.3203773511201184E-3</c:v>
                </c:pt>
                <c:pt idx="171">
                  <c:v>3.3399089826002815E-3</c:v>
                </c:pt>
                <c:pt idx="172">
                  <c:v>3.3594406140800004E-3</c:v>
                </c:pt>
                <c:pt idx="173">
                  <c:v>3.3789722455503934E-3</c:v>
                </c:pt>
                <c:pt idx="174">
                  <c:v>3.3985038770301124E-3</c:v>
                </c:pt>
                <c:pt idx="175">
                  <c:v>3.4180355085102754E-3</c:v>
                </c:pt>
                <c:pt idx="176">
                  <c:v>3.4375671399802243E-3</c:v>
                </c:pt>
                <c:pt idx="177">
                  <c:v>3.4570987714603874E-3</c:v>
                </c:pt>
                <c:pt idx="178">
                  <c:v>3.4766304029401063E-3</c:v>
                </c:pt>
                <c:pt idx="179">
                  <c:v>3.4961620344202693E-3</c:v>
                </c:pt>
                <c:pt idx="180">
                  <c:v>3.5156936658902183E-3</c:v>
                </c:pt>
                <c:pt idx="181">
                  <c:v>3.5352252973703813E-3</c:v>
                </c:pt>
                <c:pt idx="182">
                  <c:v>3.5547569288501002E-3</c:v>
                </c:pt>
                <c:pt idx="183">
                  <c:v>3.5742885603200492E-3</c:v>
                </c:pt>
                <c:pt idx="184">
                  <c:v>3.5938201918002122E-3</c:v>
                </c:pt>
                <c:pt idx="185">
                  <c:v>3.6133518232803752E-3</c:v>
                </c:pt>
                <c:pt idx="186">
                  <c:v>3.6328834547600941E-3</c:v>
                </c:pt>
                <c:pt idx="187">
                  <c:v>3.6524150862300431E-3</c:v>
                </c:pt>
                <c:pt idx="188">
                  <c:v>3.6719467177102061E-3</c:v>
                </c:pt>
                <c:pt idx="189">
                  <c:v>3.6914783491903691E-3</c:v>
                </c:pt>
                <c:pt idx="190">
                  <c:v>3.7110099806603181E-3</c:v>
                </c:pt>
                <c:pt idx="191">
                  <c:v>3.730541612140037E-3</c:v>
                </c:pt>
                <c:pt idx="192">
                  <c:v>3.7500732436202E-3</c:v>
                </c:pt>
                <c:pt idx="193">
                  <c:v>3.769604875100363E-3</c:v>
                </c:pt>
                <c:pt idx="194">
                  <c:v>3.789136506570312E-3</c:v>
                </c:pt>
                <c:pt idx="195">
                  <c:v>3.8086681380500309E-3</c:v>
                </c:pt>
                <c:pt idx="196">
                  <c:v>3.8281997695301939E-3</c:v>
                </c:pt>
                <c:pt idx="197">
                  <c:v>3.8477314010001429E-3</c:v>
                </c:pt>
                <c:pt idx="198">
                  <c:v>3.8672630324803059E-3</c:v>
                </c:pt>
                <c:pt idx="199">
                  <c:v>3.8867946639600248E-3</c:v>
                </c:pt>
                <c:pt idx="200">
                  <c:v>3.9063262954401878E-3</c:v>
                </c:pt>
                <c:pt idx="201">
                  <c:v>3.9258579269101368E-3</c:v>
                </c:pt>
                <c:pt idx="202">
                  <c:v>3.9453895583902998E-3</c:v>
                </c:pt>
                <c:pt idx="203">
                  <c:v>3.9649211898700187E-3</c:v>
                </c:pt>
                <c:pt idx="204">
                  <c:v>3.9844528213404118E-3</c:v>
                </c:pt>
                <c:pt idx="205">
                  <c:v>4.0039844528201307E-3</c:v>
                </c:pt>
                <c:pt idx="206">
                  <c:v>4.0235160843002937E-3</c:v>
                </c:pt>
                <c:pt idx="207">
                  <c:v>4.0430477157800127E-3</c:v>
                </c:pt>
                <c:pt idx="208">
                  <c:v>4.0625793472504057E-3</c:v>
                </c:pt>
                <c:pt idx="209">
                  <c:v>4.0821109787301246E-3</c:v>
                </c:pt>
                <c:pt idx="210">
                  <c:v>4.1016426102102876E-3</c:v>
                </c:pt>
                <c:pt idx="211">
                  <c:v>4.1211742416900066E-3</c:v>
                </c:pt>
                <c:pt idx="212">
                  <c:v>4.1407058731603996E-3</c:v>
                </c:pt>
                <c:pt idx="213">
                  <c:v>4.1602375046401185E-3</c:v>
                </c:pt>
                <c:pt idx="214">
                  <c:v>4.1797691361202816E-3</c:v>
                </c:pt>
                <c:pt idx="215">
                  <c:v>4.1993007675902305E-3</c:v>
                </c:pt>
                <c:pt idx="216">
                  <c:v>4.2188323990703935E-3</c:v>
                </c:pt>
                <c:pt idx="217">
                  <c:v>4.2383640305501125E-3</c:v>
                </c:pt>
                <c:pt idx="218">
                  <c:v>4.2578956620302755E-3</c:v>
                </c:pt>
                <c:pt idx="219">
                  <c:v>4.2774272935002244E-3</c:v>
                </c:pt>
                <c:pt idx="220">
                  <c:v>4.2969589249803875E-3</c:v>
                </c:pt>
                <c:pt idx="221">
                  <c:v>4.3164905564601064E-3</c:v>
                </c:pt>
                <c:pt idx="222">
                  <c:v>4.3360221879300553E-3</c:v>
                </c:pt>
                <c:pt idx="223">
                  <c:v>4.3555538194102184E-3</c:v>
                </c:pt>
                <c:pt idx="224">
                  <c:v>4.3750854508903814E-3</c:v>
                </c:pt>
                <c:pt idx="225">
                  <c:v>4.3946170823701003E-3</c:v>
                </c:pt>
                <c:pt idx="226">
                  <c:v>4.4141487138400493E-3</c:v>
                </c:pt>
                <c:pt idx="227">
                  <c:v>4.4336803453202123E-3</c:v>
                </c:pt>
                <c:pt idx="228">
                  <c:v>4.4532119768003753E-3</c:v>
                </c:pt>
                <c:pt idx="229">
                  <c:v>4.4727436082703242E-3</c:v>
                </c:pt>
                <c:pt idx="230">
                  <c:v>4.4922752397500432E-3</c:v>
                </c:pt>
                <c:pt idx="231">
                  <c:v>4.5118068712302062E-3</c:v>
                </c:pt>
                <c:pt idx="232">
                  <c:v>4.5313385027103692E-3</c:v>
                </c:pt>
                <c:pt idx="233">
                  <c:v>4.5508701341803182E-3</c:v>
                </c:pt>
                <c:pt idx="234">
                  <c:v>4.5704017656600371E-3</c:v>
                </c:pt>
                <c:pt idx="235">
                  <c:v>4.5899333971402001E-3</c:v>
                </c:pt>
                <c:pt idx="236">
                  <c:v>4.6094650286101491E-3</c:v>
                </c:pt>
                <c:pt idx="237">
                  <c:v>4.6289966600903121E-3</c:v>
                </c:pt>
                <c:pt idx="238">
                  <c:v>4.648528291570031E-3</c:v>
                </c:pt>
                <c:pt idx="239">
                  <c:v>4.668059923050194E-3</c:v>
                </c:pt>
                <c:pt idx="240">
                  <c:v>4.687591554520143E-3</c:v>
                </c:pt>
                <c:pt idx="241">
                  <c:v>4.707123186000306E-3</c:v>
                </c:pt>
                <c:pt idx="242">
                  <c:v>4.7266548174800249E-3</c:v>
                </c:pt>
                <c:pt idx="243">
                  <c:v>4.746186448950418E-3</c:v>
                </c:pt>
                <c:pt idx="244">
                  <c:v>4.7657180804301369E-3</c:v>
                </c:pt>
                <c:pt idx="245">
                  <c:v>4.7852497119102999E-3</c:v>
                </c:pt>
                <c:pt idx="246">
                  <c:v>4.8047813433900188E-3</c:v>
                </c:pt>
                <c:pt idx="247">
                  <c:v>4.8243129748604119E-3</c:v>
                </c:pt>
                <c:pt idx="248">
                  <c:v>4.8438446063401308E-3</c:v>
                </c:pt>
                <c:pt idx="249">
                  <c:v>4.8633762378202938E-3</c:v>
                </c:pt>
                <c:pt idx="250">
                  <c:v>4.8829078693000127E-3</c:v>
                </c:pt>
                <c:pt idx="251">
                  <c:v>4.9024395007704058E-3</c:v>
                </c:pt>
                <c:pt idx="252">
                  <c:v>4.9219711322501247E-3</c:v>
                </c:pt>
                <c:pt idx="253">
                  <c:v>4.9415027637302877E-3</c:v>
                </c:pt>
                <c:pt idx="254">
                  <c:v>4.9610343952002367E-3</c:v>
                </c:pt>
                <c:pt idx="255">
                  <c:v>4.9805660266803997E-3</c:v>
                </c:pt>
                <c:pt idx="256">
                  <c:v>5.0000976581601186E-3</c:v>
                </c:pt>
                <c:pt idx="257">
                  <c:v>5.0196292896300676E-3</c:v>
                </c:pt>
                <c:pt idx="258">
                  <c:v>5.0391609211102306E-3</c:v>
                </c:pt>
                <c:pt idx="259">
                  <c:v>5.0586925525903936E-3</c:v>
                </c:pt>
                <c:pt idx="260">
                  <c:v>5.0782241840701126E-3</c:v>
                </c:pt>
                <c:pt idx="261">
                  <c:v>5.0977558155400615E-3</c:v>
                </c:pt>
                <c:pt idx="262">
                  <c:v>5.1172874470202245E-3</c:v>
                </c:pt>
                <c:pt idx="263">
                  <c:v>5.1368190785003875E-3</c:v>
                </c:pt>
                <c:pt idx="264">
                  <c:v>5.1563507099801065E-3</c:v>
                </c:pt>
                <c:pt idx="265">
                  <c:v>5.1758823414500554E-3</c:v>
                </c:pt>
                <c:pt idx="266">
                  <c:v>5.1954139729302184E-3</c:v>
                </c:pt>
                <c:pt idx="267">
                  <c:v>5.2149456044103815E-3</c:v>
                </c:pt>
                <c:pt idx="268">
                  <c:v>5.2344772358803304E-3</c:v>
                </c:pt>
                <c:pt idx="269">
                  <c:v>5.2540088673600494E-3</c:v>
                </c:pt>
                <c:pt idx="270">
                  <c:v>5.2735404988402124E-3</c:v>
                </c:pt>
                <c:pt idx="271">
                  <c:v>5.2930721303203754E-3</c:v>
                </c:pt>
                <c:pt idx="272">
                  <c:v>5.3126037617903243E-3</c:v>
                </c:pt>
                <c:pt idx="273">
                  <c:v>5.3321353932700433E-3</c:v>
                </c:pt>
                <c:pt idx="274">
                  <c:v>5.3516670247502063E-3</c:v>
                </c:pt>
                <c:pt idx="275">
                  <c:v>5.3711986562201552E-3</c:v>
                </c:pt>
                <c:pt idx="276">
                  <c:v>5.3907302877003183E-3</c:v>
                </c:pt>
                <c:pt idx="277">
                  <c:v>5.4102619191800372E-3</c:v>
                </c:pt>
                <c:pt idx="278">
                  <c:v>5.4297935506602002E-3</c:v>
                </c:pt>
                <c:pt idx="279">
                  <c:v>5.4493251821301492E-3</c:v>
                </c:pt>
                <c:pt idx="280">
                  <c:v>5.4688568136103122E-3</c:v>
                </c:pt>
                <c:pt idx="281">
                  <c:v>5.4883884450900311E-3</c:v>
                </c:pt>
                <c:pt idx="282">
                  <c:v>5.5079200765604241E-3</c:v>
                </c:pt>
                <c:pt idx="283">
                  <c:v>5.5274517080401431E-3</c:v>
                </c:pt>
                <c:pt idx="284">
                  <c:v>5.5469833395203061E-3</c:v>
                </c:pt>
                <c:pt idx="285">
                  <c:v>5.566514971000025E-3</c:v>
                </c:pt>
                <c:pt idx="286">
                  <c:v>5.5860466024704181E-3</c:v>
                </c:pt>
                <c:pt idx="287">
                  <c:v>5.605578233950137E-3</c:v>
                </c:pt>
                <c:pt idx="288">
                  <c:v>5.6251098654303E-3</c:v>
                </c:pt>
                <c:pt idx="289">
                  <c:v>5.644641496900249E-3</c:v>
                </c:pt>
                <c:pt idx="290">
                  <c:v>5.664173128380412E-3</c:v>
                </c:pt>
                <c:pt idx="291">
                  <c:v>5.6837047598601309E-3</c:v>
                </c:pt>
                <c:pt idx="292">
                  <c:v>5.7032363913402939E-3</c:v>
                </c:pt>
                <c:pt idx="293">
                  <c:v>5.7227680228102429E-3</c:v>
                </c:pt>
                <c:pt idx="294">
                  <c:v>5.7422996542904059E-3</c:v>
                </c:pt>
                <c:pt idx="295">
                  <c:v>5.7618312857701248E-3</c:v>
                </c:pt>
                <c:pt idx="296">
                  <c:v>5.7813629172400738E-3</c:v>
                </c:pt>
                <c:pt idx="297">
                  <c:v>5.8008945487202368E-3</c:v>
                </c:pt>
                <c:pt idx="298">
                  <c:v>5.8204261802003998E-3</c:v>
                </c:pt>
                <c:pt idx="299">
                  <c:v>5.8399578116801187E-3</c:v>
                </c:pt>
                <c:pt idx="300">
                  <c:v>5.8594894431500677E-3</c:v>
                </c:pt>
                <c:pt idx="301">
                  <c:v>5.8790210746302307E-3</c:v>
                </c:pt>
                <c:pt idx="302">
                  <c:v>5.8985527061103937E-3</c:v>
                </c:pt>
                <c:pt idx="303">
                  <c:v>5.9180843375901127E-3</c:v>
                </c:pt>
                <c:pt idx="304">
                  <c:v>5.9376159690600616E-3</c:v>
                </c:pt>
                <c:pt idx="305">
                  <c:v>5.9571476005402246E-3</c:v>
                </c:pt>
                <c:pt idx="306">
                  <c:v>5.9766792320203876E-3</c:v>
                </c:pt>
                <c:pt idx="307">
                  <c:v>5.9962108634903366E-3</c:v>
                </c:pt>
                <c:pt idx="308">
                  <c:v>6.0157424949700555E-3</c:v>
                </c:pt>
                <c:pt idx="309">
                  <c:v>6.0352741264502185E-3</c:v>
                </c:pt>
                <c:pt idx="310">
                  <c:v>6.0548057579303816E-3</c:v>
                </c:pt>
                <c:pt idx="311">
                  <c:v>6.0743373894003305E-3</c:v>
                </c:pt>
                <c:pt idx="312">
                  <c:v>6.0938690208800494E-3</c:v>
                </c:pt>
                <c:pt idx="313">
                  <c:v>6.1134006523602125E-3</c:v>
                </c:pt>
                <c:pt idx="314">
                  <c:v>6.1329322838301614E-3</c:v>
                </c:pt>
                <c:pt idx="315">
                  <c:v>6.1524639153103244E-3</c:v>
                </c:pt>
                <c:pt idx="316">
                  <c:v>6.1719955467900434E-3</c:v>
                </c:pt>
                <c:pt idx="317">
                  <c:v>6.1915271782702064E-3</c:v>
                </c:pt>
                <c:pt idx="318">
                  <c:v>6.2110588097401553E-3</c:v>
                </c:pt>
                <c:pt idx="319">
                  <c:v>6.2305904412203184E-3</c:v>
                </c:pt>
                <c:pt idx="320">
                  <c:v>6.2501220727000373E-3</c:v>
                </c:pt>
                <c:pt idx="321">
                  <c:v>6.2696537041704303E-3</c:v>
                </c:pt>
                <c:pt idx="322">
                  <c:v>6.2891853356501493E-3</c:v>
                </c:pt>
                <c:pt idx="323">
                  <c:v>6.3087169671303123E-3</c:v>
                </c:pt>
                <c:pt idx="324">
                  <c:v>6.3282485986100312E-3</c:v>
                </c:pt>
                <c:pt idx="325">
                  <c:v>6.3477802300804242E-3</c:v>
                </c:pt>
                <c:pt idx="326">
                  <c:v>6.3673118615601432E-3</c:v>
                </c:pt>
                <c:pt idx="327">
                  <c:v>6.3868434930403062E-3</c:v>
                </c:pt>
                <c:pt idx="328">
                  <c:v>6.4063751245102551E-3</c:v>
                </c:pt>
                <c:pt idx="329">
                  <c:v>6.4259067559904182E-3</c:v>
                </c:pt>
                <c:pt idx="330">
                  <c:v>6.4454383874701371E-3</c:v>
                </c:pt>
                <c:pt idx="331">
                  <c:v>6.4649700189503001E-3</c:v>
                </c:pt>
                <c:pt idx="332">
                  <c:v>6.4845016504202491E-3</c:v>
                </c:pt>
                <c:pt idx="333">
                  <c:v>6.5040332819004121E-3</c:v>
                </c:pt>
                <c:pt idx="334">
                  <c:v>6.523564913380131E-3</c:v>
                </c:pt>
                <c:pt idx="335">
                  <c:v>6.54309654485008E-3</c:v>
                </c:pt>
                <c:pt idx="336">
                  <c:v>6.562628176330243E-3</c:v>
                </c:pt>
                <c:pt idx="337">
                  <c:v>6.582159807810406E-3</c:v>
                </c:pt>
                <c:pt idx="338">
                  <c:v>6.6016914392901249E-3</c:v>
                </c:pt>
                <c:pt idx="339">
                  <c:v>6.6212230707600739E-3</c:v>
                </c:pt>
                <c:pt idx="340">
                  <c:v>6.6407547022402369E-3</c:v>
                </c:pt>
                <c:pt idx="341">
                  <c:v>6.6602863337203999E-3</c:v>
                </c:pt>
                <c:pt idx="342">
                  <c:v>6.6798179652001188E-3</c:v>
                </c:pt>
                <c:pt idx="343">
                  <c:v>6.6993495966700678E-3</c:v>
                </c:pt>
                <c:pt idx="344">
                  <c:v>6.7188812281502308E-3</c:v>
                </c:pt>
                <c:pt idx="345">
                  <c:v>6.7384128596303938E-3</c:v>
                </c:pt>
                <c:pt idx="346">
                  <c:v>6.7579444911003428E-3</c:v>
                </c:pt>
                <c:pt idx="347">
                  <c:v>6.7774761225800617E-3</c:v>
                </c:pt>
                <c:pt idx="348">
                  <c:v>6.7970077540602247E-3</c:v>
                </c:pt>
              </c:numCache>
            </c:numRef>
          </c:xVal>
          <c:yVal>
            <c:numRef>
              <c:f>'[2]0.4'!$K$2:$K$350</c:f>
              <c:numCache>
                <c:formatCode>General</c:formatCode>
                <c:ptCount val="349"/>
                <c:pt idx="0">
                  <c:v>1.6024105600000001E-4</c:v>
                </c:pt>
                <c:pt idx="1">
                  <c:v>1.8953416E-4</c:v>
                </c:pt>
                <c:pt idx="2">
                  <c:v>8.3346658000000201E-5</c:v>
                </c:pt>
                <c:pt idx="3">
                  <c:v>2.2309917499999999E-4</c:v>
                </c:pt>
                <c:pt idx="4">
                  <c:v>2.5483337100000003E-4</c:v>
                </c:pt>
                <c:pt idx="5">
                  <c:v>2.5056146000000001E-4</c:v>
                </c:pt>
                <c:pt idx="6">
                  <c:v>2.12724534E-4</c:v>
                </c:pt>
                <c:pt idx="7">
                  <c:v>1.70005424E-4</c:v>
                </c:pt>
                <c:pt idx="8">
                  <c:v>2.43848457E-4</c:v>
                </c:pt>
                <c:pt idx="9">
                  <c:v>2.9389084299999999E-4</c:v>
                </c:pt>
                <c:pt idx="10">
                  <c:v>2.2798135899999999E-4</c:v>
                </c:pt>
                <c:pt idx="11">
                  <c:v>2.3530463499999999E-4</c:v>
                </c:pt>
                <c:pt idx="12">
                  <c:v>2.1577589900000001E-4</c:v>
                </c:pt>
                <c:pt idx="13">
                  <c:v>1.6695405900000001E-4</c:v>
                </c:pt>
                <c:pt idx="14">
                  <c:v>2.2676081300000001E-4</c:v>
                </c:pt>
                <c:pt idx="15">
                  <c:v>2.6520801200000002E-4</c:v>
                </c:pt>
                <c:pt idx="16">
                  <c:v>2.2737108600000001E-4</c:v>
                </c:pt>
                <c:pt idx="17">
                  <c:v>2.9022920500000002E-4</c:v>
                </c:pt>
                <c:pt idx="18">
                  <c:v>1.9258552499999999E-4</c:v>
                </c:pt>
                <c:pt idx="19">
                  <c:v>1.59630783E-4</c:v>
                </c:pt>
                <c:pt idx="20">
                  <c:v>2.8351620199999999E-4</c:v>
                </c:pt>
                <c:pt idx="21">
                  <c:v>1.76718427E-4</c:v>
                </c:pt>
                <c:pt idx="22">
                  <c:v>2.5666418999999998E-4</c:v>
                </c:pt>
                <c:pt idx="23">
                  <c:v>2.7558265300000001E-4</c:v>
                </c:pt>
                <c:pt idx="24">
                  <c:v>1.95026617E-4</c:v>
                </c:pt>
                <c:pt idx="25">
                  <c:v>1.7366706200000001E-4</c:v>
                </c:pt>
                <c:pt idx="26">
                  <c:v>2.3530463499999999E-4</c:v>
                </c:pt>
                <c:pt idx="27">
                  <c:v>2.6398746600000001E-4</c:v>
                </c:pt>
                <c:pt idx="28">
                  <c:v>5.1969185300000003E-4</c:v>
                </c:pt>
                <c:pt idx="29">
                  <c:v>3.7303381060000002E-3</c:v>
                </c:pt>
                <c:pt idx="30">
                  <c:v>1.3498978017E-2</c:v>
                </c:pt>
                <c:pt idx="31">
                  <c:v>2.1178043176E-2</c:v>
                </c:pt>
                <c:pt idx="32">
                  <c:v>1.6849987059999998E-2</c:v>
                </c:pt>
                <c:pt idx="33">
                  <c:v>5.4744983399999999E-3</c:v>
                </c:pt>
                <c:pt idx="34">
                  <c:v>-4.3173319449999999E-3</c:v>
                </c:pt>
                <c:pt idx="35">
                  <c:v>-7.580461676E-3</c:v>
                </c:pt>
                <c:pt idx="36">
                  <c:v>-7.180122588E-3</c:v>
                </c:pt>
                <c:pt idx="37">
                  <c:v>-6.1573050399999999E-3</c:v>
                </c:pt>
                <c:pt idx="38">
                  <c:v>-5.1204512130000003E-3</c:v>
                </c:pt>
                <c:pt idx="39">
                  <c:v>-4.355168871E-3</c:v>
                </c:pt>
                <c:pt idx="40">
                  <c:v>-3.4812579349999999E-3</c:v>
                </c:pt>
                <c:pt idx="41">
                  <c:v>-2.771510436E-3</c:v>
                </c:pt>
                <c:pt idx="42">
                  <c:v>-2.692174946E-3</c:v>
                </c:pt>
                <c:pt idx="43">
                  <c:v>-1.5509644359999999E-3</c:v>
                </c:pt>
                <c:pt idx="44">
                  <c:v>-2.0318595599999999E-3</c:v>
                </c:pt>
                <c:pt idx="45">
                  <c:v>-1.212873194E-3</c:v>
                </c:pt>
                <c:pt idx="46">
                  <c:v>-1.3465229809999999E-3</c:v>
                </c:pt>
                <c:pt idx="47">
                  <c:v>-9.8096945399999899E-4</c:v>
                </c:pt>
                <c:pt idx="48">
                  <c:v>-2.7793495799999999E-4</c:v>
                </c:pt>
                <c:pt idx="49">
                  <c:v>8.5787750000000402E-5</c:v>
                </c:pt>
                <c:pt idx="50">
                  <c:v>2.31032724E-4</c:v>
                </c:pt>
                <c:pt idx="51">
                  <c:v>1.6817460499999999E-4</c:v>
                </c:pt>
                <c:pt idx="52">
                  <c:v>2.00519074E-4</c:v>
                </c:pt>
                <c:pt idx="53">
                  <c:v>-4.3843675700000001E-4</c:v>
                </c:pt>
                <c:pt idx="54">
                  <c:v>-2.4864185400000002E-4</c:v>
                </c:pt>
                <c:pt idx="55">
                  <c:v>-6.8925895999999995E-4</c:v>
                </c:pt>
                <c:pt idx="56">
                  <c:v>-9.1801692999999695E-5</c:v>
                </c:pt>
                <c:pt idx="57">
                  <c:v>-8.9360600999999901E-5</c:v>
                </c:pt>
                <c:pt idx="58">
                  <c:v>-3.52388264E-4</c:v>
                </c:pt>
                <c:pt idx="59">
                  <c:v>6.1794580599999998E-4</c:v>
                </c:pt>
                <c:pt idx="60">
                  <c:v>5.1603021500000001E-4</c:v>
                </c:pt>
                <c:pt idx="61">
                  <c:v>1.168412052E-3</c:v>
                </c:pt>
                <c:pt idx="62">
                  <c:v>5.2152267199999998E-4</c:v>
                </c:pt>
                <c:pt idx="63">
                  <c:v>3.2867640399999998E-4</c:v>
                </c:pt>
                <c:pt idx="64">
                  <c:v>4.6730278000000199E-5</c:v>
                </c:pt>
                <c:pt idx="65">
                  <c:v>-2.79155504E-4</c:v>
                </c:pt>
                <c:pt idx="66">
                  <c:v>-5.8846950999999702E-5</c:v>
                </c:pt>
                <c:pt idx="67">
                  <c:v>3.7576183000000198E-5</c:v>
                </c:pt>
                <c:pt idx="68">
                  <c:v>2.85347021E-4</c:v>
                </c:pt>
                <c:pt idx="69">
                  <c:v>3.6041060000000001E-4</c:v>
                </c:pt>
                <c:pt idx="70">
                  <c:v>3.08537395E-4</c:v>
                </c:pt>
                <c:pt idx="71">
                  <c:v>1.13344440000004E-5</c:v>
                </c:pt>
                <c:pt idx="72">
                  <c:v>5.3443281000000398E-5</c:v>
                </c:pt>
                <c:pt idx="73">
                  <c:v>-2.5901649500000002E-4</c:v>
                </c:pt>
                <c:pt idx="74">
                  <c:v>2.8422088000000299E-5</c:v>
                </c:pt>
                <c:pt idx="75">
                  <c:v>-1.6259336099999999E-4</c:v>
                </c:pt>
                <c:pt idx="76">
                  <c:v>1.63902694E-4</c:v>
                </c:pt>
                <c:pt idx="77">
                  <c:v>9.0059661000000394E-5</c:v>
                </c:pt>
                <c:pt idx="78">
                  <c:v>2.43848457E-4</c:v>
                </c:pt>
                <c:pt idx="79">
                  <c:v>3.2440449300000002E-4</c:v>
                </c:pt>
                <c:pt idx="80">
                  <c:v>2.29296310000002E-5</c:v>
                </c:pt>
                <c:pt idx="81">
                  <c:v>3.2501476600000002E-4</c:v>
                </c:pt>
                <c:pt idx="82">
                  <c:v>4.1237821000000099E-5</c:v>
                </c:pt>
                <c:pt idx="83">
                  <c:v>3.4759486700000001E-4</c:v>
                </c:pt>
                <c:pt idx="84">
                  <c:v>2.5727446299999998E-4</c:v>
                </c:pt>
                <c:pt idx="85">
                  <c:v>3.5064623200000003E-4</c:v>
                </c:pt>
                <c:pt idx="86">
                  <c:v>3.2257367400000001E-4</c:v>
                </c:pt>
                <c:pt idx="87">
                  <c:v>1.9197525199999999E-4</c:v>
                </c:pt>
                <c:pt idx="88">
                  <c:v>3.4149213699999998E-4</c:v>
                </c:pt>
                <c:pt idx="89">
                  <c:v>1.1019867E-4</c:v>
                </c:pt>
                <c:pt idx="90">
                  <c:v>1.76718427E-4</c:v>
                </c:pt>
                <c:pt idx="91">
                  <c:v>1.4559450399999999E-4</c:v>
                </c:pt>
                <c:pt idx="92">
                  <c:v>4.9171369999999999E-5</c:v>
                </c:pt>
                <c:pt idx="93">
                  <c:v>2.42627911E-4</c:v>
                </c:pt>
                <c:pt idx="94">
                  <c:v>2.1028344199999999E-4</c:v>
                </c:pt>
                <c:pt idx="95">
                  <c:v>2.5178200600000001E-4</c:v>
                </c:pt>
                <c:pt idx="96">
                  <c:v>3.2684558500000003E-4</c:v>
                </c:pt>
                <c:pt idx="97">
                  <c:v>3.68954422E-4</c:v>
                </c:pt>
                <c:pt idx="98">
                  <c:v>3.1036821400000001E-4</c:v>
                </c:pt>
                <c:pt idx="99">
                  <c:v>2.2187862900000001E-4</c:v>
                </c:pt>
                <c:pt idx="100">
                  <c:v>1.3949177399999999E-4</c:v>
                </c:pt>
                <c:pt idx="101">
                  <c:v>1.02875394E-4</c:v>
                </c:pt>
                <c:pt idx="102">
                  <c:v>3.5135090999999997E-5</c:v>
                </c:pt>
                <c:pt idx="103">
                  <c:v>6.3817922000000099E-5</c:v>
                </c:pt>
                <c:pt idx="104">
                  <c:v>1.5535887200000001E-4</c:v>
                </c:pt>
                <c:pt idx="105">
                  <c:v>1.2484522200000001E-4</c:v>
                </c:pt>
                <c:pt idx="106">
                  <c:v>1.0043430199999999E-4</c:v>
                </c:pt>
                <c:pt idx="107">
                  <c:v>1.7915951900000001E-4</c:v>
                </c:pt>
                <c:pt idx="108">
                  <c:v>1.8770334099999999E-4</c:v>
                </c:pt>
                <c:pt idx="109">
                  <c:v>2.2248890199999999E-4</c:v>
                </c:pt>
                <c:pt idx="110">
                  <c:v>2.0540125799999999E-4</c:v>
                </c:pt>
                <c:pt idx="111">
                  <c:v>2.4506900299999998E-4</c:v>
                </c:pt>
                <c:pt idx="112">
                  <c:v>3.7444687900000002E-4</c:v>
                </c:pt>
                <c:pt idx="113">
                  <c:v>4.7941383500000001E-4</c:v>
                </c:pt>
                <c:pt idx="114">
                  <c:v>5.8132942600000004E-4</c:v>
                </c:pt>
                <c:pt idx="115">
                  <c:v>5.7644724200000001E-4</c:v>
                </c:pt>
                <c:pt idx="116">
                  <c:v>4.7514192399999999E-4</c:v>
                </c:pt>
                <c:pt idx="117">
                  <c:v>3.1647094399999998E-4</c:v>
                </c:pt>
                <c:pt idx="118">
                  <c:v>8.0905566000000393E-5</c:v>
                </c:pt>
                <c:pt idx="119">
                  <c:v>2.2319358000000098E-5</c:v>
                </c:pt>
                <c:pt idx="120">
                  <c:v>1.31652630000001E-5</c:v>
                </c:pt>
                <c:pt idx="121">
                  <c:v>3.6965910000000202E-5</c:v>
                </c:pt>
                <c:pt idx="122">
                  <c:v>5.2833008000000402E-5</c:v>
                </c:pt>
                <c:pt idx="123">
                  <c:v>4.0017274999999999E-5</c:v>
                </c:pt>
                <c:pt idx="124">
                  <c:v>4.4289186000000398E-5</c:v>
                </c:pt>
                <c:pt idx="125">
                  <c:v>1.13250035E-4</c:v>
                </c:pt>
                <c:pt idx="126">
                  <c:v>6.4428195000000102E-5</c:v>
                </c:pt>
                <c:pt idx="127">
                  <c:v>1.4681505E-4</c:v>
                </c:pt>
                <c:pt idx="128">
                  <c:v>2.2187862900000001E-4</c:v>
                </c:pt>
                <c:pt idx="129">
                  <c:v>1.3460959E-4</c:v>
                </c:pt>
                <c:pt idx="130">
                  <c:v>2.18827264E-4</c:v>
                </c:pt>
                <c:pt idx="131">
                  <c:v>2.6642855800000002E-4</c:v>
                </c:pt>
                <c:pt idx="132">
                  <c:v>5.3067676699999997E-4</c:v>
                </c:pt>
                <c:pt idx="133">
                  <c:v>3.9153452299999999E-4</c:v>
                </c:pt>
                <c:pt idx="134">
                  <c:v>6.9728129600000002E-4</c:v>
                </c:pt>
                <c:pt idx="135">
                  <c:v>4.1411462399999999E-4</c:v>
                </c:pt>
                <c:pt idx="136">
                  <c:v>3.0182439200000002E-4</c:v>
                </c:pt>
                <c:pt idx="137">
                  <c:v>2.4140736499999999E-4</c:v>
                </c:pt>
                <c:pt idx="138">
                  <c:v>1.2240413E-4</c:v>
                </c:pt>
                <c:pt idx="139">
                  <c:v>1.57799964E-4</c:v>
                </c:pt>
                <c:pt idx="140">
                  <c:v>1.5047668799999999E-4</c:v>
                </c:pt>
                <c:pt idx="141">
                  <c:v>1.52307507E-4</c:v>
                </c:pt>
                <c:pt idx="142">
                  <c:v>1.19352765E-4</c:v>
                </c:pt>
                <c:pt idx="143">
                  <c:v>2.2065808300000001E-4</c:v>
                </c:pt>
                <c:pt idx="144">
                  <c:v>1.71836243E-4</c:v>
                </c:pt>
                <c:pt idx="145">
                  <c:v>1.8953416E-4</c:v>
                </c:pt>
                <c:pt idx="146">
                  <c:v>2.30422451E-4</c:v>
                </c:pt>
                <c:pt idx="147">
                  <c:v>1.9563689E-4</c:v>
                </c:pt>
                <c:pt idx="148">
                  <c:v>1.7915951900000001E-4</c:v>
                </c:pt>
                <c:pt idx="149">
                  <c:v>2.3408408899999999E-4</c:v>
                </c:pt>
                <c:pt idx="150">
                  <c:v>1.6024105600000001E-4</c:v>
                </c:pt>
                <c:pt idx="151">
                  <c:v>2.6398746600000001E-4</c:v>
                </c:pt>
                <c:pt idx="152">
                  <c:v>4.2082762700000002E-4</c:v>
                </c:pt>
                <c:pt idx="153">
                  <c:v>2.84736748E-4</c:v>
                </c:pt>
                <c:pt idx="154">
                  <c:v>3.3783049900000002E-4</c:v>
                </c:pt>
                <c:pt idx="155">
                  <c:v>2.7009019599999999E-4</c:v>
                </c:pt>
                <c:pt idx="156">
                  <c:v>1.21793857E-4</c:v>
                </c:pt>
                <c:pt idx="157">
                  <c:v>2.8961893200000002E-4</c:v>
                </c:pt>
                <c:pt idx="158">
                  <c:v>1.5657941799999999E-4</c:v>
                </c:pt>
                <c:pt idx="159">
                  <c:v>1.8770334099999999E-4</c:v>
                </c:pt>
                <c:pt idx="160">
                  <c:v>1.5291778E-4</c:v>
                </c:pt>
                <c:pt idx="161">
                  <c:v>2.00519074E-4</c:v>
                </c:pt>
                <c:pt idx="162">
                  <c:v>2.3530463499999999E-4</c:v>
                </c:pt>
                <c:pt idx="163">
                  <c:v>2.3225327000000001E-4</c:v>
                </c:pt>
                <c:pt idx="164">
                  <c:v>2.37745727E-4</c:v>
                </c:pt>
                <c:pt idx="165">
                  <c:v>2.2859163199999999E-4</c:v>
                </c:pt>
                <c:pt idx="166">
                  <c:v>2.19437537E-4</c:v>
                </c:pt>
                <c:pt idx="167">
                  <c:v>1.77938973E-4</c:v>
                </c:pt>
                <c:pt idx="168">
                  <c:v>1.6085132900000001E-4</c:v>
                </c:pt>
                <c:pt idx="169">
                  <c:v>2.2126835600000001E-4</c:v>
                </c:pt>
                <c:pt idx="170">
                  <c:v>2.5422309800000002E-4</c:v>
                </c:pt>
                <c:pt idx="171">
                  <c:v>1.57799964E-4</c:v>
                </c:pt>
                <c:pt idx="172">
                  <c:v>1.5291778E-4</c:v>
                </c:pt>
                <c:pt idx="173">
                  <c:v>1.9319579799999999E-4</c:v>
                </c:pt>
                <c:pt idx="174">
                  <c:v>1.9075470600000001E-4</c:v>
                </c:pt>
                <c:pt idx="175">
                  <c:v>1.9136497900000001E-4</c:v>
                </c:pt>
                <c:pt idx="176">
                  <c:v>1.6878487799999999E-4</c:v>
                </c:pt>
                <c:pt idx="177">
                  <c:v>1.8160061099999999E-4</c:v>
                </c:pt>
                <c:pt idx="178">
                  <c:v>2.5056146000000001E-4</c:v>
                </c:pt>
                <c:pt idx="179">
                  <c:v>2.2248890199999999E-4</c:v>
                </c:pt>
                <c:pt idx="180">
                  <c:v>3.2623531200000002E-4</c:v>
                </c:pt>
                <c:pt idx="181">
                  <c:v>4.1960708100000001E-4</c:v>
                </c:pt>
                <c:pt idx="182">
                  <c:v>4.2143790000000002E-4</c:v>
                </c:pt>
                <c:pt idx="183">
                  <c:v>5.3067676699999997E-4</c:v>
                </c:pt>
                <c:pt idx="184">
                  <c:v>4.4828991199999998E-4</c:v>
                </c:pt>
                <c:pt idx="185">
                  <c:v>4.0129889099999998E-4</c:v>
                </c:pt>
                <c:pt idx="186">
                  <c:v>1.99908801E-4</c:v>
                </c:pt>
                <c:pt idx="187">
                  <c:v>1.7244651600000001E-4</c:v>
                </c:pt>
                <c:pt idx="188">
                  <c:v>1.0897812400000001E-4</c:v>
                </c:pt>
                <c:pt idx="189">
                  <c:v>1.07241710000003E-5</c:v>
                </c:pt>
                <c:pt idx="190">
                  <c:v>1.4376368500000001E-4</c:v>
                </c:pt>
                <c:pt idx="191">
                  <c:v>2.18827264E-4</c:v>
                </c:pt>
                <c:pt idx="192">
                  <c:v>2.5056146000000001E-4</c:v>
                </c:pt>
                <c:pt idx="193">
                  <c:v>2.4079709199999999E-4</c:v>
                </c:pt>
                <c:pt idx="194">
                  <c:v>2.4140736499999999E-4</c:v>
                </c:pt>
                <c:pt idx="195">
                  <c:v>2.30422451E-4</c:v>
                </c:pt>
                <c:pt idx="196">
                  <c:v>1.9624716300000001E-4</c:v>
                </c:pt>
                <c:pt idx="197">
                  <c:v>2.31642997E-4</c:v>
                </c:pt>
                <c:pt idx="198">
                  <c:v>2.8961893200000002E-4</c:v>
                </c:pt>
                <c:pt idx="199">
                  <c:v>3.4210240999999999E-4</c:v>
                </c:pt>
                <c:pt idx="200">
                  <c:v>3.6407223799999998E-4</c:v>
                </c:pt>
                <c:pt idx="201">
                  <c:v>4.5988509899999998E-4</c:v>
                </c:pt>
                <c:pt idx="202">
                  <c:v>3.5980032700000001E-4</c:v>
                </c:pt>
                <c:pt idx="203">
                  <c:v>3.2806613099999998E-4</c:v>
                </c:pt>
                <c:pt idx="204">
                  <c:v>3.57969508E-4</c:v>
                </c:pt>
                <c:pt idx="205">
                  <c:v>2.5849500899999999E-4</c:v>
                </c:pt>
                <c:pt idx="206">
                  <c:v>2.0173962E-4</c:v>
                </c:pt>
                <c:pt idx="207">
                  <c:v>1.10808943E-4</c:v>
                </c:pt>
                <c:pt idx="208">
                  <c:v>2.2187862900000001E-4</c:v>
                </c:pt>
                <c:pt idx="209">
                  <c:v>1.7976979200000001E-4</c:v>
                </c:pt>
                <c:pt idx="210">
                  <c:v>2.5605391699999998E-4</c:v>
                </c:pt>
                <c:pt idx="211">
                  <c:v>2.6215664700000001E-4</c:v>
                </c:pt>
                <c:pt idx="212">
                  <c:v>2.5056146000000001E-4</c:v>
                </c:pt>
                <c:pt idx="213">
                  <c:v>2.8656756700000001E-4</c:v>
                </c:pt>
                <c:pt idx="214">
                  <c:v>3.2440449300000002E-4</c:v>
                </c:pt>
                <c:pt idx="215">
                  <c:v>2.7924429099999997E-4</c:v>
                </c:pt>
                <c:pt idx="216">
                  <c:v>3.4759486700000001E-4</c:v>
                </c:pt>
                <c:pt idx="217">
                  <c:v>3.4088186399999998E-4</c:v>
                </c:pt>
                <c:pt idx="218">
                  <c:v>4.0984271300000002E-4</c:v>
                </c:pt>
                <c:pt idx="219">
                  <c:v>4.3303308700000002E-4</c:v>
                </c:pt>
                <c:pt idx="220">
                  <c:v>3.5552841599999999E-4</c:v>
                </c:pt>
                <c:pt idx="221">
                  <c:v>3.57359235E-4</c:v>
                </c:pt>
                <c:pt idx="222">
                  <c:v>2.97552481E-4</c:v>
                </c:pt>
                <c:pt idx="223">
                  <c:v>2.85347021E-4</c:v>
                </c:pt>
                <c:pt idx="224">
                  <c:v>2.3286354300000001E-4</c:v>
                </c:pt>
                <c:pt idx="225">
                  <c:v>1.64512967E-4</c:v>
                </c:pt>
                <c:pt idx="226">
                  <c:v>2.1638617199999999E-4</c:v>
                </c:pt>
                <c:pt idx="227">
                  <c:v>3.0670657599999999E-4</c:v>
                </c:pt>
                <c:pt idx="228">
                  <c:v>1.8343143E-4</c:v>
                </c:pt>
                <c:pt idx="229">
                  <c:v>2.3286354300000001E-4</c:v>
                </c:pt>
                <c:pt idx="230">
                  <c:v>1.0958839699999999E-4</c:v>
                </c:pt>
                <c:pt idx="231">
                  <c:v>2.5483337100000003E-4</c:v>
                </c:pt>
                <c:pt idx="232">
                  <c:v>-5.0913401999999802E-5</c:v>
                </c:pt>
                <c:pt idx="233">
                  <c:v>1.765869319E-3</c:v>
                </c:pt>
                <c:pt idx="234">
                  <c:v>3.24089916E-3</c:v>
                </c:pt>
                <c:pt idx="235">
                  <c:v>3.7224045569999998E-3</c:v>
                </c:pt>
                <c:pt idx="236">
                  <c:v>3.4300837899999999E-3</c:v>
                </c:pt>
                <c:pt idx="237">
                  <c:v>2.525048931E-3</c:v>
                </c:pt>
                <c:pt idx="238">
                  <c:v>9.1392821099999997E-4</c:v>
                </c:pt>
                <c:pt idx="239">
                  <c:v>-1.884173494E-3</c:v>
                </c:pt>
                <c:pt idx="240">
                  <c:v>-1.6431156590000001E-3</c:v>
                </c:pt>
                <c:pt idx="241">
                  <c:v>-1.3550668030000001E-3</c:v>
                </c:pt>
                <c:pt idx="242">
                  <c:v>-1.379477723E-3</c:v>
                </c:pt>
                <c:pt idx="243">
                  <c:v>-4.5613467399999998E-4</c:v>
                </c:pt>
                <c:pt idx="244">
                  <c:v>-2.8281714200000001E-4</c:v>
                </c:pt>
                <c:pt idx="245">
                  <c:v>-1.037724843E-3</c:v>
                </c:pt>
                <c:pt idx="246">
                  <c:v>8.8933520000001599E-6</c:v>
                </c:pt>
                <c:pt idx="247">
                  <c:v>-3.27367071E-4</c:v>
                </c:pt>
                <c:pt idx="248">
                  <c:v>-6.88648687E-4</c:v>
                </c:pt>
                <c:pt idx="249">
                  <c:v>1.9197525199999999E-4</c:v>
                </c:pt>
                <c:pt idx="250">
                  <c:v>-4.5552440099999998E-4</c:v>
                </c:pt>
                <c:pt idx="251">
                  <c:v>2.1577589900000001E-4</c:v>
                </c:pt>
                <c:pt idx="252">
                  <c:v>6.1376830000000305E-5</c:v>
                </c:pt>
                <c:pt idx="253">
                  <c:v>-2.1324602E-4</c:v>
                </c:pt>
                <c:pt idx="254">
                  <c:v>2.6825937699999998E-4</c:v>
                </c:pt>
                <c:pt idx="255">
                  <c:v>-3.4140335000000001E-4</c:v>
                </c:pt>
                <c:pt idx="256">
                  <c:v>1.7366706200000001E-4</c:v>
                </c:pt>
                <c:pt idx="257">
                  <c:v>-8.02065059999999E-5</c:v>
                </c:pt>
                <c:pt idx="258">
                  <c:v>-8.02065059999999E-5</c:v>
                </c:pt>
                <c:pt idx="259">
                  <c:v>1.4925614200000001E-4</c:v>
                </c:pt>
                <c:pt idx="260">
                  <c:v>3.3914545000000303E-5</c:v>
                </c:pt>
                <c:pt idx="261">
                  <c:v>1.5535887200000001E-4</c:v>
                </c:pt>
                <c:pt idx="262">
                  <c:v>8.3346658000000201E-5</c:v>
                </c:pt>
                <c:pt idx="263">
                  <c:v>1.23624676E-4</c:v>
                </c:pt>
                <c:pt idx="264">
                  <c:v>1.5047668799999999E-4</c:v>
                </c:pt>
                <c:pt idx="265">
                  <c:v>7.1751471000000406E-5</c:v>
                </c:pt>
                <c:pt idx="266">
                  <c:v>1.19352765E-4</c:v>
                </c:pt>
                <c:pt idx="267">
                  <c:v>1.8587252200000001E-4</c:v>
                </c:pt>
                <c:pt idx="268">
                  <c:v>2.7619292600000001E-4</c:v>
                </c:pt>
                <c:pt idx="269">
                  <c:v>1.4986641500000001E-4</c:v>
                </c:pt>
                <c:pt idx="270">
                  <c:v>4.0190916399999999E-4</c:v>
                </c:pt>
                <c:pt idx="271">
                  <c:v>3.5430786999999999E-4</c:v>
                </c:pt>
                <c:pt idx="272">
                  <c:v>3.32338042E-4</c:v>
                </c:pt>
                <c:pt idx="273">
                  <c:v>5.7888833400000003E-4</c:v>
                </c:pt>
                <c:pt idx="274">
                  <c:v>3.2116060559999999E-3</c:v>
                </c:pt>
                <c:pt idx="275">
                  <c:v>4.723252277E-3</c:v>
                </c:pt>
                <c:pt idx="276">
                  <c:v>5.1199297269999998E-3</c:v>
                </c:pt>
                <c:pt idx="277">
                  <c:v>3.8999939999999999E-3</c:v>
                </c:pt>
                <c:pt idx="278">
                  <c:v>2.005096335E-3</c:v>
                </c:pt>
                <c:pt idx="279">
                  <c:v>-2.7122195500000002E-4</c:v>
                </c:pt>
                <c:pt idx="280">
                  <c:v>-1.8060585499999999E-3</c:v>
                </c:pt>
                <c:pt idx="281">
                  <c:v>-2.0062280940000001E-3</c:v>
                </c:pt>
                <c:pt idx="282">
                  <c:v>-2.037352017E-3</c:v>
                </c:pt>
                <c:pt idx="283">
                  <c:v>-1.6455567510000001E-3</c:v>
                </c:pt>
                <c:pt idx="284">
                  <c:v>-1.1487945289999999E-3</c:v>
                </c:pt>
                <c:pt idx="285">
                  <c:v>-1.1298760660000001E-3</c:v>
                </c:pt>
                <c:pt idx="286">
                  <c:v>-7.1733151799999997E-4</c:v>
                </c:pt>
                <c:pt idx="287">
                  <c:v>-5.7208654399999997E-4</c:v>
                </c:pt>
                <c:pt idx="288">
                  <c:v>-4.95802419E-4</c:v>
                </c:pt>
                <c:pt idx="289">
                  <c:v>-4.8725859700000002E-4</c:v>
                </c:pt>
                <c:pt idx="290">
                  <c:v>-1.66254999E-4</c:v>
                </c:pt>
                <c:pt idx="291">
                  <c:v>2.2859163199999999E-4</c:v>
                </c:pt>
                <c:pt idx="292">
                  <c:v>2.24929994E-4</c:v>
                </c:pt>
                <c:pt idx="293">
                  <c:v>4.9467065999999997E-4</c:v>
                </c:pt>
                <c:pt idx="294">
                  <c:v>4.2204817300000002E-4</c:v>
                </c:pt>
                <c:pt idx="295">
                  <c:v>2.19437537E-4</c:v>
                </c:pt>
                <c:pt idx="296">
                  <c:v>7.4802836000000203E-5</c:v>
                </c:pt>
                <c:pt idx="297">
                  <c:v>-1.28418073E-4</c:v>
                </c:pt>
                <c:pt idx="298">
                  <c:v>-8.3257870999999805E-5</c:v>
                </c:pt>
                <c:pt idx="299">
                  <c:v>1.1569112699999999E-4</c:v>
                </c:pt>
                <c:pt idx="300">
                  <c:v>1.01654848E-4</c:v>
                </c:pt>
                <c:pt idx="301">
                  <c:v>-8.9360600999999901E-5</c:v>
                </c:pt>
                <c:pt idx="302">
                  <c:v>6.6249573500000002E-4</c:v>
                </c:pt>
                <c:pt idx="303">
                  <c:v>8.8402483399999999E-4</c:v>
                </c:pt>
                <c:pt idx="304">
                  <c:v>9.4016995000000003E-4</c:v>
                </c:pt>
                <c:pt idx="305">
                  <c:v>5.0565557400000002E-4</c:v>
                </c:pt>
                <c:pt idx="306">
                  <c:v>1.6024105600000001E-4</c:v>
                </c:pt>
                <c:pt idx="307">
                  <c:v>-3.1149997299999998E-4</c:v>
                </c:pt>
                <c:pt idx="308">
                  <c:v>-1.46726263E-4</c:v>
                </c:pt>
                <c:pt idx="309">
                  <c:v>-1.0095578799999999E-4</c:v>
                </c:pt>
                <c:pt idx="310">
                  <c:v>-9.5463330999999603E-5</c:v>
                </c:pt>
                <c:pt idx="311">
                  <c:v>-8.3257870999999805E-5</c:v>
                </c:pt>
                <c:pt idx="312">
                  <c:v>8.7008296000000096E-5</c:v>
                </c:pt>
                <c:pt idx="313">
                  <c:v>8.8228842000000196E-5</c:v>
                </c:pt>
                <c:pt idx="314">
                  <c:v>-1.36867489999998E-5</c:v>
                </c:pt>
                <c:pt idx="315">
                  <c:v>8.3956931000000204E-5</c:v>
                </c:pt>
                <c:pt idx="316">
                  <c:v>5.1002189000000197E-5</c:v>
                </c:pt>
                <c:pt idx="317">
                  <c:v>7.29720170000001E-5</c:v>
                </c:pt>
                <c:pt idx="318">
                  <c:v>1.6085132900000001E-4</c:v>
                </c:pt>
                <c:pt idx="319">
                  <c:v>2.6591269000000101E-5</c:v>
                </c:pt>
                <c:pt idx="320">
                  <c:v>1.6878487799999999E-4</c:v>
                </c:pt>
                <c:pt idx="321">
                  <c:v>1.35219863E-4</c:v>
                </c:pt>
                <c:pt idx="322">
                  <c:v>1.2240413E-4</c:v>
                </c:pt>
                <c:pt idx="323">
                  <c:v>8.8228842000000196E-5</c:v>
                </c:pt>
                <c:pt idx="324">
                  <c:v>2.2309917499999999E-4</c:v>
                </c:pt>
                <c:pt idx="325">
                  <c:v>1.27896587E-4</c:v>
                </c:pt>
                <c:pt idx="326">
                  <c:v>4.1350435099999998E-4</c:v>
                </c:pt>
                <c:pt idx="327">
                  <c:v>7.1314839399999998E-4</c:v>
                </c:pt>
                <c:pt idx="328">
                  <c:v>7.4976477400000004E-4</c:v>
                </c:pt>
                <c:pt idx="329">
                  <c:v>7.5830859599999997E-4</c:v>
                </c:pt>
                <c:pt idx="330">
                  <c:v>3.92755069E-4</c:v>
                </c:pt>
                <c:pt idx="331">
                  <c:v>1.63902694E-4</c:v>
                </c:pt>
                <c:pt idx="332">
                  <c:v>-6.7390772999999598E-5</c:v>
                </c:pt>
                <c:pt idx="333">
                  <c:v>5.6494646000000297E-5</c:v>
                </c:pt>
                <c:pt idx="334">
                  <c:v>4.1237821000000099E-5</c:v>
                </c:pt>
                <c:pt idx="335">
                  <c:v>1.1569112699999999E-4</c:v>
                </c:pt>
                <c:pt idx="336">
                  <c:v>-2.7018349999996201E-6</c:v>
                </c:pt>
                <c:pt idx="337">
                  <c:v>2.01129347E-4</c:v>
                </c:pt>
                <c:pt idx="338">
                  <c:v>1.3827122799999999E-4</c:v>
                </c:pt>
                <c:pt idx="339">
                  <c:v>2.4628954899999999E-4</c:v>
                </c:pt>
                <c:pt idx="340">
                  <c:v>1.0897812400000001E-4</c:v>
                </c:pt>
                <c:pt idx="341">
                  <c:v>9.8603483000000297E-5</c:v>
                </c:pt>
                <c:pt idx="342">
                  <c:v>3.2318394700000001E-4</c:v>
                </c:pt>
                <c:pt idx="343">
                  <c:v>4.04960529E-4</c:v>
                </c:pt>
                <c:pt idx="344">
                  <c:v>1.7549788099999999E-4</c:v>
                </c:pt>
                <c:pt idx="345">
                  <c:v>1.70615697E-4</c:v>
                </c:pt>
                <c:pt idx="346">
                  <c:v>8.1262289300000005E-4</c:v>
                </c:pt>
                <c:pt idx="347">
                  <c:v>4.40356363E-4</c:v>
                </c:pt>
                <c:pt idx="348">
                  <c:v>8.4374681600000003E-4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B954-6240-896A-5AC4B836C13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8348944"/>
        <c:axId val="1518347984"/>
      </c:scatterChart>
      <c:valAx>
        <c:axId val="1518348944"/>
        <c:scaling>
          <c:orientation val="minMax"/>
          <c:max val="5.000000000000001E-3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7984"/>
        <c:crosses val="autoZero"/>
        <c:crossBetween val="midCat"/>
      </c:valAx>
      <c:valAx>
        <c:axId val="1518347984"/>
        <c:scaling>
          <c:orientation val="minMax"/>
          <c:min val="-1.0000000000000002E-2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8944"/>
        <c:crosses val="autoZero"/>
        <c:crossBetween val="midCat"/>
      </c:valAx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242175925925925"/>
          <c:y val="0.12935185185185186"/>
          <c:w val="0.81968865740740737"/>
          <c:h val="0.74129629629629634"/>
        </c:manualLayout>
      </c:layout>
      <c:scatterChart>
        <c:scatterStyle val="smoothMarker"/>
        <c:varyColors val="0"/>
        <c:ser>
          <c:idx val="0"/>
          <c:order val="0"/>
          <c:spPr>
            <a:ln w="12700" cap="rnd">
              <a:solidFill>
                <a:schemeClr val="accent6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xVal>
            <c:numRef>
              <c:f>'[2]0.4'!$O$2:$O$350</c:f>
              <c:numCache>
                <c:formatCode>General</c:formatCode>
                <c:ptCount val="349"/>
                <c:pt idx="0">
                  <c:v>0</c:v>
                </c:pt>
                <c:pt idx="1">
                  <c:v>1.9531631402003313E-5</c:v>
                </c:pt>
                <c:pt idx="2">
                  <c:v>3.9063262899929896E-5</c:v>
                </c:pt>
                <c:pt idx="3">
                  <c:v>5.8594894401409192E-5</c:v>
                </c:pt>
                <c:pt idx="4">
                  <c:v>7.8126525899335775E-5</c:v>
                </c:pt>
                <c:pt idx="5">
                  <c:v>9.7658157301339088E-5</c:v>
                </c:pt>
                <c:pt idx="6">
                  <c:v>1.1718978879926567E-4</c:v>
                </c:pt>
                <c:pt idx="7">
                  <c:v>1.3672142030074497E-4</c:v>
                </c:pt>
                <c:pt idx="8">
                  <c:v>1.5625305180222426E-4</c:v>
                </c:pt>
                <c:pt idx="9">
                  <c:v>1.7578468320067486E-4</c:v>
                </c:pt>
                <c:pt idx="10">
                  <c:v>1.9531631470215416E-4</c:v>
                </c:pt>
                <c:pt idx="11">
                  <c:v>2.1484794620008074E-4</c:v>
                </c:pt>
                <c:pt idx="12">
                  <c:v>2.3437957770156004E-4</c:v>
                </c:pt>
                <c:pt idx="13">
                  <c:v>2.5391120919948662E-4</c:v>
                </c:pt>
                <c:pt idx="14">
                  <c:v>2.7344284060148993E-4</c:v>
                </c:pt>
                <c:pt idx="15">
                  <c:v>2.9297447209941652E-4</c:v>
                </c:pt>
                <c:pt idx="16">
                  <c:v>3.1250610360089581E-4</c:v>
                </c:pt>
                <c:pt idx="17">
                  <c:v>3.3203773510237511E-4</c:v>
                </c:pt>
                <c:pt idx="18">
                  <c:v>3.5156936650082571E-4</c:v>
                </c:pt>
                <c:pt idx="19">
                  <c:v>3.71100998002305E-4</c:v>
                </c:pt>
                <c:pt idx="20">
                  <c:v>3.9063262950023159E-4</c:v>
                </c:pt>
                <c:pt idx="21">
                  <c:v>4.1016426100171088E-4</c:v>
                </c:pt>
                <c:pt idx="22">
                  <c:v>4.2969589249963747E-4</c:v>
                </c:pt>
                <c:pt idx="23">
                  <c:v>4.4922752390164078E-4</c:v>
                </c:pt>
                <c:pt idx="24">
                  <c:v>4.6875915539956736E-4</c:v>
                </c:pt>
                <c:pt idx="25">
                  <c:v>4.8829078690104666E-4</c:v>
                </c:pt>
                <c:pt idx="26">
                  <c:v>5.0782241839897324E-4</c:v>
                </c:pt>
                <c:pt idx="27">
                  <c:v>5.2735404980097655E-4</c:v>
                </c:pt>
                <c:pt idx="28">
                  <c:v>5.4688568129890314E-4</c:v>
                </c:pt>
                <c:pt idx="29">
                  <c:v>5.6641731280038243E-4</c:v>
                </c:pt>
                <c:pt idx="30">
                  <c:v>5.8594894430186173E-4</c:v>
                </c:pt>
                <c:pt idx="31">
                  <c:v>6.0548057570031233E-4</c:v>
                </c:pt>
                <c:pt idx="32">
                  <c:v>6.2501220720179163E-4</c:v>
                </c:pt>
                <c:pt idx="33">
                  <c:v>6.4454383869971821E-4</c:v>
                </c:pt>
                <c:pt idx="34">
                  <c:v>6.640754702011975E-4</c:v>
                </c:pt>
                <c:pt idx="35">
                  <c:v>6.8360710169912409E-4</c:v>
                </c:pt>
                <c:pt idx="36">
                  <c:v>7.031387331011274E-4</c:v>
                </c:pt>
                <c:pt idx="37">
                  <c:v>7.2267036459905398E-4</c:v>
                </c:pt>
                <c:pt idx="38">
                  <c:v>7.4220199610053328E-4</c:v>
                </c:pt>
                <c:pt idx="39">
                  <c:v>7.6173362760201258E-4</c:v>
                </c:pt>
                <c:pt idx="40">
                  <c:v>7.8126525900046317E-4</c:v>
                </c:pt>
                <c:pt idx="41">
                  <c:v>8.0079689050194247E-4</c:v>
                </c:pt>
                <c:pt idx="42">
                  <c:v>8.2032852199986905E-4</c:v>
                </c:pt>
                <c:pt idx="43">
                  <c:v>8.3986015350134835E-4</c:v>
                </c:pt>
                <c:pt idx="44">
                  <c:v>8.5939178499927493E-4</c:v>
                </c:pt>
                <c:pt idx="45">
                  <c:v>8.7892341640127825E-4</c:v>
                </c:pt>
                <c:pt idx="46">
                  <c:v>8.9845504789920483E-4</c:v>
                </c:pt>
                <c:pt idx="47">
                  <c:v>9.1798667940068412E-4</c:v>
                </c:pt>
                <c:pt idx="48">
                  <c:v>9.3751831090216342E-4</c:v>
                </c:pt>
                <c:pt idx="49">
                  <c:v>9.5704994230061402E-4</c:v>
                </c:pt>
                <c:pt idx="50">
                  <c:v>9.7658157380209332E-4</c:v>
                </c:pt>
                <c:pt idx="51">
                  <c:v>9.961132053000199E-4</c:v>
                </c:pt>
                <c:pt idx="52">
                  <c:v>1.0156448368014992E-3</c:v>
                </c:pt>
                <c:pt idx="53">
                  <c:v>1.0351764681999498E-3</c:v>
                </c:pt>
                <c:pt idx="54">
                  <c:v>1.0547080997014291E-3</c:v>
                </c:pt>
                <c:pt idx="55">
                  <c:v>1.0742397311993557E-3</c:v>
                </c:pt>
                <c:pt idx="56">
                  <c:v>1.093771362700835E-3</c:v>
                </c:pt>
                <c:pt idx="57">
                  <c:v>1.1133029942023143E-3</c:v>
                </c:pt>
                <c:pt idx="58">
                  <c:v>1.1328346256007649E-3</c:v>
                </c:pt>
                <c:pt idx="59">
                  <c:v>1.1523662571022442E-3</c:v>
                </c:pt>
                <c:pt idx="60">
                  <c:v>1.1718978886001707E-3</c:v>
                </c:pt>
                <c:pt idx="61">
                  <c:v>1.19142952010165E-3</c:v>
                </c:pt>
                <c:pt idx="62">
                  <c:v>1.2109611515001006E-3</c:v>
                </c:pt>
                <c:pt idx="63">
                  <c:v>1.2304927830015799E-3</c:v>
                </c:pt>
                <c:pt idx="64">
                  <c:v>1.2500244144995065E-3</c:v>
                </c:pt>
                <c:pt idx="65">
                  <c:v>1.2695560460009858E-3</c:v>
                </c:pt>
                <c:pt idx="66">
                  <c:v>1.2890876773994364E-3</c:v>
                </c:pt>
                <c:pt idx="67">
                  <c:v>1.3086193089009157E-3</c:v>
                </c:pt>
                <c:pt idx="68">
                  <c:v>1.328150940402395E-3</c:v>
                </c:pt>
                <c:pt idx="69">
                  <c:v>1.3476825719003216E-3</c:v>
                </c:pt>
                <c:pt idx="70">
                  <c:v>1.3672142034018009E-3</c:v>
                </c:pt>
                <c:pt idx="71">
                  <c:v>1.3867458348002515E-3</c:v>
                </c:pt>
                <c:pt idx="72">
                  <c:v>1.4062774663017308E-3</c:v>
                </c:pt>
                <c:pt idx="73">
                  <c:v>1.4258090977996574E-3</c:v>
                </c:pt>
                <c:pt idx="74">
                  <c:v>1.4453407293011367E-3</c:v>
                </c:pt>
                <c:pt idx="75">
                  <c:v>1.4648723606995873E-3</c:v>
                </c:pt>
                <c:pt idx="76">
                  <c:v>1.4844039922010666E-3</c:v>
                </c:pt>
                <c:pt idx="77">
                  <c:v>1.5039356236989931E-3</c:v>
                </c:pt>
                <c:pt idx="78">
                  <c:v>1.5234672552004724E-3</c:v>
                </c:pt>
                <c:pt idx="79">
                  <c:v>1.542998886598923E-3</c:v>
                </c:pt>
                <c:pt idx="80">
                  <c:v>1.5625305181004023E-3</c:v>
                </c:pt>
                <c:pt idx="81">
                  <c:v>1.5820621496018816E-3</c:v>
                </c:pt>
                <c:pt idx="82">
                  <c:v>1.6015937810998082E-3</c:v>
                </c:pt>
                <c:pt idx="83">
                  <c:v>1.6211254126012875E-3</c:v>
                </c:pt>
                <c:pt idx="84">
                  <c:v>1.6406570439997381E-3</c:v>
                </c:pt>
                <c:pt idx="85">
                  <c:v>1.6601886755012174E-3</c:v>
                </c:pt>
                <c:pt idx="86">
                  <c:v>1.679720306999144E-3</c:v>
                </c:pt>
                <c:pt idx="87">
                  <c:v>1.6992519385006233E-3</c:v>
                </c:pt>
                <c:pt idx="88">
                  <c:v>1.7187835698990739E-3</c:v>
                </c:pt>
                <c:pt idx="89">
                  <c:v>1.7383152014005532E-3</c:v>
                </c:pt>
                <c:pt idx="90">
                  <c:v>1.7578468329020325E-3</c:v>
                </c:pt>
                <c:pt idx="91">
                  <c:v>1.7773784643999591E-3</c:v>
                </c:pt>
                <c:pt idx="92">
                  <c:v>1.7969100959014384E-3</c:v>
                </c:pt>
                <c:pt idx="93">
                  <c:v>1.816441727299889E-3</c:v>
                </c:pt>
                <c:pt idx="94">
                  <c:v>1.8359733588013682E-3</c:v>
                </c:pt>
                <c:pt idx="95">
                  <c:v>1.8555049902992948E-3</c:v>
                </c:pt>
                <c:pt idx="96">
                  <c:v>1.8750366218007741E-3</c:v>
                </c:pt>
                <c:pt idx="97">
                  <c:v>1.8945682531992247E-3</c:v>
                </c:pt>
                <c:pt idx="98">
                  <c:v>1.914099884700704E-3</c:v>
                </c:pt>
                <c:pt idx="99">
                  <c:v>1.9336315162021833E-3</c:v>
                </c:pt>
                <c:pt idx="100">
                  <c:v>1.9531631477001099E-3</c:v>
                </c:pt>
                <c:pt idx="101">
                  <c:v>1.9726947791021132E-3</c:v>
                </c:pt>
                <c:pt idx="102">
                  <c:v>1.9922264106000398E-3</c:v>
                </c:pt>
                <c:pt idx="103">
                  <c:v>2.0117580421015191E-3</c:v>
                </c:pt>
                <c:pt idx="104">
                  <c:v>2.0312896735994457E-3</c:v>
                </c:pt>
                <c:pt idx="105">
                  <c:v>2.050821305100925E-3</c:v>
                </c:pt>
                <c:pt idx="106">
                  <c:v>2.0703529364993756E-3</c:v>
                </c:pt>
                <c:pt idx="107">
                  <c:v>2.0898845680008549E-3</c:v>
                </c:pt>
                <c:pt idx="108">
                  <c:v>2.1094161995023342E-3</c:v>
                </c:pt>
                <c:pt idx="109">
                  <c:v>2.1289478310002607E-3</c:v>
                </c:pt>
                <c:pt idx="110">
                  <c:v>2.1484794624022641E-3</c:v>
                </c:pt>
                <c:pt idx="111">
                  <c:v>2.1680110939001906E-3</c:v>
                </c:pt>
                <c:pt idx="112">
                  <c:v>2.1875427254016699E-3</c:v>
                </c:pt>
                <c:pt idx="113">
                  <c:v>2.2070743568995965E-3</c:v>
                </c:pt>
                <c:pt idx="114">
                  <c:v>2.2266059884010758E-3</c:v>
                </c:pt>
                <c:pt idx="115">
                  <c:v>2.2461376197995264E-3</c:v>
                </c:pt>
                <c:pt idx="116">
                  <c:v>2.2656692513010057E-3</c:v>
                </c:pt>
                <c:pt idx="117">
                  <c:v>2.2852008827989323E-3</c:v>
                </c:pt>
                <c:pt idx="118">
                  <c:v>2.3047325143004116E-3</c:v>
                </c:pt>
                <c:pt idx="119">
                  <c:v>2.3242641456988622E-3</c:v>
                </c:pt>
                <c:pt idx="120">
                  <c:v>2.3437957772003415E-3</c:v>
                </c:pt>
                <c:pt idx="121">
                  <c:v>2.3633274087018208E-3</c:v>
                </c:pt>
                <c:pt idx="122">
                  <c:v>2.3828590401997474E-3</c:v>
                </c:pt>
                <c:pt idx="123">
                  <c:v>2.4023906716017507E-3</c:v>
                </c:pt>
                <c:pt idx="124">
                  <c:v>2.4219223030996773E-3</c:v>
                </c:pt>
                <c:pt idx="125">
                  <c:v>2.4414539346011566E-3</c:v>
                </c:pt>
                <c:pt idx="126">
                  <c:v>2.4609855660990831E-3</c:v>
                </c:pt>
                <c:pt idx="127">
                  <c:v>2.4805171976005624E-3</c:v>
                </c:pt>
                <c:pt idx="128">
                  <c:v>2.500048828999013E-3</c:v>
                </c:pt>
                <c:pt idx="129">
                  <c:v>2.5195804605004923E-3</c:v>
                </c:pt>
                <c:pt idx="130">
                  <c:v>2.5391120920019716E-3</c:v>
                </c:pt>
                <c:pt idx="131">
                  <c:v>2.5586437234998982E-3</c:v>
                </c:pt>
                <c:pt idx="132">
                  <c:v>2.5781753549019015E-3</c:v>
                </c:pt>
                <c:pt idx="133">
                  <c:v>2.5977069863998281E-3</c:v>
                </c:pt>
                <c:pt idx="134">
                  <c:v>2.6172386179013074E-3</c:v>
                </c:pt>
                <c:pt idx="135">
                  <c:v>2.636770249399234E-3</c:v>
                </c:pt>
                <c:pt idx="136">
                  <c:v>2.6563018808012373E-3</c:v>
                </c:pt>
                <c:pt idx="137">
                  <c:v>2.6758335122991639E-3</c:v>
                </c:pt>
                <c:pt idx="138">
                  <c:v>2.6953651438006432E-3</c:v>
                </c:pt>
                <c:pt idx="139">
                  <c:v>2.7148967753021225E-3</c:v>
                </c:pt>
                <c:pt idx="140">
                  <c:v>2.7344284068000491E-3</c:v>
                </c:pt>
                <c:pt idx="141">
                  <c:v>2.7539600382020524E-3</c:v>
                </c:pt>
                <c:pt idx="142">
                  <c:v>2.773491669699979E-3</c:v>
                </c:pt>
                <c:pt idx="143">
                  <c:v>2.7930233012014583E-3</c:v>
                </c:pt>
                <c:pt idx="144">
                  <c:v>2.8125549326993848E-3</c:v>
                </c:pt>
                <c:pt idx="145">
                  <c:v>2.8320865641013881E-3</c:v>
                </c:pt>
                <c:pt idx="146">
                  <c:v>2.8516181955993147E-3</c:v>
                </c:pt>
                <c:pt idx="147">
                  <c:v>2.871149827100794E-3</c:v>
                </c:pt>
                <c:pt idx="148">
                  <c:v>2.8906814586022733E-3</c:v>
                </c:pt>
                <c:pt idx="149">
                  <c:v>2.9102130901001999E-3</c:v>
                </c:pt>
                <c:pt idx="150">
                  <c:v>2.9297447215022032E-3</c:v>
                </c:pt>
                <c:pt idx="151">
                  <c:v>2.9492763530001298E-3</c:v>
                </c:pt>
                <c:pt idx="152">
                  <c:v>2.9688079845016091E-3</c:v>
                </c:pt>
                <c:pt idx="153">
                  <c:v>2.9883396159995357E-3</c:v>
                </c:pt>
                <c:pt idx="154">
                  <c:v>3.007871247401539E-3</c:v>
                </c:pt>
                <c:pt idx="155">
                  <c:v>3.0274028788994656E-3</c:v>
                </c:pt>
                <c:pt idx="156">
                  <c:v>3.0469345104009449E-3</c:v>
                </c:pt>
                <c:pt idx="157">
                  <c:v>3.0664661418988715E-3</c:v>
                </c:pt>
                <c:pt idx="158">
                  <c:v>3.0859977733008748E-3</c:v>
                </c:pt>
                <c:pt idx="159">
                  <c:v>3.1055294048023541E-3</c:v>
                </c:pt>
                <c:pt idx="160">
                  <c:v>3.1250610363002806E-3</c:v>
                </c:pt>
                <c:pt idx="161">
                  <c:v>3.1445926678017599E-3</c:v>
                </c:pt>
                <c:pt idx="162">
                  <c:v>3.1641242992996865E-3</c:v>
                </c:pt>
                <c:pt idx="163">
                  <c:v>3.1836559307016898E-3</c:v>
                </c:pt>
                <c:pt idx="164">
                  <c:v>3.2031875621996164E-3</c:v>
                </c:pt>
                <c:pt idx="165">
                  <c:v>3.2227191937010957E-3</c:v>
                </c:pt>
                <c:pt idx="166">
                  <c:v>3.2422508251990223E-3</c:v>
                </c:pt>
                <c:pt idx="167">
                  <c:v>3.2617824566010256E-3</c:v>
                </c:pt>
                <c:pt idx="168">
                  <c:v>3.2813140880989522E-3</c:v>
                </c:pt>
                <c:pt idx="169">
                  <c:v>3.3008457196004315E-3</c:v>
                </c:pt>
                <c:pt idx="170">
                  <c:v>3.3203773511019108E-3</c:v>
                </c:pt>
                <c:pt idx="171">
                  <c:v>3.3399089825998374E-3</c:v>
                </c:pt>
                <c:pt idx="172">
                  <c:v>3.3594406140018407E-3</c:v>
                </c:pt>
                <c:pt idx="173">
                  <c:v>3.3789722454997673E-3</c:v>
                </c:pt>
                <c:pt idx="174">
                  <c:v>3.3985038770012466E-3</c:v>
                </c:pt>
                <c:pt idx="175">
                  <c:v>3.4180355084991731E-3</c:v>
                </c:pt>
                <c:pt idx="176">
                  <c:v>3.4375671399011765E-3</c:v>
                </c:pt>
                <c:pt idx="177">
                  <c:v>3.457098771399103E-3</c:v>
                </c:pt>
                <c:pt idx="178">
                  <c:v>3.4766304029005823E-3</c:v>
                </c:pt>
                <c:pt idx="179">
                  <c:v>3.4961620344020616E-3</c:v>
                </c:pt>
                <c:pt idx="180">
                  <c:v>3.5156936658005122E-3</c:v>
                </c:pt>
                <c:pt idx="181">
                  <c:v>3.5352252973019915E-3</c:v>
                </c:pt>
                <c:pt idx="182">
                  <c:v>3.5547569287999181E-3</c:v>
                </c:pt>
                <c:pt idx="183">
                  <c:v>3.5742885603013974E-3</c:v>
                </c:pt>
                <c:pt idx="184">
                  <c:v>3.593820191799324E-3</c:v>
                </c:pt>
                <c:pt idx="185">
                  <c:v>3.6133518232013273E-3</c:v>
                </c:pt>
                <c:pt idx="186">
                  <c:v>3.6328834546992539E-3</c:v>
                </c:pt>
                <c:pt idx="187">
                  <c:v>3.6524150862007332E-3</c:v>
                </c:pt>
                <c:pt idx="188">
                  <c:v>3.6719467177022125E-3</c:v>
                </c:pt>
                <c:pt idx="189">
                  <c:v>3.6914783491006631E-3</c:v>
                </c:pt>
                <c:pt idx="190">
                  <c:v>3.7110099806021424E-3</c:v>
                </c:pt>
                <c:pt idx="191">
                  <c:v>3.730541612100069E-3</c:v>
                </c:pt>
                <c:pt idx="192">
                  <c:v>3.7500732436015483E-3</c:v>
                </c:pt>
                <c:pt idx="193">
                  <c:v>3.7696048749999989E-3</c:v>
                </c:pt>
                <c:pt idx="194">
                  <c:v>3.7891365065014782E-3</c:v>
                </c:pt>
                <c:pt idx="195">
                  <c:v>3.8086681379994047E-3</c:v>
                </c:pt>
                <c:pt idx="196">
                  <c:v>3.828199769500884E-3</c:v>
                </c:pt>
                <c:pt idx="197">
                  <c:v>3.8477314010023633E-3</c:v>
                </c:pt>
                <c:pt idx="198">
                  <c:v>3.8672630324008139E-3</c:v>
                </c:pt>
                <c:pt idx="199">
                  <c:v>3.8867946639022932E-3</c:v>
                </c:pt>
                <c:pt idx="200">
                  <c:v>3.9063262954002198E-3</c:v>
                </c:pt>
                <c:pt idx="201">
                  <c:v>3.9258579269016991E-3</c:v>
                </c:pt>
                <c:pt idx="202">
                  <c:v>3.9453895583001497E-3</c:v>
                </c:pt>
                <c:pt idx="203">
                  <c:v>3.964921189801629E-3</c:v>
                </c:pt>
                <c:pt idx="204">
                  <c:v>3.9844528212995556E-3</c:v>
                </c:pt>
                <c:pt idx="205">
                  <c:v>4.0039844528010349E-3</c:v>
                </c:pt>
                <c:pt idx="206">
                  <c:v>4.0235160842989615E-3</c:v>
                </c:pt>
                <c:pt idx="207">
                  <c:v>4.0430477157009648E-3</c:v>
                </c:pt>
                <c:pt idx="208">
                  <c:v>4.0625793471988914E-3</c:v>
                </c:pt>
                <c:pt idx="209">
                  <c:v>4.0821109787003707E-3</c:v>
                </c:pt>
                <c:pt idx="210">
                  <c:v>4.1016426102018499E-3</c:v>
                </c:pt>
                <c:pt idx="211">
                  <c:v>4.1211742416003005E-3</c:v>
                </c:pt>
                <c:pt idx="212">
                  <c:v>4.1407058731017798E-3</c:v>
                </c:pt>
                <c:pt idx="213">
                  <c:v>4.1602375045997064E-3</c:v>
                </c:pt>
                <c:pt idx="214">
                  <c:v>4.1797691361011857E-3</c:v>
                </c:pt>
                <c:pt idx="215">
                  <c:v>4.1993007674996363E-3</c:v>
                </c:pt>
                <c:pt idx="216">
                  <c:v>4.2188323990011156E-3</c:v>
                </c:pt>
                <c:pt idx="217">
                  <c:v>4.2383640304990422E-3</c:v>
                </c:pt>
                <c:pt idx="218">
                  <c:v>4.2578956620005215E-3</c:v>
                </c:pt>
                <c:pt idx="219">
                  <c:v>4.2774272935020008E-3</c:v>
                </c:pt>
                <c:pt idx="220">
                  <c:v>4.2969589249004514E-3</c:v>
                </c:pt>
                <c:pt idx="221">
                  <c:v>4.3164905564019307E-3</c:v>
                </c:pt>
                <c:pt idx="222">
                  <c:v>4.3360221878998573E-3</c:v>
                </c:pt>
                <c:pt idx="223">
                  <c:v>4.3555538194013366E-3</c:v>
                </c:pt>
                <c:pt idx="224">
                  <c:v>4.3750854507997872E-3</c:v>
                </c:pt>
                <c:pt idx="225">
                  <c:v>4.3946170823012665E-3</c:v>
                </c:pt>
                <c:pt idx="226">
                  <c:v>4.414148713799193E-3</c:v>
                </c:pt>
                <c:pt idx="227">
                  <c:v>4.4336803453006723E-3</c:v>
                </c:pt>
                <c:pt idx="228">
                  <c:v>4.4532119768021516E-3</c:v>
                </c:pt>
                <c:pt idx="229">
                  <c:v>4.4727436082006022E-3</c:v>
                </c:pt>
                <c:pt idx="230">
                  <c:v>4.4922752397020815E-3</c:v>
                </c:pt>
                <c:pt idx="231">
                  <c:v>4.5118068712000081E-3</c:v>
                </c:pt>
                <c:pt idx="232">
                  <c:v>4.5313385027014874E-3</c:v>
                </c:pt>
                <c:pt idx="233">
                  <c:v>4.550870134099938E-3</c:v>
                </c:pt>
                <c:pt idx="234">
                  <c:v>4.5704017656014173E-3</c:v>
                </c:pt>
                <c:pt idx="235">
                  <c:v>4.5899333970993439E-3</c:v>
                </c:pt>
                <c:pt idx="236">
                  <c:v>4.6094650286008232E-3</c:v>
                </c:pt>
                <c:pt idx="237">
                  <c:v>4.6289966599992738E-3</c:v>
                </c:pt>
                <c:pt idx="238">
                  <c:v>4.6485282915007531E-3</c:v>
                </c:pt>
                <c:pt idx="239">
                  <c:v>4.6680599230022324E-3</c:v>
                </c:pt>
                <c:pt idx="240">
                  <c:v>4.687591554500159E-3</c:v>
                </c:pt>
                <c:pt idx="241">
                  <c:v>4.7071231860016383E-3</c:v>
                </c:pt>
                <c:pt idx="242">
                  <c:v>4.7266548174000889E-3</c:v>
                </c:pt>
                <c:pt idx="243">
                  <c:v>4.7461864489015682E-3</c:v>
                </c:pt>
                <c:pt idx="244">
                  <c:v>4.7657180803994947E-3</c:v>
                </c:pt>
                <c:pt idx="245">
                  <c:v>4.785249711900974E-3</c:v>
                </c:pt>
                <c:pt idx="246">
                  <c:v>4.8047813432994246E-3</c:v>
                </c:pt>
                <c:pt idx="247">
                  <c:v>4.8243129748009039E-3</c:v>
                </c:pt>
                <c:pt idx="248">
                  <c:v>4.8438446063023832E-3</c:v>
                </c:pt>
                <c:pt idx="249">
                  <c:v>4.8633762378003098E-3</c:v>
                </c:pt>
                <c:pt idx="250">
                  <c:v>4.8829078692023131E-3</c:v>
                </c:pt>
                <c:pt idx="251">
                  <c:v>4.9024395007002397E-3</c:v>
                </c:pt>
                <c:pt idx="252">
                  <c:v>4.921971132201719E-3</c:v>
                </c:pt>
                <c:pt idx="253">
                  <c:v>4.9415027636996456E-3</c:v>
                </c:pt>
                <c:pt idx="254">
                  <c:v>4.9610343952011249E-3</c:v>
                </c:pt>
                <c:pt idx="255">
                  <c:v>4.9805660265995755E-3</c:v>
                </c:pt>
                <c:pt idx="256">
                  <c:v>5.0000976581010548E-3</c:v>
                </c:pt>
                <c:pt idx="257">
                  <c:v>5.0196292895989814E-3</c:v>
                </c:pt>
                <c:pt idx="258">
                  <c:v>5.0391609211004607E-3</c:v>
                </c:pt>
                <c:pt idx="259">
                  <c:v>5.0586925524989113E-3</c:v>
                </c:pt>
                <c:pt idx="260">
                  <c:v>5.0782241840003906E-3</c:v>
                </c:pt>
                <c:pt idx="261">
                  <c:v>5.0977558155018698E-3</c:v>
                </c:pt>
                <c:pt idx="262">
                  <c:v>5.1172874469997964E-3</c:v>
                </c:pt>
                <c:pt idx="263">
                  <c:v>5.1368190785012757E-3</c:v>
                </c:pt>
                <c:pt idx="264">
                  <c:v>5.1563507098997263E-3</c:v>
                </c:pt>
                <c:pt idx="265">
                  <c:v>5.1758823414012056E-3</c:v>
                </c:pt>
                <c:pt idx="266">
                  <c:v>5.1954139728991322E-3</c:v>
                </c:pt>
                <c:pt idx="267">
                  <c:v>5.2149456044006115E-3</c:v>
                </c:pt>
                <c:pt idx="268">
                  <c:v>5.2344772357990621E-3</c:v>
                </c:pt>
                <c:pt idx="269">
                  <c:v>5.2540088673005414E-3</c:v>
                </c:pt>
                <c:pt idx="270">
                  <c:v>5.2735404988020207E-3</c:v>
                </c:pt>
                <c:pt idx="271">
                  <c:v>5.2930721302999473E-3</c:v>
                </c:pt>
                <c:pt idx="272">
                  <c:v>5.3126037617019506E-3</c:v>
                </c:pt>
                <c:pt idx="273">
                  <c:v>5.3321353931998772E-3</c:v>
                </c:pt>
                <c:pt idx="274">
                  <c:v>5.3516670247013565E-3</c:v>
                </c:pt>
                <c:pt idx="275">
                  <c:v>5.3711986561992831E-3</c:v>
                </c:pt>
                <c:pt idx="276">
                  <c:v>5.3907302877007623E-3</c:v>
                </c:pt>
                <c:pt idx="277">
                  <c:v>5.4102619190992129E-3</c:v>
                </c:pt>
                <c:pt idx="278">
                  <c:v>5.4297935506006922E-3</c:v>
                </c:pt>
                <c:pt idx="279">
                  <c:v>5.4493251821021715E-3</c:v>
                </c:pt>
                <c:pt idx="280">
                  <c:v>5.4688568136000981E-3</c:v>
                </c:pt>
                <c:pt idx="281">
                  <c:v>5.4883884450021014E-3</c:v>
                </c:pt>
                <c:pt idx="282">
                  <c:v>5.507920076500028E-3</c:v>
                </c:pt>
                <c:pt idx="283">
                  <c:v>5.5274517080015073E-3</c:v>
                </c:pt>
                <c:pt idx="284">
                  <c:v>5.5469833394994339E-3</c:v>
                </c:pt>
                <c:pt idx="285">
                  <c:v>5.5665149709014372E-3</c:v>
                </c:pt>
                <c:pt idx="286">
                  <c:v>5.5860466023993638E-3</c:v>
                </c:pt>
                <c:pt idx="287">
                  <c:v>5.6055782339008431E-3</c:v>
                </c:pt>
                <c:pt idx="288">
                  <c:v>5.6251098654023224E-3</c:v>
                </c:pt>
                <c:pt idx="289">
                  <c:v>5.644641496900249E-3</c:v>
                </c:pt>
                <c:pt idx="290">
                  <c:v>5.6641731283022523E-3</c:v>
                </c:pt>
                <c:pt idx="291">
                  <c:v>5.6837047598001789E-3</c:v>
                </c:pt>
                <c:pt idx="292">
                  <c:v>5.7032363913016582E-3</c:v>
                </c:pt>
                <c:pt idx="293">
                  <c:v>5.7227680227995847E-3</c:v>
                </c:pt>
                <c:pt idx="294">
                  <c:v>5.7422996542015881E-3</c:v>
                </c:pt>
                <c:pt idx="295">
                  <c:v>5.7618312856995146E-3</c:v>
                </c:pt>
                <c:pt idx="296">
                  <c:v>5.7813629172009939E-3</c:v>
                </c:pt>
                <c:pt idx="297">
                  <c:v>5.8008945486989205E-3</c:v>
                </c:pt>
                <c:pt idx="298">
                  <c:v>5.8204261802003998E-3</c:v>
                </c:pt>
                <c:pt idx="299">
                  <c:v>5.8399578116024031E-3</c:v>
                </c:pt>
                <c:pt idx="300">
                  <c:v>5.8594894431003297E-3</c:v>
                </c:pt>
                <c:pt idx="301">
                  <c:v>5.879021074601809E-3</c:v>
                </c:pt>
                <c:pt idx="302">
                  <c:v>5.8985527060997356E-3</c:v>
                </c:pt>
                <c:pt idx="303">
                  <c:v>5.9180843375017389E-3</c:v>
                </c:pt>
                <c:pt idx="304">
                  <c:v>5.9376159689996655E-3</c:v>
                </c:pt>
                <c:pt idx="305">
                  <c:v>5.9571476005011448E-3</c:v>
                </c:pt>
                <c:pt idx="306">
                  <c:v>5.9766792319990714E-3</c:v>
                </c:pt>
                <c:pt idx="307">
                  <c:v>5.9962108634010747E-3</c:v>
                </c:pt>
                <c:pt idx="308">
                  <c:v>6.0157424948990013E-3</c:v>
                </c:pt>
                <c:pt idx="309">
                  <c:v>6.0352741264004806E-3</c:v>
                </c:pt>
                <c:pt idx="310">
                  <c:v>6.0548057579019599E-3</c:v>
                </c:pt>
                <c:pt idx="311">
                  <c:v>6.0743373893998864E-3</c:v>
                </c:pt>
                <c:pt idx="312">
                  <c:v>6.0938690208018897E-3</c:v>
                </c:pt>
                <c:pt idx="313">
                  <c:v>6.1134006522998163E-3</c:v>
                </c:pt>
                <c:pt idx="314">
                  <c:v>6.1329322838012956E-3</c:v>
                </c:pt>
                <c:pt idx="315">
                  <c:v>6.1524639152992222E-3</c:v>
                </c:pt>
                <c:pt idx="316">
                  <c:v>6.1719955467012255E-3</c:v>
                </c:pt>
                <c:pt idx="317">
                  <c:v>6.1915271781991521E-3</c:v>
                </c:pt>
                <c:pt idx="318">
                  <c:v>6.2110588097006314E-3</c:v>
                </c:pt>
                <c:pt idx="319">
                  <c:v>6.2305904412021107E-3</c:v>
                </c:pt>
                <c:pt idx="320">
                  <c:v>6.2501220727000373E-3</c:v>
                </c:pt>
                <c:pt idx="321">
                  <c:v>6.2696537041020406E-3</c:v>
                </c:pt>
                <c:pt idx="322">
                  <c:v>6.2891853355999672E-3</c:v>
                </c:pt>
                <c:pt idx="323">
                  <c:v>6.3087169671014465E-3</c:v>
                </c:pt>
                <c:pt idx="324">
                  <c:v>6.3282485985993731E-3</c:v>
                </c:pt>
                <c:pt idx="325">
                  <c:v>6.3477802300013764E-3</c:v>
                </c:pt>
                <c:pt idx="326">
                  <c:v>6.3673118614993029E-3</c:v>
                </c:pt>
                <c:pt idx="327">
                  <c:v>6.3868434930007822E-3</c:v>
                </c:pt>
                <c:pt idx="328">
                  <c:v>6.4063751245022615E-3</c:v>
                </c:pt>
                <c:pt idx="329">
                  <c:v>6.4259067559007121E-3</c:v>
                </c:pt>
                <c:pt idx="330">
                  <c:v>6.4454383874021914E-3</c:v>
                </c:pt>
                <c:pt idx="331">
                  <c:v>6.464970018900118E-3</c:v>
                </c:pt>
                <c:pt idx="332">
                  <c:v>6.4845016504015973E-3</c:v>
                </c:pt>
                <c:pt idx="333">
                  <c:v>6.5040332818995239E-3</c:v>
                </c:pt>
                <c:pt idx="334">
                  <c:v>6.5235649133015272E-3</c:v>
                </c:pt>
                <c:pt idx="335">
                  <c:v>6.5430965447994538E-3</c:v>
                </c:pt>
                <c:pt idx="336">
                  <c:v>6.5626281763009331E-3</c:v>
                </c:pt>
                <c:pt idx="337">
                  <c:v>6.5821598077988597E-3</c:v>
                </c:pt>
                <c:pt idx="338">
                  <c:v>6.601691439200863E-3</c:v>
                </c:pt>
                <c:pt idx="339">
                  <c:v>6.6212230707023423E-3</c:v>
                </c:pt>
                <c:pt idx="340">
                  <c:v>6.6407547022002689E-3</c:v>
                </c:pt>
                <c:pt idx="341">
                  <c:v>6.6602863337017482E-3</c:v>
                </c:pt>
                <c:pt idx="342">
                  <c:v>6.6798179651001988E-3</c:v>
                </c:pt>
                <c:pt idx="343">
                  <c:v>6.6993495966016781E-3</c:v>
                </c:pt>
                <c:pt idx="344">
                  <c:v>6.7188812280996046E-3</c:v>
                </c:pt>
                <c:pt idx="345">
                  <c:v>6.7384128596010839E-3</c:v>
                </c:pt>
                <c:pt idx="346">
                  <c:v>6.7579444910990105E-3</c:v>
                </c:pt>
                <c:pt idx="347">
                  <c:v>6.7774761225010138E-3</c:v>
                </c:pt>
                <c:pt idx="348">
                  <c:v>6.7970077539989404E-3</c:v>
                </c:pt>
              </c:numCache>
            </c:numRef>
          </c:xVal>
          <c:yVal>
            <c:numRef>
              <c:f>'[2]0.4'!$N$2:$N$350</c:f>
              <c:numCache>
                <c:formatCode>General</c:formatCode>
                <c:ptCount val="349"/>
                <c:pt idx="0">
                  <c:v>2.5361282500000002E-4</c:v>
                </c:pt>
                <c:pt idx="1">
                  <c:v>1.35830136E-4</c:v>
                </c:pt>
                <c:pt idx="2">
                  <c:v>2.3835600000000001E-4</c:v>
                </c:pt>
                <c:pt idx="3">
                  <c:v>2.1577589900000001E-4</c:v>
                </c:pt>
                <c:pt idx="4">
                  <c:v>1.88313614E-4</c:v>
                </c:pt>
                <c:pt idx="5">
                  <c:v>2.18827264E-4</c:v>
                </c:pt>
                <c:pt idx="6">
                  <c:v>1.7122597E-4</c:v>
                </c:pt>
                <c:pt idx="7">
                  <c:v>2.2370944799999999E-4</c:v>
                </c:pt>
                <c:pt idx="8">
                  <c:v>2.49951187E-4</c:v>
                </c:pt>
                <c:pt idx="9">
                  <c:v>2.9022920500000002E-4</c:v>
                </c:pt>
                <c:pt idx="10">
                  <c:v>1.8953416E-4</c:v>
                </c:pt>
                <c:pt idx="11">
                  <c:v>2.61546374E-4</c:v>
                </c:pt>
                <c:pt idx="12">
                  <c:v>2.4628954899999999E-4</c:v>
                </c:pt>
                <c:pt idx="13">
                  <c:v>1.9197525199999999E-4</c:v>
                </c:pt>
                <c:pt idx="14">
                  <c:v>2.2981217799999999E-4</c:v>
                </c:pt>
                <c:pt idx="15">
                  <c:v>2.5727446299999998E-4</c:v>
                </c:pt>
                <c:pt idx="16">
                  <c:v>2.12724534E-4</c:v>
                </c:pt>
                <c:pt idx="17">
                  <c:v>2.1028344199999999E-4</c:v>
                </c:pt>
                <c:pt idx="18">
                  <c:v>1.5169723399999999E-4</c:v>
                </c:pt>
                <c:pt idx="19">
                  <c:v>1.3094795200000001E-4</c:v>
                </c:pt>
                <c:pt idx="20">
                  <c:v>1.8038006499999999E-4</c:v>
                </c:pt>
                <c:pt idx="21">
                  <c:v>2.5239227900000002E-4</c:v>
                </c:pt>
                <c:pt idx="22">
                  <c:v>1.7915951900000001E-4</c:v>
                </c:pt>
                <c:pt idx="23">
                  <c:v>2.4751009499999999E-4</c:v>
                </c:pt>
                <c:pt idx="24">
                  <c:v>2.0479098499999999E-4</c:v>
                </c:pt>
                <c:pt idx="25">
                  <c:v>2.0173962E-4</c:v>
                </c:pt>
                <c:pt idx="26">
                  <c:v>1.88313614E-4</c:v>
                </c:pt>
                <c:pt idx="27">
                  <c:v>3.3111749599999999E-4</c:v>
                </c:pt>
                <c:pt idx="28">
                  <c:v>8.4679818099999999E-4</c:v>
                </c:pt>
                <c:pt idx="29">
                  <c:v>4.0147253239999998E-3</c:v>
                </c:pt>
                <c:pt idx="30">
                  <c:v>1.1590044072999999E-2</c:v>
                </c:pt>
                <c:pt idx="31">
                  <c:v>1.6610149771000001E-2</c:v>
                </c:pt>
                <c:pt idx="32">
                  <c:v>1.2570752784E-2</c:v>
                </c:pt>
                <c:pt idx="33">
                  <c:v>3.7822113109999998E-3</c:v>
                </c:pt>
                <c:pt idx="34">
                  <c:v>-3.7601526959999999E-3</c:v>
                </c:pt>
                <c:pt idx="35">
                  <c:v>-6.111534565E-3</c:v>
                </c:pt>
                <c:pt idx="36">
                  <c:v>-5.7728330499999996E-3</c:v>
                </c:pt>
                <c:pt idx="37">
                  <c:v>-4.8549824579999998E-3</c:v>
                </c:pt>
                <c:pt idx="38">
                  <c:v>-4.4235194470000003E-3</c:v>
                </c:pt>
                <c:pt idx="39">
                  <c:v>-2.9448279680000002E-3</c:v>
                </c:pt>
                <c:pt idx="40">
                  <c:v>-2.798972721E-3</c:v>
                </c:pt>
                <c:pt idx="41">
                  <c:v>-2.2338599230000001E-3</c:v>
                </c:pt>
                <c:pt idx="42">
                  <c:v>-2.0861738569999998E-3</c:v>
                </c:pt>
                <c:pt idx="43">
                  <c:v>-1.196395823E-3</c:v>
                </c:pt>
                <c:pt idx="44">
                  <c:v>-1.4783419490000001E-3</c:v>
                </c:pt>
                <c:pt idx="45">
                  <c:v>-1.3385894320000001E-3</c:v>
                </c:pt>
                <c:pt idx="46">
                  <c:v>-6.7705350000000001E-4</c:v>
                </c:pt>
                <c:pt idx="47">
                  <c:v>-8.1253410599999997E-4</c:v>
                </c:pt>
                <c:pt idx="48">
                  <c:v>-3.6947590800000003E-4</c:v>
                </c:pt>
                <c:pt idx="49">
                  <c:v>-7.3075752400000003E-4</c:v>
                </c:pt>
                <c:pt idx="50">
                  <c:v>3.09147668E-4</c:v>
                </c:pt>
                <c:pt idx="51">
                  <c:v>9.5115486399999997E-4</c:v>
                </c:pt>
                <c:pt idx="52">
                  <c:v>1.359427501E-3</c:v>
                </c:pt>
                <c:pt idx="53">
                  <c:v>8.7242964699999999E-4</c:v>
                </c:pt>
                <c:pt idx="54">
                  <c:v>-8.6309235999999602E-5</c:v>
                </c:pt>
                <c:pt idx="55">
                  <c:v>-4.5430385499999998E-4</c:v>
                </c:pt>
                <c:pt idx="56">
                  <c:v>-4.4514975999999999E-4</c:v>
                </c:pt>
                <c:pt idx="57">
                  <c:v>-2.90750691E-4</c:v>
                </c:pt>
                <c:pt idx="58">
                  <c:v>-1.5771117699999999E-4</c:v>
                </c:pt>
                <c:pt idx="59">
                  <c:v>6.3817922000000099E-5</c:v>
                </c:pt>
                <c:pt idx="60">
                  <c:v>3.8665233900000002E-4</c:v>
                </c:pt>
                <c:pt idx="61">
                  <c:v>3.1158876000000001E-4</c:v>
                </c:pt>
                <c:pt idx="62">
                  <c:v>1.2850686E-4</c:v>
                </c:pt>
                <c:pt idx="63">
                  <c:v>-9.8514695999999901E-5</c:v>
                </c:pt>
                <c:pt idx="64">
                  <c:v>-1.02176334E-4</c:v>
                </c:pt>
                <c:pt idx="65">
                  <c:v>-1.2475643500000001E-4</c:v>
                </c:pt>
                <c:pt idx="66">
                  <c:v>5.95460110000001E-5</c:v>
                </c:pt>
                <c:pt idx="67">
                  <c:v>3.4393322899999999E-4</c:v>
                </c:pt>
                <c:pt idx="68">
                  <c:v>5.2091239900000003E-4</c:v>
                </c:pt>
                <c:pt idx="69">
                  <c:v>6.3381290399999995E-4</c:v>
                </c:pt>
                <c:pt idx="70">
                  <c:v>3.69564695E-4</c:v>
                </c:pt>
                <c:pt idx="71">
                  <c:v>1.6878487799999999E-4</c:v>
                </c:pt>
                <c:pt idx="72">
                  <c:v>-1.4297021999999801E-5</c:v>
                </c:pt>
                <c:pt idx="73">
                  <c:v>-3.5656576999999699E-5</c:v>
                </c:pt>
                <c:pt idx="74">
                  <c:v>-1.23535889E-4</c:v>
                </c:pt>
                <c:pt idx="75">
                  <c:v>-2.42539124E-4</c:v>
                </c:pt>
                <c:pt idx="76">
                  <c:v>-1.8090155099999999E-4</c:v>
                </c:pt>
                <c:pt idx="77">
                  <c:v>-2.5892208999999601E-5</c:v>
                </c:pt>
                <c:pt idx="78">
                  <c:v>-2.7112754999999701E-5</c:v>
                </c:pt>
                <c:pt idx="79">
                  <c:v>2.9572166199999999E-4</c:v>
                </c:pt>
                <c:pt idx="80">
                  <c:v>5.3494867800000004E-4</c:v>
                </c:pt>
                <c:pt idx="81">
                  <c:v>6.8629638199999997E-4</c:v>
                </c:pt>
                <c:pt idx="82">
                  <c:v>9.9204315499999999E-4</c:v>
                </c:pt>
                <c:pt idx="83">
                  <c:v>4.6171591799999998E-4</c:v>
                </c:pt>
                <c:pt idx="84">
                  <c:v>2.0173962E-4</c:v>
                </c:pt>
                <c:pt idx="85">
                  <c:v>-2.4620076200000001E-4</c:v>
                </c:pt>
                <c:pt idx="86">
                  <c:v>-1.40623533E-4</c:v>
                </c:pt>
                <c:pt idx="87">
                  <c:v>-2.2117956900000001E-4</c:v>
                </c:pt>
                <c:pt idx="88">
                  <c:v>4.3068640000000297E-5</c:v>
                </c:pt>
                <c:pt idx="89">
                  <c:v>-1.79586599999997E-5</c:v>
                </c:pt>
                <c:pt idx="90">
                  <c:v>2.4140736499999999E-4</c:v>
                </c:pt>
                <c:pt idx="91">
                  <c:v>2.12724534E-4</c:v>
                </c:pt>
                <c:pt idx="92">
                  <c:v>2.7680319900000002E-4</c:v>
                </c:pt>
                <c:pt idx="93">
                  <c:v>4.1960708100000001E-4</c:v>
                </c:pt>
                <c:pt idx="94">
                  <c:v>4.3364336000000002E-4</c:v>
                </c:pt>
                <c:pt idx="95">
                  <c:v>1.5535887200000001E-4</c:v>
                </c:pt>
                <c:pt idx="96">
                  <c:v>1.1508085400000001E-4</c:v>
                </c:pt>
                <c:pt idx="97">
                  <c:v>-6.7390772999999598E-5</c:v>
                </c:pt>
                <c:pt idx="98">
                  <c:v>8.5177477000000304E-5</c:v>
                </c:pt>
                <c:pt idx="99">
                  <c:v>1.63902694E-4</c:v>
                </c:pt>
                <c:pt idx="100">
                  <c:v>2.6459773900000002E-4</c:v>
                </c:pt>
                <c:pt idx="101">
                  <c:v>5.2701512899999995E-4</c:v>
                </c:pt>
                <c:pt idx="102">
                  <c:v>4.7331110499999998E-4</c:v>
                </c:pt>
                <c:pt idx="103">
                  <c:v>4.4401800100000001E-4</c:v>
                </c:pt>
                <c:pt idx="104">
                  <c:v>2.3530463499999999E-4</c:v>
                </c:pt>
                <c:pt idx="105">
                  <c:v>1.9746770900000001E-4</c:v>
                </c:pt>
                <c:pt idx="106">
                  <c:v>-4.5326539999997898E-6</c:v>
                </c:pt>
                <c:pt idx="107">
                  <c:v>8.3346658000000201E-5</c:v>
                </c:pt>
                <c:pt idx="108">
                  <c:v>2.6591269000000101E-5</c:v>
                </c:pt>
                <c:pt idx="109">
                  <c:v>1.6207187499999999E-4</c:v>
                </c:pt>
                <c:pt idx="110">
                  <c:v>3.1769148999999998E-4</c:v>
                </c:pt>
                <c:pt idx="111">
                  <c:v>4.7392137799999999E-4</c:v>
                </c:pt>
                <c:pt idx="112">
                  <c:v>5.9902734299999995E-4</c:v>
                </c:pt>
                <c:pt idx="113">
                  <c:v>4.3547417899999997E-4</c:v>
                </c:pt>
                <c:pt idx="114">
                  <c:v>1.9197525199999999E-4</c:v>
                </c:pt>
                <c:pt idx="115">
                  <c:v>1.01654848E-4</c:v>
                </c:pt>
                <c:pt idx="116">
                  <c:v>-6.9221591999999796E-5</c:v>
                </c:pt>
                <c:pt idx="117">
                  <c:v>-5.5185312999999699E-5</c:v>
                </c:pt>
                <c:pt idx="118">
                  <c:v>-1.2466202999999699E-5</c:v>
                </c:pt>
                <c:pt idx="119">
                  <c:v>7.7854201000000095E-5</c:v>
                </c:pt>
                <c:pt idx="120">
                  <c:v>1.07241710000003E-5</c:v>
                </c:pt>
                <c:pt idx="121">
                  <c:v>5.4053554000000001E-5</c:v>
                </c:pt>
                <c:pt idx="122">
                  <c:v>4.4289186000000398E-5</c:v>
                </c:pt>
                <c:pt idx="123">
                  <c:v>1.7366706200000001E-4</c:v>
                </c:pt>
                <c:pt idx="124">
                  <c:v>1.3460959E-4</c:v>
                </c:pt>
                <c:pt idx="125">
                  <c:v>4.1899680800000001E-4</c:v>
                </c:pt>
                <c:pt idx="126">
                  <c:v>7.3572849500000003E-4</c:v>
                </c:pt>
                <c:pt idx="127">
                  <c:v>7.3694904100000003E-4</c:v>
                </c:pt>
                <c:pt idx="128">
                  <c:v>5.5203632200000001E-4</c:v>
                </c:pt>
                <c:pt idx="129">
                  <c:v>2.25540267E-4</c:v>
                </c:pt>
                <c:pt idx="130">
                  <c:v>-1.9179205999999899E-5</c:v>
                </c:pt>
                <c:pt idx="131">
                  <c:v>-1.19874251E-4</c:v>
                </c:pt>
                <c:pt idx="132">
                  <c:v>-1.01566061E-4</c:v>
                </c:pt>
                <c:pt idx="133">
                  <c:v>-3.9928487999999603E-5</c:v>
                </c:pt>
                <c:pt idx="134">
                  <c:v>4.1848094000000197E-5</c:v>
                </c:pt>
                <c:pt idx="135">
                  <c:v>6.1376830000000305E-5</c:v>
                </c:pt>
                <c:pt idx="136">
                  <c:v>8.7008296000000096E-5</c:v>
                </c:pt>
                <c:pt idx="137">
                  <c:v>7.9685020000000307E-5</c:v>
                </c:pt>
                <c:pt idx="138">
                  <c:v>8.7008296000000096E-5</c:v>
                </c:pt>
                <c:pt idx="139">
                  <c:v>2.9877302700000001E-4</c:v>
                </c:pt>
                <c:pt idx="140">
                  <c:v>3.20742855E-4</c:v>
                </c:pt>
                <c:pt idx="141">
                  <c:v>1.7427733499999999E-4</c:v>
                </c:pt>
                <c:pt idx="142">
                  <c:v>3.2257367400000001E-4</c:v>
                </c:pt>
                <c:pt idx="143">
                  <c:v>2.84736748E-4</c:v>
                </c:pt>
                <c:pt idx="144">
                  <c:v>4.3730499799999998E-4</c:v>
                </c:pt>
                <c:pt idx="145">
                  <c:v>2.9022920500000002E-4</c:v>
                </c:pt>
                <c:pt idx="146">
                  <c:v>2.2309917499999999E-4</c:v>
                </c:pt>
                <c:pt idx="147">
                  <c:v>2.30422451E-4</c:v>
                </c:pt>
                <c:pt idx="148">
                  <c:v>1.53528053E-4</c:v>
                </c:pt>
                <c:pt idx="149">
                  <c:v>1.07147305E-4</c:v>
                </c:pt>
                <c:pt idx="150">
                  <c:v>2.8290592899999999E-4</c:v>
                </c:pt>
                <c:pt idx="151">
                  <c:v>3.09147668E-4</c:v>
                </c:pt>
                <c:pt idx="152">
                  <c:v>3.7444687900000002E-4</c:v>
                </c:pt>
                <c:pt idx="153">
                  <c:v>3.2257367400000001E-4</c:v>
                </c:pt>
                <c:pt idx="154">
                  <c:v>2.3530463499999999E-4</c:v>
                </c:pt>
                <c:pt idx="155">
                  <c:v>2.6886964999999998E-4</c:v>
                </c:pt>
                <c:pt idx="156">
                  <c:v>1.8465197600000001E-4</c:v>
                </c:pt>
                <c:pt idx="157">
                  <c:v>1.7976979200000001E-4</c:v>
                </c:pt>
                <c:pt idx="158">
                  <c:v>9.4331572000000305E-5</c:v>
                </c:pt>
                <c:pt idx="159">
                  <c:v>1.99908801E-4</c:v>
                </c:pt>
                <c:pt idx="160">
                  <c:v>1.02265121E-4</c:v>
                </c:pt>
                <c:pt idx="161">
                  <c:v>1.7427733499999999E-4</c:v>
                </c:pt>
                <c:pt idx="162">
                  <c:v>2.6886964999999998E-4</c:v>
                </c:pt>
                <c:pt idx="163">
                  <c:v>3.6285169200000003E-4</c:v>
                </c:pt>
                <c:pt idx="164">
                  <c:v>3.21963401E-4</c:v>
                </c:pt>
                <c:pt idx="165">
                  <c:v>3.9885779900000003E-4</c:v>
                </c:pt>
                <c:pt idx="166">
                  <c:v>4.1106325900000003E-4</c:v>
                </c:pt>
                <c:pt idx="167">
                  <c:v>2.9206002399999998E-4</c:v>
                </c:pt>
                <c:pt idx="168">
                  <c:v>2.8046483699999998E-4</c:v>
                </c:pt>
                <c:pt idx="169">
                  <c:v>1.10808943E-4</c:v>
                </c:pt>
                <c:pt idx="170">
                  <c:v>1.5902051E-4</c:v>
                </c:pt>
                <c:pt idx="171">
                  <c:v>2.1699644499999999E-4</c:v>
                </c:pt>
                <c:pt idx="172">
                  <c:v>1.16911673E-4</c:v>
                </c:pt>
                <c:pt idx="173">
                  <c:v>2.5483337100000003E-4</c:v>
                </c:pt>
                <c:pt idx="174">
                  <c:v>1.19963038E-4</c:v>
                </c:pt>
                <c:pt idx="175">
                  <c:v>1.13860308E-4</c:v>
                </c:pt>
                <c:pt idx="176">
                  <c:v>2.1455535300000001E-4</c:v>
                </c:pt>
                <c:pt idx="177">
                  <c:v>1.33999317E-4</c:v>
                </c:pt>
                <c:pt idx="178">
                  <c:v>6.9920652000000195E-5</c:v>
                </c:pt>
                <c:pt idx="179">
                  <c:v>1.5413832600000001E-4</c:v>
                </c:pt>
                <c:pt idx="180">
                  <c:v>1.0409594E-4</c:v>
                </c:pt>
                <c:pt idx="181">
                  <c:v>1.17521946E-4</c:v>
                </c:pt>
                <c:pt idx="182">
                  <c:v>8.4567204000000302E-5</c:v>
                </c:pt>
                <c:pt idx="183">
                  <c:v>1.19352765E-4</c:v>
                </c:pt>
                <c:pt idx="184">
                  <c:v>1.4315341200000001E-4</c:v>
                </c:pt>
                <c:pt idx="185">
                  <c:v>1.7427733499999999E-4</c:v>
                </c:pt>
                <c:pt idx="186">
                  <c:v>1.9685743600000001E-4</c:v>
                </c:pt>
                <c:pt idx="187">
                  <c:v>1.9319579799999999E-4</c:v>
                </c:pt>
                <c:pt idx="188">
                  <c:v>2.48730641E-4</c:v>
                </c:pt>
                <c:pt idx="189">
                  <c:v>3.3722022600000002E-4</c:v>
                </c:pt>
                <c:pt idx="190">
                  <c:v>3.5247705099999998E-4</c:v>
                </c:pt>
                <c:pt idx="191">
                  <c:v>4.04960529E-4</c:v>
                </c:pt>
                <c:pt idx="192">
                  <c:v>3.09757941E-4</c:v>
                </c:pt>
                <c:pt idx="193">
                  <c:v>3.1891203599999999E-4</c:v>
                </c:pt>
                <c:pt idx="194">
                  <c:v>2.9083947800000003E-4</c:v>
                </c:pt>
                <c:pt idx="195">
                  <c:v>2.6215664700000001E-4</c:v>
                </c:pt>
                <c:pt idx="196">
                  <c:v>3.0060384600000002E-4</c:v>
                </c:pt>
                <c:pt idx="197">
                  <c:v>2.37135454E-4</c:v>
                </c:pt>
                <c:pt idx="198">
                  <c:v>2.7619292600000001E-4</c:v>
                </c:pt>
                <c:pt idx="199">
                  <c:v>3.3111749599999999E-4</c:v>
                </c:pt>
                <c:pt idx="200">
                  <c:v>2.6886964999999998E-4</c:v>
                </c:pt>
                <c:pt idx="201">
                  <c:v>3.6285169200000003E-4</c:v>
                </c:pt>
                <c:pt idx="202">
                  <c:v>1.63902694E-4</c:v>
                </c:pt>
                <c:pt idx="203">
                  <c:v>2.0173962E-4</c:v>
                </c:pt>
                <c:pt idx="204">
                  <c:v>7.0530925000000306E-5</c:v>
                </c:pt>
                <c:pt idx="205">
                  <c:v>5.7715192000000397E-5</c:v>
                </c:pt>
                <c:pt idx="206">
                  <c:v>1.1263976199999999E-4</c:v>
                </c:pt>
                <c:pt idx="207">
                  <c:v>2.13334807E-4</c:v>
                </c:pt>
                <c:pt idx="208">
                  <c:v>1.3460959E-4</c:v>
                </c:pt>
                <c:pt idx="209">
                  <c:v>2.72531288E-4</c:v>
                </c:pt>
                <c:pt idx="210">
                  <c:v>5.1969185300000003E-4</c:v>
                </c:pt>
                <c:pt idx="211">
                  <c:v>5.7827806099999997E-4</c:v>
                </c:pt>
                <c:pt idx="212">
                  <c:v>6.9117856599999999E-4</c:v>
                </c:pt>
                <c:pt idx="213">
                  <c:v>4.6110564499999998E-4</c:v>
                </c:pt>
                <c:pt idx="214">
                  <c:v>1.82210884E-4</c:v>
                </c:pt>
                <c:pt idx="215">
                  <c:v>7.7243927999999997E-5</c:v>
                </c:pt>
                <c:pt idx="216">
                  <c:v>7.0530925000000306E-5</c:v>
                </c:pt>
                <c:pt idx="217">
                  <c:v>-2.8943573999999899E-5</c:v>
                </c:pt>
                <c:pt idx="218">
                  <c:v>-1.4297021999999801E-5</c:v>
                </c:pt>
                <c:pt idx="219">
                  <c:v>2.1516562600000001E-4</c:v>
                </c:pt>
                <c:pt idx="220">
                  <c:v>4.4289186000000398E-5</c:v>
                </c:pt>
                <c:pt idx="221">
                  <c:v>1.5291778E-4</c:v>
                </c:pt>
                <c:pt idx="222">
                  <c:v>1.02875394E-4</c:v>
                </c:pt>
                <c:pt idx="223">
                  <c:v>1.0043430199999999E-4</c:v>
                </c:pt>
                <c:pt idx="224">
                  <c:v>1.3888150099999999E-4</c:v>
                </c:pt>
                <c:pt idx="225">
                  <c:v>2.19437537E-4</c:v>
                </c:pt>
                <c:pt idx="226">
                  <c:v>2.5239227900000002E-4</c:v>
                </c:pt>
                <c:pt idx="227">
                  <c:v>1.4235061659999999E-3</c:v>
                </c:pt>
                <c:pt idx="228">
                  <c:v>2.1381358489999999E-3</c:v>
                </c:pt>
                <c:pt idx="229">
                  <c:v>2.1088427450000002E-3</c:v>
                </c:pt>
                <c:pt idx="230">
                  <c:v>2.7239979289999999E-3</c:v>
                </c:pt>
                <c:pt idx="231">
                  <c:v>1.558986772E-3</c:v>
                </c:pt>
                <c:pt idx="232">
                  <c:v>2.047205172E-3</c:v>
                </c:pt>
                <c:pt idx="233">
                  <c:v>-3.1943352200000002E-4</c:v>
                </c:pt>
                <c:pt idx="234">
                  <c:v>-9.40691436E-4</c:v>
                </c:pt>
                <c:pt idx="235">
                  <c:v>-9.5960989900000003E-4</c:v>
                </c:pt>
                <c:pt idx="236">
                  <c:v>-5.3424961800000001E-4</c:v>
                </c:pt>
                <c:pt idx="237">
                  <c:v>-3.1149997299999998E-4</c:v>
                </c:pt>
                <c:pt idx="238">
                  <c:v>-1.024298837E-3</c:v>
                </c:pt>
                <c:pt idx="239">
                  <c:v>-3.27977344E-4</c:v>
                </c:pt>
                <c:pt idx="240">
                  <c:v>-4.1280529100000001E-4</c:v>
                </c:pt>
                <c:pt idx="241">
                  <c:v>-3.4140335000000001E-4</c:v>
                </c:pt>
                <c:pt idx="242">
                  <c:v>2.0488539000000399E-5</c:v>
                </c:pt>
                <c:pt idx="243">
                  <c:v>-1.2780779999999999E-4</c:v>
                </c:pt>
                <c:pt idx="244">
                  <c:v>-5.7016131999999897E-5</c:v>
                </c:pt>
                <c:pt idx="245">
                  <c:v>9.5036250000002202E-6</c:v>
                </c:pt>
                <c:pt idx="246">
                  <c:v>2.29296310000002E-5</c:v>
                </c:pt>
                <c:pt idx="247">
                  <c:v>6.0766557000000201E-5</c:v>
                </c:pt>
                <c:pt idx="248">
                  <c:v>6.4428195000000102E-5</c:v>
                </c:pt>
                <c:pt idx="249">
                  <c:v>3.87967290000004E-5</c:v>
                </c:pt>
                <c:pt idx="250">
                  <c:v>1.82210884E-4</c:v>
                </c:pt>
                <c:pt idx="251">
                  <c:v>5.1612462000000302E-5</c:v>
                </c:pt>
                <c:pt idx="252">
                  <c:v>1.2423494900000001E-4</c:v>
                </c:pt>
                <c:pt idx="253">
                  <c:v>7.6023382000000398E-5</c:v>
                </c:pt>
                <c:pt idx="254">
                  <c:v>1.1263976199999999E-4</c:v>
                </c:pt>
                <c:pt idx="255">
                  <c:v>4.0017274999999999E-5</c:v>
                </c:pt>
                <c:pt idx="256">
                  <c:v>2.3539904000000199E-5</c:v>
                </c:pt>
                <c:pt idx="257">
                  <c:v>1.5413832600000001E-4</c:v>
                </c:pt>
                <c:pt idx="258">
                  <c:v>1.2118358400000001E-4</c:v>
                </c:pt>
                <c:pt idx="259">
                  <c:v>4.42187182E-4</c:v>
                </c:pt>
                <c:pt idx="260">
                  <c:v>4.77583016E-4</c:v>
                </c:pt>
                <c:pt idx="261">
                  <c:v>6.2404853600000001E-4</c:v>
                </c:pt>
                <c:pt idx="262">
                  <c:v>5.5691850600000003E-4</c:v>
                </c:pt>
                <c:pt idx="263">
                  <c:v>4.1228380499999998E-4</c:v>
                </c:pt>
                <c:pt idx="264">
                  <c:v>2.3469436199999999E-4</c:v>
                </c:pt>
                <c:pt idx="265">
                  <c:v>6.2597376000000406E-5</c:v>
                </c:pt>
                <c:pt idx="266">
                  <c:v>3.8186456000000302E-5</c:v>
                </c:pt>
                <c:pt idx="267">
                  <c:v>-6.1898315999999899E-5</c:v>
                </c:pt>
                <c:pt idx="268">
                  <c:v>1.20573311E-4</c:v>
                </c:pt>
                <c:pt idx="269">
                  <c:v>1.3338904399999999E-4</c:v>
                </c:pt>
                <c:pt idx="270">
                  <c:v>1.5902051E-4</c:v>
                </c:pt>
                <c:pt idx="271">
                  <c:v>1.5657941799999999E-4</c:v>
                </c:pt>
                <c:pt idx="272">
                  <c:v>1.57799964E-4</c:v>
                </c:pt>
                <c:pt idx="273">
                  <c:v>1.47425323E-4</c:v>
                </c:pt>
                <c:pt idx="274">
                  <c:v>3.0548602999999998E-4</c:v>
                </c:pt>
                <c:pt idx="275">
                  <c:v>5.2823567499999996E-4</c:v>
                </c:pt>
                <c:pt idx="276">
                  <c:v>1.4790410089999999E-3</c:v>
                </c:pt>
                <c:pt idx="277">
                  <c:v>2.8442217099999998E-3</c:v>
                </c:pt>
                <c:pt idx="278">
                  <c:v>3.0895514560000002E-3</c:v>
                </c:pt>
                <c:pt idx="279">
                  <c:v>2.8997565529999998E-3</c:v>
                </c:pt>
                <c:pt idx="280">
                  <c:v>8.6388582499999996E-4</c:v>
                </c:pt>
                <c:pt idx="281">
                  <c:v>1.25549900000001E-5</c:v>
                </c:pt>
                <c:pt idx="282">
                  <c:v>-8.5647376199999995E-4</c:v>
                </c:pt>
                <c:pt idx="283">
                  <c:v>-1.4411152960000001E-3</c:v>
                </c:pt>
                <c:pt idx="284">
                  <c:v>-8.9553123400000002E-4</c:v>
                </c:pt>
                <c:pt idx="285">
                  <c:v>-1.9798919500000001E-4</c:v>
                </c:pt>
                <c:pt idx="286">
                  <c:v>2.6337719300000001E-4</c:v>
                </c:pt>
                <c:pt idx="287">
                  <c:v>6.1550471399999997E-4</c:v>
                </c:pt>
                <c:pt idx="288">
                  <c:v>2.35914908E-4</c:v>
                </c:pt>
                <c:pt idx="289">
                  <c:v>-4.6528876900000003E-4</c:v>
                </c:pt>
                <c:pt idx="290">
                  <c:v>-5.7696872799999999E-4</c:v>
                </c:pt>
                <c:pt idx="291">
                  <c:v>-6.1053374299999998E-4</c:v>
                </c:pt>
                <c:pt idx="292">
                  <c:v>-4.0853337999999999E-4</c:v>
                </c:pt>
                <c:pt idx="293">
                  <c:v>-2.8281714200000001E-4</c:v>
                </c:pt>
                <c:pt idx="294">
                  <c:v>-3.02956151E-4</c:v>
                </c:pt>
                <c:pt idx="295">
                  <c:v>-2.0592274399999999E-4</c:v>
                </c:pt>
                <c:pt idx="296">
                  <c:v>-1.9249673799999999E-4</c:v>
                </c:pt>
                <c:pt idx="297">
                  <c:v>-1.4977762800000001E-4</c:v>
                </c:pt>
                <c:pt idx="298">
                  <c:v>3.20837260000002E-5</c:v>
                </c:pt>
                <c:pt idx="299">
                  <c:v>1.1813221900000001E-4</c:v>
                </c:pt>
                <c:pt idx="300">
                  <c:v>2.12724534E-4</c:v>
                </c:pt>
                <c:pt idx="301">
                  <c:v>1.56063550000004E-5</c:v>
                </c:pt>
                <c:pt idx="302">
                  <c:v>8.2736385000000104E-5</c:v>
                </c:pt>
                <c:pt idx="303">
                  <c:v>1.58410237E-4</c:v>
                </c:pt>
                <c:pt idx="304">
                  <c:v>5.71049190000003E-5</c:v>
                </c:pt>
                <c:pt idx="305">
                  <c:v>1.8526224900000001E-4</c:v>
                </c:pt>
                <c:pt idx="306">
                  <c:v>1.41932866E-4</c:v>
                </c:pt>
                <c:pt idx="307">
                  <c:v>2.0845262300000001E-4</c:v>
                </c:pt>
                <c:pt idx="308">
                  <c:v>5.1541994199999996E-4</c:v>
                </c:pt>
                <c:pt idx="309">
                  <c:v>3.7810851699999999E-4</c:v>
                </c:pt>
                <c:pt idx="310">
                  <c:v>6.3625399599999996E-4</c:v>
                </c:pt>
                <c:pt idx="311">
                  <c:v>2.49340914E-4</c:v>
                </c:pt>
                <c:pt idx="312">
                  <c:v>1.9014443300000001E-4</c:v>
                </c:pt>
                <c:pt idx="313">
                  <c:v>1.0043430199999999E-4</c:v>
                </c:pt>
                <c:pt idx="314">
                  <c:v>1.4996082000000299E-5</c:v>
                </c:pt>
                <c:pt idx="315">
                  <c:v>9.7382937000000197E-5</c:v>
                </c:pt>
                <c:pt idx="316">
                  <c:v>1.8404170300000001E-4</c:v>
                </c:pt>
                <c:pt idx="317">
                  <c:v>2.7009019599999999E-4</c:v>
                </c:pt>
                <c:pt idx="318">
                  <c:v>6.8089833000000105E-5</c:v>
                </c:pt>
                <c:pt idx="319">
                  <c:v>2.5422309800000002E-4</c:v>
                </c:pt>
                <c:pt idx="320">
                  <c:v>2.4079709199999999E-4</c:v>
                </c:pt>
                <c:pt idx="321">
                  <c:v>3.2806613099999998E-4</c:v>
                </c:pt>
                <c:pt idx="322">
                  <c:v>1.0409594E-4</c:v>
                </c:pt>
                <c:pt idx="323">
                  <c:v>4.28150903E-4</c:v>
                </c:pt>
                <c:pt idx="324">
                  <c:v>6.7653201400000003E-4</c:v>
                </c:pt>
                <c:pt idx="325">
                  <c:v>5.2457403700000005E-4</c:v>
                </c:pt>
                <c:pt idx="326">
                  <c:v>7.4549286299999996E-4</c:v>
                </c:pt>
                <c:pt idx="327">
                  <c:v>2.7802374500000002E-4</c:v>
                </c:pt>
                <c:pt idx="328">
                  <c:v>4.28150903E-4</c:v>
                </c:pt>
                <c:pt idx="329">
                  <c:v>-3.93182149999996E-5</c:v>
                </c:pt>
                <c:pt idx="330">
                  <c:v>1.6268214799999999E-4</c:v>
                </c:pt>
                <c:pt idx="331">
                  <c:v>6.7479560000000401E-5</c:v>
                </c:pt>
                <c:pt idx="332">
                  <c:v>1.8648279499999999E-4</c:v>
                </c:pt>
                <c:pt idx="333">
                  <c:v>8.7008296000000096E-5</c:v>
                </c:pt>
                <c:pt idx="334">
                  <c:v>1.65733513E-4</c:v>
                </c:pt>
                <c:pt idx="335">
                  <c:v>5.6494646000000297E-5</c:v>
                </c:pt>
                <c:pt idx="336">
                  <c:v>1.0348566699999999E-4</c:v>
                </c:pt>
                <c:pt idx="337">
                  <c:v>1.3460959E-4</c:v>
                </c:pt>
                <c:pt idx="338">
                  <c:v>1.70615697E-4</c:v>
                </c:pt>
                <c:pt idx="339">
                  <c:v>1.7427733499999999E-4</c:v>
                </c:pt>
                <c:pt idx="340">
                  <c:v>2.6825937699999998E-4</c:v>
                </c:pt>
                <c:pt idx="341">
                  <c:v>8.2736385000000104E-5</c:v>
                </c:pt>
                <c:pt idx="342">
                  <c:v>5.5508768699999997E-4</c:v>
                </c:pt>
                <c:pt idx="343">
                  <c:v>5.3067676699999997E-4</c:v>
                </c:pt>
                <c:pt idx="344">
                  <c:v>7.7478596699999999E-4</c:v>
                </c:pt>
                <c:pt idx="345">
                  <c:v>4.7270083199999998E-4</c:v>
                </c:pt>
                <c:pt idx="346">
                  <c:v>3.3172776899999999E-4</c:v>
                </c:pt>
                <c:pt idx="347">
                  <c:v>1.8404170300000001E-4</c:v>
                </c:pt>
                <c:pt idx="348">
                  <c:v>-2.34511169999998E-5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7C3-A84D-B66F-3E2676C255B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8348944"/>
        <c:axId val="1518347984"/>
      </c:scatterChart>
      <c:valAx>
        <c:axId val="1518348944"/>
        <c:scaling>
          <c:orientation val="minMax"/>
          <c:max val="5.000000000000001E-3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7984"/>
        <c:crosses val="autoZero"/>
        <c:crossBetween val="midCat"/>
      </c:valAx>
      <c:valAx>
        <c:axId val="1518347984"/>
        <c:scaling>
          <c:orientation val="minMax"/>
          <c:min val="-1.0000000000000002E-2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8944"/>
        <c:crosses val="autoZero"/>
        <c:crossBetween val="midCat"/>
      </c:valAx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242175925925925"/>
          <c:y val="0.12935185185185186"/>
          <c:w val="0.81968865740740737"/>
          <c:h val="0.74129629629629634"/>
        </c:manualLayout>
      </c:layout>
      <c:scatterChart>
        <c:scatterStyle val="smoothMarker"/>
        <c:varyColors val="0"/>
        <c:ser>
          <c:idx val="0"/>
          <c:order val="0"/>
          <c:spPr>
            <a:ln w="12700" cap="rnd">
              <a:solidFill>
                <a:schemeClr val="accent6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xVal>
            <c:numRef>
              <c:f>'[2]0.4'!$X$2:$X$350</c:f>
              <c:numCache>
                <c:formatCode>General</c:formatCode>
                <c:ptCount val="349"/>
                <c:pt idx="0">
                  <c:v>0</c:v>
                </c:pt>
                <c:pt idx="1">
                  <c:v>1.9531631501479296E-5</c:v>
                </c:pt>
                <c:pt idx="2">
                  <c:v>3.906326290348261E-5</c:v>
                </c:pt>
                <c:pt idx="3">
                  <c:v>5.8594894397856478E-5</c:v>
                </c:pt>
                <c:pt idx="4">
                  <c:v>7.8126525899335775E-5</c:v>
                </c:pt>
                <c:pt idx="5">
                  <c:v>9.7658157400815071E-5</c:v>
                </c:pt>
                <c:pt idx="6">
                  <c:v>1.1718978880281838E-4</c:v>
                </c:pt>
                <c:pt idx="7">
                  <c:v>1.3672142030429768E-4</c:v>
                </c:pt>
                <c:pt idx="8">
                  <c:v>1.5625305179867155E-4</c:v>
                </c:pt>
                <c:pt idx="9">
                  <c:v>1.7578468330015085E-4</c:v>
                </c:pt>
                <c:pt idx="10">
                  <c:v>1.9531631480163014E-4</c:v>
                </c:pt>
                <c:pt idx="11">
                  <c:v>2.1484794620363346E-4</c:v>
                </c:pt>
                <c:pt idx="12">
                  <c:v>2.3437957769800732E-4</c:v>
                </c:pt>
                <c:pt idx="13">
                  <c:v>2.5391120919948662E-4</c:v>
                </c:pt>
                <c:pt idx="14">
                  <c:v>2.7344284070096592E-4</c:v>
                </c:pt>
                <c:pt idx="15">
                  <c:v>2.9297447210296923E-4</c:v>
                </c:pt>
                <c:pt idx="16">
                  <c:v>3.1250610360444853E-4</c:v>
                </c:pt>
                <c:pt idx="17">
                  <c:v>3.320377350988224E-4</c:v>
                </c:pt>
                <c:pt idx="18">
                  <c:v>3.5156936660030169E-4</c:v>
                </c:pt>
                <c:pt idx="19">
                  <c:v>3.7110099810178099E-4</c:v>
                </c:pt>
                <c:pt idx="20">
                  <c:v>3.906326295037843E-4</c:v>
                </c:pt>
                <c:pt idx="21">
                  <c:v>4.1016426099815817E-4</c:v>
                </c:pt>
                <c:pt idx="22">
                  <c:v>4.2969589249963747E-4</c:v>
                </c:pt>
                <c:pt idx="23">
                  <c:v>4.4922752400111676E-4</c:v>
                </c:pt>
                <c:pt idx="24">
                  <c:v>4.6875915540312008E-4</c:v>
                </c:pt>
                <c:pt idx="25">
                  <c:v>4.8829078690459937E-4</c:v>
                </c:pt>
                <c:pt idx="26">
                  <c:v>5.0782241839897324E-4</c:v>
                </c:pt>
                <c:pt idx="27">
                  <c:v>5.2735404990045254E-4</c:v>
                </c:pt>
                <c:pt idx="28">
                  <c:v>5.4688568130245585E-4</c:v>
                </c:pt>
                <c:pt idx="29">
                  <c:v>5.6641731280393515E-4</c:v>
                </c:pt>
                <c:pt idx="30">
                  <c:v>5.8594894429830902E-4</c:v>
                </c:pt>
                <c:pt idx="31">
                  <c:v>6.0548057579978831E-4</c:v>
                </c:pt>
                <c:pt idx="32">
                  <c:v>6.2501220730126761E-4</c:v>
                </c:pt>
                <c:pt idx="33">
                  <c:v>6.4454383870327092E-4</c:v>
                </c:pt>
                <c:pt idx="34">
                  <c:v>6.6407547020475022E-4</c:v>
                </c:pt>
                <c:pt idx="35">
                  <c:v>6.8360710169912409E-4</c:v>
                </c:pt>
                <c:pt idx="36">
                  <c:v>7.0313873320060338E-4</c:v>
                </c:pt>
                <c:pt idx="37">
                  <c:v>7.226703646026067E-4</c:v>
                </c:pt>
                <c:pt idx="38">
                  <c:v>7.4220199610408599E-4</c:v>
                </c:pt>
                <c:pt idx="39">
                  <c:v>7.6173362759845986E-4</c:v>
                </c:pt>
                <c:pt idx="40">
                  <c:v>7.8126525909993916E-4</c:v>
                </c:pt>
                <c:pt idx="41">
                  <c:v>8.0079689050194247E-4</c:v>
                </c:pt>
                <c:pt idx="42">
                  <c:v>8.2032852200342177E-4</c:v>
                </c:pt>
                <c:pt idx="43">
                  <c:v>8.3986015350490106E-4</c:v>
                </c:pt>
                <c:pt idx="44">
                  <c:v>8.5939178499927493E-4</c:v>
                </c:pt>
                <c:pt idx="45">
                  <c:v>8.7892341650075423E-4</c:v>
                </c:pt>
                <c:pt idx="46">
                  <c:v>8.9845504790275754E-4</c:v>
                </c:pt>
                <c:pt idx="47">
                  <c:v>9.1798667940423684E-4</c:v>
                </c:pt>
                <c:pt idx="48">
                  <c:v>9.3751831089861071E-4</c:v>
                </c:pt>
                <c:pt idx="49">
                  <c:v>9.5704994240009E-4</c:v>
                </c:pt>
                <c:pt idx="50">
                  <c:v>9.7658157380209332E-4</c:v>
                </c:pt>
                <c:pt idx="51">
                  <c:v>9.9611320530357261E-4</c:v>
                </c:pt>
                <c:pt idx="52">
                  <c:v>1.0156448367979465E-3</c:v>
                </c:pt>
                <c:pt idx="53">
                  <c:v>1.0351764682994258E-3</c:v>
                </c:pt>
                <c:pt idx="54">
                  <c:v>1.0547080998009051E-3</c:v>
                </c:pt>
                <c:pt idx="55">
                  <c:v>1.0742397312029084E-3</c:v>
                </c:pt>
                <c:pt idx="56">
                  <c:v>1.0937713627043877E-3</c:v>
                </c:pt>
                <c:pt idx="57">
                  <c:v>1.1133029941987616E-3</c:v>
                </c:pt>
                <c:pt idx="58">
                  <c:v>1.1328346257002408E-3</c:v>
                </c:pt>
                <c:pt idx="59">
                  <c:v>1.1523662571022442E-3</c:v>
                </c:pt>
                <c:pt idx="60">
                  <c:v>1.1718978886037235E-3</c:v>
                </c:pt>
                <c:pt idx="61">
                  <c:v>1.1914295200980973E-3</c:v>
                </c:pt>
                <c:pt idx="62">
                  <c:v>1.2109611515995766E-3</c:v>
                </c:pt>
                <c:pt idx="63">
                  <c:v>1.2304927830015799E-3</c:v>
                </c:pt>
                <c:pt idx="64">
                  <c:v>1.2500244145030592E-3</c:v>
                </c:pt>
                <c:pt idx="65">
                  <c:v>1.2695560460045385E-3</c:v>
                </c:pt>
                <c:pt idx="66">
                  <c:v>1.2890876774989124E-3</c:v>
                </c:pt>
                <c:pt idx="67">
                  <c:v>1.3086193090003917E-3</c:v>
                </c:pt>
                <c:pt idx="68">
                  <c:v>1.328150940402395E-3</c:v>
                </c:pt>
                <c:pt idx="69">
                  <c:v>1.3476825719038743E-3</c:v>
                </c:pt>
                <c:pt idx="70">
                  <c:v>1.3672142033982482E-3</c:v>
                </c:pt>
                <c:pt idx="71">
                  <c:v>1.3867458348997275E-3</c:v>
                </c:pt>
                <c:pt idx="72">
                  <c:v>1.4062774663017308E-3</c:v>
                </c:pt>
                <c:pt idx="73">
                  <c:v>1.4258090978032101E-3</c:v>
                </c:pt>
                <c:pt idx="74">
                  <c:v>1.4453407293046894E-3</c:v>
                </c:pt>
                <c:pt idx="75">
                  <c:v>1.4648723607990632E-3</c:v>
                </c:pt>
                <c:pt idx="76">
                  <c:v>1.4844039923005425E-3</c:v>
                </c:pt>
                <c:pt idx="77">
                  <c:v>1.5039356237025459E-3</c:v>
                </c:pt>
                <c:pt idx="78">
                  <c:v>1.5234672552040252E-3</c:v>
                </c:pt>
                <c:pt idx="79">
                  <c:v>1.542998886698399E-3</c:v>
                </c:pt>
                <c:pt idx="80">
                  <c:v>1.5625305181998783E-3</c:v>
                </c:pt>
                <c:pt idx="81">
                  <c:v>1.5820621496018816E-3</c:v>
                </c:pt>
                <c:pt idx="82">
                  <c:v>1.6015937811033609E-3</c:v>
                </c:pt>
                <c:pt idx="83">
                  <c:v>1.6211254126048402E-3</c:v>
                </c:pt>
                <c:pt idx="84">
                  <c:v>1.6406570440992141E-3</c:v>
                </c:pt>
                <c:pt idx="85">
                  <c:v>1.6601886755012174E-3</c:v>
                </c:pt>
                <c:pt idx="86">
                  <c:v>1.6797203070026967E-3</c:v>
                </c:pt>
                <c:pt idx="87">
                  <c:v>1.699251938504176E-3</c:v>
                </c:pt>
                <c:pt idx="88">
                  <c:v>1.7187835699985499E-3</c:v>
                </c:pt>
                <c:pt idx="89">
                  <c:v>1.7383152015000292E-3</c:v>
                </c:pt>
                <c:pt idx="90">
                  <c:v>1.7578468329020325E-3</c:v>
                </c:pt>
                <c:pt idx="91">
                  <c:v>1.7773784644035118E-3</c:v>
                </c:pt>
                <c:pt idx="92">
                  <c:v>1.7969100958978856E-3</c:v>
                </c:pt>
                <c:pt idx="93">
                  <c:v>1.8164417273993649E-3</c:v>
                </c:pt>
                <c:pt idx="94">
                  <c:v>1.8359733588013682E-3</c:v>
                </c:pt>
                <c:pt idx="95">
                  <c:v>1.8555049903028475E-3</c:v>
                </c:pt>
                <c:pt idx="96">
                  <c:v>1.8750366218043268E-3</c:v>
                </c:pt>
                <c:pt idx="97">
                  <c:v>1.8945682532987007E-3</c:v>
                </c:pt>
                <c:pt idx="98">
                  <c:v>1.914099884700704E-3</c:v>
                </c:pt>
                <c:pt idx="99">
                  <c:v>1.9336315162021833E-3</c:v>
                </c:pt>
                <c:pt idx="100">
                  <c:v>1.9531631477036626E-3</c:v>
                </c:pt>
                <c:pt idx="101">
                  <c:v>1.9726947791980365E-3</c:v>
                </c:pt>
                <c:pt idx="102">
                  <c:v>1.9922264106995158E-3</c:v>
                </c:pt>
                <c:pt idx="103">
                  <c:v>2.0117580421015191E-3</c:v>
                </c:pt>
                <c:pt idx="104">
                  <c:v>2.0312896736029984E-3</c:v>
                </c:pt>
                <c:pt idx="105">
                  <c:v>2.0508213051044777E-3</c:v>
                </c:pt>
                <c:pt idx="106">
                  <c:v>2.0703529365988516E-3</c:v>
                </c:pt>
                <c:pt idx="107">
                  <c:v>2.0898845680008549E-3</c:v>
                </c:pt>
                <c:pt idx="108">
                  <c:v>2.1094161995023342E-3</c:v>
                </c:pt>
                <c:pt idx="109">
                  <c:v>2.1289478310038135E-3</c:v>
                </c:pt>
                <c:pt idx="110">
                  <c:v>2.1484794624981873E-3</c:v>
                </c:pt>
                <c:pt idx="111">
                  <c:v>2.1680110939996666E-3</c:v>
                </c:pt>
                <c:pt idx="112">
                  <c:v>2.1875427254016699E-3</c:v>
                </c:pt>
                <c:pt idx="113">
                  <c:v>2.2070743569031492E-3</c:v>
                </c:pt>
                <c:pt idx="114">
                  <c:v>2.2266059884046285E-3</c:v>
                </c:pt>
                <c:pt idx="115">
                  <c:v>2.2461376198990024E-3</c:v>
                </c:pt>
                <c:pt idx="116">
                  <c:v>2.2656692513010057E-3</c:v>
                </c:pt>
                <c:pt idx="117">
                  <c:v>2.285200882802485E-3</c:v>
                </c:pt>
                <c:pt idx="118">
                  <c:v>2.3047325143039643E-3</c:v>
                </c:pt>
                <c:pt idx="119">
                  <c:v>2.3242641457983382E-3</c:v>
                </c:pt>
                <c:pt idx="120">
                  <c:v>2.3437957772003415E-3</c:v>
                </c:pt>
                <c:pt idx="121">
                  <c:v>2.3633274087018208E-3</c:v>
                </c:pt>
                <c:pt idx="122">
                  <c:v>2.3828590402033001E-3</c:v>
                </c:pt>
                <c:pt idx="123">
                  <c:v>2.4023906717047794E-3</c:v>
                </c:pt>
                <c:pt idx="124">
                  <c:v>2.4219223031991532E-3</c:v>
                </c:pt>
                <c:pt idx="125">
                  <c:v>2.4414539346011566E-3</c:v>
                </c:pt>
                <c:pt idx="126">
                  <c:v>2.4609855661026359E-3</c:v>
                </c:pt>
                <c:pt idx="127">
                  <c:v>2.4805171976041152E-3</c:v>
                </c:pt>
                <c:pt idx="128">
                  <c:v>2.500048829098489E-3</c:v>
                </c:pt>
                <c:pt idx="129">
                  <c:v>2.5195804605004923E-3</c:v>
                </c:pt>
                <c:pt idx="130">
                  <c:v>2.5391120920019716E-3</c:v>
                </c:pt>
                <c:pt idx="131">
                  <c:v>2.5586437235034509E-3</c:v>
                </c:pt>
                <c:pt idx="132">
                  <c:v>2.5781753550049302E-3</c:v>
                </c:pt>
                <c:pt idx="133">
                  <c:v>2.5977069864993041E-3</c:v>
                </c:pt>
                <c:pt idx="134">
                  <c:v>2.6172386179013074E-3</c:v>
                </c:pt>
                <c:pt idx="135">
                  <c:v>2.6367702494027867E-3</c:v>
                </c:pt>
                <c:pt idx="136">
                  <c:v>2.656301880904266E-3</c:v>
                </c:pt>
                <c:pt idx="137">
                  <c:v>2.6758335123986399E-3</c:v>
                </c:pt>
                <c:pt idx="138">
                  <c:v>2.6953651438006432E-3</c:v>
                </c:pt>
                <c:pt idx="139">
                  <c:v>2.7148967753021225E-3</c:v>
                </c:pt>
                <c:pt idx="140">
                  <c:v>2.7344284068036018E-3</c:v>
                </c:pt>
                <c:pt idx="141">
                  <c:v>2.7539600382979756E-3</c:v>
                </c:pt>
                <c:pt idx="142">
                  <c:v>2.773491669699979E-3</c:v>
                </c:pt>
                <c:pt idx="143">
                  <c:v>2.7930233012014583E-3</c:v>
                </c:pt>
                <c:pt idx="144">
                  <c:v>2.8125549327029375E-3</c:v>
                </c:pt>
                <c:pt idx="145">
                  <c:v>2.8320865642044168E-3</c:v>
                </c:pt>
                <c:pt idx="146">
                  <c:v>2.8516181956987907E-3</c:v>
                </c:pt>
                <c:pt idx="147">
                  <c:v>2.871149827100794E-3</c:v>
                </c:pt>
                <c:pt idx="148">
                  <c:v>2.8906814586022733E-3</c:v>
                </c:pt>
                <c:pt idx="149">
                  <c:v>2.9102130901037526E-3</c:v>
                </c:pt>
                <c:pt idx="150">
                  <c:v>2.9297447215981265E-3</c:v>
                </c:pt>
                <c:pt idx="151">
                  <c:v>2.9492763530001298E-3</c:v>
                </c:pt>
                <c:pt idx="152">
                  <c:v>2.9688079845016091E-3</c:v>
                </c:pt>
                <c:pt idx="153">
                  <c:v>2.9883396160030884E-3</c:v>
                </c:pt>
                <c:pt idx="154">
                  <c:v>3.0078712475045677E-3</c:v>
                </c:pt>
                <c:pt idx="155">
                  <c:v>3.0274028788994656E-3</c:v>
                </c:pt>
                <c:pt idx="156">
                  <c:v>3.0469345104009449E-3</c:v>
                </c:pt>
                <c:pt idx="157">
                  <c:v>3.0664661419024242E-3</c:v>
                </c:pt>
                <c:pt idx="158">
                  <c:v>3.0859977734039035E-3</c:v>
                </c:pt>
                <c:pt idx="159">
                  <c:v>3.1055294048982773E-3</c:v>
                </c:pt>
                <c:pt idx="160">
                  <c:v>3.1250610363002806E-3</c:v>
                </c:pt>
                <c:pt idx="161">
                  <c:v>3.1445926678017599E-3</c:v>
                </c:pt>
                <c:pt idx="162">
                  <c:v>3.1641242993032392E-3</c:v>
                </c:pt>
                <c:pt idx="163">
                  <c:v>3.1836559308047185E-3</c:v>
                </c:pt>
                <c:pt idx="164">
                  <c:v>3.2031875621996164E-3</c:v>
                </c:pt>
                <c:pt idx="165">
                  <c:v>3.2227191937010957E-3</c:v>
                </c:pt>
                <c:pt idx="166">
                  <c:v>3.242250825202575E-3</c:v>
                </c:pt>
                <c:pt idx="167">
                  <c:v>3.2617824567040543E-3</c:v>
                </c:pt>
                <c:pt idx="168">
                  <c:v>3.2813140881984282E-3</c:v>
                </c:pt>
                <c:pt idx="169">
                  <c:v>3.3008457196004315E-3</c:v>
                </c:pt>
                <c:pt idx="170">
                  <c:v>3.3203773511019108E-3</c:v>
                </c:pt>
                <c:pt idx="171">
                  <c:v>3.3399089826033901E-3</c:v>
                </c:pt>
                <c:pt idx="172">
                  <c:v>3.3594406141048694E-3</c:v>
                </c:pt>
                <c:pt idx="173">
                  <c:v>3.3789722454997673E-3</c:v>
                </c:pt>
                <c:pt idx="174">
                  <c:v>3.3985038770012466E-3</c:v>
                </c:pt>
                <c:pt idx="175">
                  <c:v>3.4180355085027259E-3</c:v>
                </c:pt>
                <c:pt idx="176">
                  <c:v>3.4375671400042052E-3</c:v>
                </c:pt>
                <c:pt idx="177">
                  <c:v>3.457098771399103E-3</c:v>
                </c:pt>
                <c:pt idx="178">
                  <c:v>3.4766304029005823E-3</c:v>
                </c:pt>
                <c:pt idx="179">
                  <c:v>3.4961620344020616E-3</c:v>
                </c:pt>
                <c:pt idx="180">
                  <c:v>3.5156936659035409E-3</c:v>
                </c:pt>
                <c:pt idx="181">
                  <c:v>3.5352252973979148E-3</c:v>
                </c:pt>
                <c:pt idx="182">
                  <c:v>3.5547569287999181E-3</c:v>
                </c:pt>
                <c:pt idx="183">
                  <c:v>3.5742885603013974E-3</c:v>
                </c:pt>
                <c:pt idx="184">
                  <c:v>3.5938201918028767E-3</c:v>
                </c:pt>
                <c:pt idx="185">
                  <c:v>3.613351823304356E-3</c:v>
                </c:pt>
                <c:pt idx="186">
                  <c:v>3.6328834546992539E-3</c:v>
                </c:pt>
                <c:pt idx="187">
                  <c:v>3.6524150862007332E-3</c:v>
                </c:pt>
                <c:pt idx="188">
                  <c:v>3.6719467177022125E-3</c:v>
                </c:pt>
                <c:pt idx="189">
                  <c:v>3.6914783492036918E-3</c:v>
                </c:pt>
                <c:pt idx="190">
                  <c:v>3.7110099806980656E-3</c:v>
                </c:pt>
                <c:pt idx="191">
                  <c:v>3.730541612100069E-3</c:v>
                </c:pt>
                <c:pt idx="192">
                  <c:v>3.7500732436015483E-3</c:v>
                </c:pt>
                <c:pt idx="193">
                  <c:v>3.7696048751030276E-3</c:v>
                </c:pt>
                <c:pt idx="194">
                  <c:v>3.7891365066045068E-3</c:v>
                </c:pt>
                <c:pt idx="195">
                  <c:v>3.8086681379994047E-3</c:v>
                </c:pt>
                <c:pt idx="196">
                  <c:v>3.828199769500884E-3</c:v>
                </c:pt>
                <c:pt idx="197">
                  <c:v>3.8477314010023633E-3</c:v>
                </c:pt>
                <c:pt idx="198">
                  <c:v>3.8672630325038426E-3</c:v>
                </c:pt>
                <c:pt idx="199">
                  <c:v>3.8867946638987405E-3</c:v>
                </c:pt>
                <c:pt idx="200">
                  <c:v>3.9063262954002198E-3</c:v>
                </c:pt>
                <c:pt idx="201">
                  <c:v>3.9258579269016991E-3</c:v>
                </c:pt>
                <c:pt idx="202">
                  <c:v>3.9453895584031784E-3</c:v>
                </c:pt>
                <c:pt idx="203">
                  <c:v>3.9649211897980763E-3</c:v>
                </c:pt>
                <c:pt idx="204">
                  <c:v>3.9844528212995556E-3</c:v>
                </c:pt>
                <c:pt idx="205">
                  <c:v>4.0039844528010349E-3</c:v>
                </c:pt>
                <c:pt idx="206">
                  <c:v>4.0235160843025142E-3</c:v>
                </c:pt>
                <c:pt idx="207">
                  <c:v>4.0430477158039935E-3</c:v>
                </c:pt>
                <c:pt idx="208">
                  <c:v>4.0625793471988914E-3</c:v>
                </c:pt>
                <c:pt idx="209">
                  <c:v>4.0821109787003707E-3</c:v>
                </c:pt>
                <c:pt idx="210">
                  <c:v>4.1016426102018499E-3</c:v>
                </c:pt>
                <c:pt idx="211">
                  <c:v>4.1211742417033292E-3</c:v>
                </c:pt>
                <c:pt idx="212">
                  <c:v>4.1407058730982271E-3</c:v>
                </c:pt>
                <c:pt idx="213">
                  <c:v>4.1602375045997064E-3</c:v>
                </c:pt>
                <c:pt idx="214">
                  <c:v>4.1797691361011857E-3</c:v>
                </c:pt>
                <c:pt idx="215">
                  <c:v>4.199300767602665E-3</c:v>
                </c:pt>
                <c:pt idx="216">
                  <c:v>4.2188323991041443E-3</c:v>
                </c:pt>
                <c:pt idx="217">
                  <c:v>4.2383640304990422E-3</c:v>
                </c:pt>
                <c:pt idx="218">
                  <c:v>4.2578956620005215E-3</c:v>
                </c:pt>
                <c:pt idx="219">
                  <c:v>4.2774272935020008E-3</c:v>
                </c:pt>
                <c:pt idx="220">
                  <c:v>4.2969589250034801E-3</c:v>
                </c:pt>
                <c:pt idx="221">
                  <c:v>4.316490556398378E-3</c:v>
                </c:pt>
                <c:pt idx="222">
                  <c:v>4.3360221878998573E-3</c:v>
                </c:pt>
                <c:pt idx="223">
                  <c:v>4.3555538194013366E-3</c:v>
                </c:pt>
                <c:pt idx="224">
                  <c:v>4.3750854509028159E-3</c:v>
                </c:pt>
                <c:pt idx="225">
                  <c:v>4.3946170823048192E-3</c:v>
                </c:pt>
                <c:pt idx="226">
                  <c:v>4.414148713799193E-3</c:v>
                </c:pt>
                <c:pt idx="227">
                  <c:v>4.4336803453006723E-3</c:v>
                </c:pt>
                <c:pt idx="228">
                  <c:v>4.4532119768021516E-3</c:v>
                </c:pt>
                <c:pt idx="229">
                  <c:v>4.4727436083036309E-3</c:v>
                </c:pt>
                <c:pt idx="230">
                  <c:v>4.4922752396985288E-3</c:v>
                </c:pt>
                <c:pt idx="231">
                  <c:v>4.5118068712000081E-3</c:v>
                </c:pt>
                <c:pt idx="232">
                  <c:v>4.5313385027014874E-3</c:v>
                </c:pt>
                <c:pt idx="233">
                  <c:v>4.5508701342029667E-3</c:v>
                </c:pt>
                <c:pt idx="234">
                  <c:v>4.5704017655978646E-3</c:v>
                </c:pt>
                <c:pt idx="235">
                  <c:v>4.5899333970993439E-3</c:v>
                </c:pt>
                <c:pt idx="236">
                  <c:v>4.6094650286008232E-3</c:v>
                </c:pt>
                <c:pt idx="237">
                  <c:v>4.6289966601023025E-3</c:v>
                </c:pt>
                <c:pt idx="238">
                  <c:v>4.6485282916037818E-3</c:v>
                </c:pt>
                <c:pt idx="239">
                  <c:v>4.6680599229986797E-3</c:v>
                </c:pt>
                <c:pt idx="240">
                  <c:v>4.687591554500159E-3</c:v>
                </c:pt>
                <c:pt idx="241">
                  <c:v>4.7071231860016383E-3</c:v>
                </c:pt>
                <c:pt idx="242">
                  <c:v>4.7266548175031176E-3</c:v>
                </c:pt>
                <c:pt idx="243">
                  <c:v>4.7461864488980154E-3</c:v>
                </c:pt>
                <c:pt idx="244">
                  <c:v>4.7657180803994947E-3</c:v>
                </c:pt>
                <c:pt idx="245">
                  <c:v>4.785249711900974E-3</c:v>
                </c:pt>
                <c:pt idx="246">
                  <c:v>4.8047813434024533E-3</c:v>
                </c:pt>
                <c:pt idx="247">
                  <c:v>4.8243129748044566E-3</c:v>
                </c:pt>
                <c:pt idx="248">
                  <c:v>4.8438446062988305E-3</c:v>
                </c:pt>
                <c:pt idx="249">
                  <c:v>4.8633762378003098E-3</c:v>
                </c:pt>
                <c:pt idx="250">
                  <c:v>4.8829078693017891E-3</c:v>
                </c:pt>
                <c:pt idx="251">
                  <c:v>4.9024395008032684E-3</c:v>
                </c:pt>
                <c:pt idx="252">
                  <c:v>4.9219711321981663E-3</c:v>
                </c:pt>
                <c:pt idx="253">
                  <c:v>4.9415027636996456E-3</c:v>
                </c:pt>
                <c:pt idx="254">
                  <c:v>4.9610343952011249E-3</c:v>
                </c:pt>
                <c:pt idx="255">
                  <c:v>4.9805660267026042E-3</c:v>
                </c:pt>
                <c:pt idx="256">
                  <c:v>5.0000976581046075E-3</c:v>
                </c:pt>
                <c:pt idx="257">
                  <c:v>5.0196292895989814E-3</c:v>
                </c:pt>
                <c:pt idx="258">
                  <c:v>5.0391609211004607E-3</c:v>
                </c:pt>
                <c:pt idx="259">
                  <c:v>5.05869255260194E-3</c:v>
                </c:pt>
                <c:pt idx="260">
                  <c:v>5.0782241840039433E-3</c:v>
                </c:pt>
                <c:pt idx="261">
                  <c:v>5.0977558154983171E-3</c:v>
                </c:pt>
                <c:pt idx="262">
                  <c:v>5.1172874469997964E-3</c:v>
                </c:pt>
                <c:pt idx="263">
                  <c:v>5.1368190785012757E-3</c:v>
                </c:pt>
                <c:pt idx="264">
                  <c:v>5.156350710002755E-3</c:v>
                </c:pt>
                <c:pt idx="265">
                  <c:v>5.1758823414047583E-3</c:v>
                </c:pt>
                <c:pt idx="266">
                  <c:v>5.1954139728991322E-3</c:v>
                </c:pt>
                <c:pt idx="267">
                  <c:v>5.2149456044006115E-3</c:v>
                </c:pt>
                <c:pt idx="268">
                  <c:v>5.2344772359020908E-3</c:v>
                </c:pt>
                <c:pt idx="269">
                  <c:v>5.2540088673040941E-3</c:v>
                </c:pt>
                <c:pt idx="270">
                  <c:v>5.273540498798468E-3</c:v>
                </c:pt>
                <c:pt idx="271">
                  <c:v>5.2930721302999473E-3</c:v>
                </c:pt>
                <c:pt idx="272">
                  <c:v>5.3126037618014266E-3</c:v>
                </c:pt>
                <c:pt idx="273">
                  <c:v>5.3321353933029059E-3</c:v>
                </c:pt>
                <c:pt idx="274">
                  <c:v>5.3516670247049092E-3</c:v>
                </c:pt>
                <c:pt idx="275">
                  <c:v>5.3711986561992831E-3</c:v>
                </c:pt>
                <c:pt idx="276">
                  <c:v>5.3907302877007623E-3</c:v>
                </c:pt>
                <c:pt idx="277">
                  <c:v>5.4102619192022416E-3</c:v>
                </c:pt>
                <c:pt idx="278">
                  <c:v>5.429793550604245E-3</c:v>
                </c:pt>
                <c:pt idx="279">
                  <c:v>5.4493251820986188E-3</c:v>
                </c:pt>
                <c:pt idx="280">
                  <c:v>5.4688568136000981E-3</c:v>
                </c:pt>
                <c:pt idx="281">
                  <c:v>5.4883884451015774E-3</c:v>
                </c:pt>
                <c:pt idx="282">
                  <c:v>5.5079200765035807E-3</c:v>
                </c:pt>
                <c:pt idx="283">
                  <c:v>5.5274517079979546E-3</c:v>
                </c:pt>
                <c:pt idx="284">
                  <c:v>5.5469833394994339E-3</c:v>
                </c:pt>
                <c:pt idx="285">
                  <c:v>5.5665149710009132E-3</c:v>
                </c:pt>
                <c:pt idx="286">
                  <c:v>5.5860466025023925E-3</c:v>
                </c:pt>
                <c:pt idx="287">
                  <c:v>5.6055782339043958E-3</c:v>
                </c:pt>
                <c:pt idx="288">
                  <c:v>5.6251098653987697E-3</c:v>
                </c:pt>
                <c:pt idx="289">
                  <c:v>5.644641496900249E-3</c:v>
                </c:pt>
                <c:pt idx="290">
                  <c:v>5.6641731284017283E-3</c:v>
                </c:pt>
                <c:pt idx="291">
                  <c:v>5.6837047598037316E-3</c:v>
                </c:pt>
                <c:pt idx="292">
                  <c:v>5.7032363912981054E-3</c:v>
                </c:pt>
                <c:pt idx="293">
                  <c:v>5.7227680227995847E-3</c:v>
                </c:pt>
                <c:pt idx="294">
                  <c:v>5.742299654301064E-3</c:v>
                </c:pt>
                <c:pt idx="295">
                  <c:v>5.7618312858025433E-3</c:v>
                </c:pt>
                <c:pt idx="296">
                  <c:v>5.7813629172045466E-3</c:v>
                </c:pt>
                <c:pt idx="297">
                  <c:v>5.8008945486989205E-3</c:v>
                </c:pt>
                <c:pt idx="298">
                  <c:v>5.8204261802003998E-3</c:v>
                </c:pt>
                <c:pt idx="299">
                  <c:v>5.8399578117018791E-3</c:v>
                </c:pt>
                <c:pt idx="300">
                  <c:v>5.8594894431038824E-3</c:v>
                </c:pt>
                <c:pt idx="301">
                  <c:v>5.8790210745982563E-3</c:v>
                </c:pt>
                <c:pt idx="302">
                  <c:v>5.8985527060997356E-3</c:v>
                </c:pt>
                <c:pt idx="303">
                  <c:v>5.9180843376012149E-3</c:v>
                </c:pt>
                <c:pt idx="304">
                  <c:v>5.9376159690032182E-3</c:v>
                </c:pt>
                <c:pt idx="305">
                  <c:v>5.9571476005046975E-3</c:v>
                </c:pt>
                <c:pt idx="306">
                  <c:v>5.9766792319990714E-3</c:v>
                </c:pt>
                <c:pt idx="307">
                  <c:v>5.9962108635005507E-3</c:v>
                </c:pt>
                <c:pt idx="308">
                  <c:v>6.01574249500203E-3</c:v>
                </c:pt>
                <c:pt idx="309">
                  <c:v>6.0352741264040333E-3</c:v>
                </c:pt>
                <c:pt idx="310">
                  <c:v>6.0548057578984071E-3</c:v>
                </c:pt>
                <c:pt idx="311">
                  <c:v>6.0743373893998864E-3</c:v>
                </c:pt>
                <c:pt idx="312">
                  <c:v>6.0938690209013657E-3</c:v>
                </c:pt>
                <c:pt idx="313">
                  <c:v>6.113400652303369E-3</c:v>
                </c:pt>
                <c:pt idx="314">
                  <c:v>6.1329322838048483E-3</c:v>
                </c:pt>
                <c:pt idx="315">
                  <c:v>6.1524639152992222E-3</c:v>
                </c:pt>
                <c:pt idx="316">
                  <c:v>6.1719955468007015E-3</c:v>
                </c:pt>
                <c:pt idx="317">
                  <c:v>6.1915271782027048E-3</c:v>
                </c:pt>
                <c:pt idx="318">
                  <c:v>6.2110588097041841E-3</c:v>
                </c:pt>
                <c:pt idx="319">
                  <c:v>6.230590441198558E-3</c:v>
                </c:pt>
                <c:pt idx="320">
                  <c:v>6.2501220727000373E-3</c:v>
                </c:pt>
                <c:pt idx="321">
                  <c:v>6.2696537042015166E-3</c:v>
                </c:pt>
                <c:pt idx="322">
                  <c:v>6.2891853356035199E-3</c:v>
                </c:pt>
                <c:pt idx="323">
                  <c:v>6.3087169670978938E-3</c:v>
                </c:pt>
                <c:pt idx="324">
                  <c:v>6.3282485985993731E-3</c:v>
                </c:pt>
                <c:pt idx="325">
                  <c:v>6.3477802301008524E-3</c:v>
                </c:pt>
                <c:pt idx="326">
                  <c:v>6.3673118615028557E-3</c:v>
                </c:pt>
                <c:pt idx="327">
                  <c:v>6.386843493004335E-3</c:v>
                </c:pt>
                <c:pt idx="328">
                  <c:v>6.4063751244987088E-3</c:v>
                </c:pt>
                <c:pt idx="329">
                  <c:v>6.4259067560001881E-3</c:v>
                </c:pt>
                <c:pt idx="330">
                  <c:v>6.4454383875016674E-3</c:v>
                </c:pt>
                <c:pt idx="331">
                  <c:v>6.4649700189036707E-3</c:v>
                </c:pt>
                <c:pt idx="332">
                  <c:v>6.4845016503980446E-3</c:v>
                </c:pt>
                <c:pt idx="333">
                  <c:v>6.5040332818995239E-3</c:v>
                </c:pt>
                <c:pt idx="334">
                  <c:v>6.5235649134010032E-3</c:v>
                </c:pt>
                <c:pt idx="335">
                  <c:v>6.5430965448030065E-3</c:v>
                </c:pt>
                <c:pt idx="336">
                  <c:v>6.5626281763044858E-3</c:v>
                </c:pt>
                <c:pt idx="337">
                  <c:v>6.5821598077988597E-3</c:v>
                </c:pt>
                <c:pt idx="338">
                  <c:v>6.601691439300339E-3</c:v>
                </c:pt>
                <c:pt idx="339">
                  <c:v>6.6212230707023423E-3</c:v>
                </c:pt>
                <c:pt idx="340">
                  <c:v>6.6407547022038216E-3</c:v>
                </c:pt>
                <c:pt idx="341">
                  <c:v>6.6602863336981954E-3</c:v>
                </c:pt>
                <c:pt idx="342">
                  <c:v>6.6798179651996747E-3</c:v>
                </c:pt>
                <c:pt idx="343">
                  <c:v>6.699349596701154E-3</c:v>
                </c:pt>
                <c:pt idx="344">
                  <c:v>6.7188812281031574E-3</c:v>
                </c:pt>
                <c:pt idx="345">
                  <c:v>6.7384128596046367E-3</c:v>
                </c:pt>
                <c:pt idx="346">
                  <c:v>6.7579444910990105E-3</c:v>
                </c:pt>
                <c:pt idx="347">
                  <c:v>6.7774761226004898E-3</c:v>
                </c:pt>
                <c:pt idx="348">
                  <c:v>6.7970077540024931E-3</c:v>
                </c:pt>
              </c:numCache>
            </c:numRef>
          </c:xVal>
          <c:yVal>
            <c:numRef>
              <c:f>'[2]0.4'!$W$2:$W$350</c:f>
              <c:numCache>
                <c:formatCode>General</c:formatCode>
                <c:ptCount val="349"/>
                <c:pt idx="0">
                  <c:v>1.5596914499999999E-4</c:v>
                </c:pt>
                <c:pt idx="1">
                  <c:v>2.8961893200000002E-4</c:v>
                </c:pt>
                <c:pt idx="2">
                  <c:v>2.0906289600000001E-4</c:v>
                </c:pt>
                <c:pt idx="3">
                  <c:v>3.2806613099999998E-4</c:v>
                </c:pt>
                <c:pt idx="4">
                  <c:v>2.2981217799999999E-4</c:v>
                </c:pt>
                <c:pt idx="5">
                  <c:v>2.1577589900000001E-4</c:v>
                </c:pt>
                <c:pt idx="6">
                  <c:v>2.1699644499999999E-4</c:v>
                </c:pt>
                <c:pt idx="7">
                  <c:v>2.5117173300000001E-4</c:v>
                </c:pt>
                <c:pt idx="8">
                  <c:v>2.3957654600000001E-4</c:v>
                </c:pt>
                <c:pt idx="9">
                  <c:v>2.48730641E-4</c:v>
                </c:pt>
                <c:pt idx="10">
                  <c:v>2.9816275400000001E-4</c:v>
                </c:pt>
                <c:pt idx="11">
                  <c:v>1.8465197600000001E-4</c:v>
                </c:pt>
                <c:pt idx="12">
                  <c:v>2.6520801200000002E-4</c:v>
                </c:pt>
                <c:pt idx="13">
                  <c:v>2.6642855800000002E-4</c:v>
                </c:pt>
                <c:pt idx="14">
                  <c:v>2.6459773900000002E-4</c:v>
                </c:pt>
                <c:pt idx="15">
                  <c:v>2.2187862900000001E-4</c:v>
                </c:pt>
                <c:pt idx="16">
                  <c:v>2.06621804E-4</c:v>
                </c:pt>
                <c:pt idx="17">
                  <c:v>2.1699644499999999E-4</c:v>
                </c:pt>
                <c:pt idx="18">
                  <c:v>2.12114261E-4</c:v>
                </c:pt>
                <c:pt idx="19">
                  <c:v>2.6215664700000001E-4</c:v>
                </c:pt>
                <c:pt idx="20">
                  <c:v>2.2615054000000001E-4</c:v>
                </c:pt>
                <c:pt idx="21">
                  <c:v>2.73751834E-4</c:v>
                </c:pt>
                <c:pt idx="22">
                  <c:v>1.9014443300000001E-4</c:v>
                </c:pt>
                <c:pt idx="23">
                  <c:v>2.6947992299999998E-4</c:v>
                </c:pt>
                <c:pt idx="24">
                  <c:v>1.33999317E-4</c:v>
                </c:pt>
                <c:pt idx="25">
                  <c:v>2.3469436199999999E-4</c:v>
                </c:pt>
                <c:pt idx="26">
                  <c:v>6.0766557000000201E-5</c:v>
                </c:pt>
                <c:pt idx="27">
                  <c:v>4.0679134800000001E-4</c:v>
                </c:pt>
                <c:pt idx="28">
                  <c:v>6.4296699900000004E-4</c:v>
                </c:pt>
                <c:pt idx="29">
                  <c:v>4.4956204479999996E-3</c:v>
                </c:pt>
                <c:pt idx="30">
                  <c:v>1.1444188826E-2</c:v>
                </c:pt>
                <c:pt idx="31">
                  <c:v>1.6319659823000002E-2</c:v>
                </c:pt>
                <c:pt idx="32">
                  <c:v>1.1521083224000001E-2</c:v>
                </c:pt>
                <c:pt idx="33">
                  <c:v>4.6402551490000001E-3</c:v>
                </c:pt>
                <c:pt idx="34">
                  <c:v>-3.3494389670000002E-3</c:v>
                </c:pt>
                <c:pt idx="35">
                  <c:v>-5.8881746469999999E-3</c:v>
                </c:pt>
                <c:pt idx="36">
                  <c:v>-5.7130262960000001E-3</c:v>
                </c:pt>
                <c:pt idx="37">
                  <c:v>-4.8970912950000002E-3</c:v>
                </c:pt>
                <c:pt idx="38">
                  <c:v>-3.8730532010000001E-3</c:v>
                </c:pt>
                <c:pt idx="39">
                  <c:v>-3.4751552049999998E-3</c:v>
                </c:pt>
                <c:pt idx="40">
                  <c:v>-2.7696796169999999E-3</c:v>
                </c:pt>
                <c:pt idx="41">
                  <c:v>-2.5139752299999998E-3</c:v>
                </c:pt>
                <c:pt idx="42">
                  <c:v>-1.4643056700000001E-3</c:v>
                </c:pt>
                <c:pt idx="43">
                  <c:v>-1.83046947E-3</c:v>
                </c:pt>
                <c:pt idx="44">
                  <c:v>-1.1555075320000001E-3</c:v>
                </c:pt>
                <c:pt idx="45">
                  <c:v>-2.2789257200000001E-4</c:v>
                </c:pt>
                <c:pt idx="46">
                  <c:v>-1.4367489800000001E-4</c:v>
                </c:pt>
                <c:pt idx="47">
                  <c:v>3.87967290000004E-5</c:v>
                </c:pt>
                <c:pt idx="48">
                  <c:v>-1.3818244100000001E-4</c:v>
                </c:pt>
                <c:pt idx="49">
                  <c:v>-3.4750607999999998E-4</c:v>
                </c:pt>
                <c:pt idx="50">
                  <c:v>-8.6867922199999903E-4</c:v>
                </c:pt>
                <c:pt idx="51">
                  <c:v>-2.8342741500000002E-4</c:v>
                </c:pt>
                <c:pt idx="52">
                  <c:v>-7.0512605800000002E-4</c:v>
                </c:pt>
                <c:pt idx="53">
                  <c:v>-5.5927081099999996E-4</c:v>
                </c:pt>
                <c:pt idx="54">
                  <c:v>2.6337719300000001E-4</c:v>
                </c:pt>
                <c:pt idx="55">
                  <c:v>-6.4898094199999999E-4</c:v>
                </c:pt>
                <c:pt idx="56">
                  <c:v>2.0234989300000001E-4</c:v>
                </c:pt>
                <c:pt idx="57">
                  <c:v>2.96942208E-4</c:v>
                </c:pt>
                <c:pt idx="58">
                  <c:v>4.3181254100000001E-4</c:v>
                </c:pt>
                <c:pt idx="59">
                  <c:v>7.4305177099999995E-4</c:v>
                </c:pt>
                <c:pt idx="60">
                  <c:v>4.1106325900000003E-4</c:v>
                </c:pt>
                <c:pt idx="61">
                  <c:v>8.6144473300000005E-4</c:v>
                </c:pt>
                <c:pt idx="62">
                  <c:v>8.2910026399999996E-4</c:v>
                </c:pt>
                <c:pt idx="63">
                  <c:v>1.064665642E-3</c:v>
                </c:pt>
                <c:pt idx="64">
                  <c:v>4.5134127699999999E-4</c:v>
                </c:pt>
                <c:pt idx="65">
                  <c:v>2.8168538299999998E-4</c:v>
                </c:pt>
                <c:pt idx="66">
                  <c:v>-5.8917418800000004E-4</c:v>
                </c:pt>
                <c:pt idx="67">
                  <c:v>-4.6956067999999999E-4</c:v>
                </c:pt>
                <c:pt idx="68">
                  <c:v>-3.9632791999999999E-4</c:v>
                </c:pt>
                <c:pt idx="69">
                  <c:v>-4.3294429999999999E-4</c:v>
                </c:pt>
                <c:pt idx="70">
                  <c:v>-2.5291376499999999E-4</c:v>
                </c:pt>
                <c:pt idx="71">
                  <c:v>-2.37046667E-4</c:v>
                </c:pt>
                <c:pt idx="72">
                  <c:v>-2.08363836E-4</c:v>
                </c:pt>
                <c:pt idx="73">
                  <c:v>-1.9789478999999898E-5</c:v>
                </c:pt>
                <c:pt idx="74">
                  <c:v>-9.6073603999999701E-5</c:v>
                </c:pt>
                <c:pt idx="75">
                  <c:v>-5.0303128999999697E-5</c:v>
                </c:pt>
                <c:pt idx="76">
                  <c:v>-8.9360600999999901E-5</c:v>
                </c:pt>
                <c:pt idx="77">
                  <c:v>9.6519114299999998E-4</c:v>
                </c:pt>
                <c:pt idx="78">
                  <c:v>1.512606024E-3</c:v>
                </c:pt>
                <c:pt idx="79">
                  <c:v>1.5577662260000001E-3</c:v>
                </c:pt>
                <c:pt idx="80">
                  <c:v>7.0887648300000002E-4</c:v>
                </c:pt>
                <c:pt idx="81">
                  <c:v>-5.2133947999999902E-5</c:v>
                </c:pt>
                <c:pt idx="82">
                  <c:v>-5.4279344000000005E-4</c:v>
                </c:pt>
                <c:pt idx="83">
                  <c:v>-2.2362066099999999E-4</c:v>
                </c:pt>
                <c:pt idx="84">
                  <c:v>-3.0051505899999999E-4</c:v>
                </c:pt>
                <c:pt idx="85">
                  <c:v>-1.3085916500000001E-4</c:v>
                </c:pt>
                <c:pt idx="86">
                  <c:v>2.5910528199999999E-4</c:v>
                </c:pt>
                <c:pt idx="87">
                  <c:v>2.60325828E-4</c:v>
                </c:pt>
                <c:pt idx="88">
                  <c:v>5.6058014400000005E-4</c:v>
                </c:pt>
                <c:pt idx="89">
                  <c:v>1.41322593E-4</c:v>
                </c:pt>
                <c:pt idx="90">
                  <c:v>3.4088186399999998E-4</c:v>
                </c:pt>
                <c:pt idx="91">
                  <c:v>-8.3257870999999805E-5</c:v>
                </c:pt>
                <c:pt idx="92">
                  <c:v>1.9878266000000301E-5</c:v>
                </c:pt>
                <c:pt idx="93">
                  <c:v>-2.5901649500000002E-4</c:v>
                </c:pt>
                <c:pt idx="94">
                  <c:v>7.1751471000000406E-5</c:v>
                </c:pt>
                <c:pt idx="95">
                  <c:v>2.5178200600000001E-4</c:v>
                </c:pt>
                <c:pt idx="96">
                  <c:v>5.12368577E-4</c:v>
                </c:pt>
                <c:pt idx="97">
                  <c:v>4.6903919400000002E-4</c:v>
                </c:pt>
                <c:pt idx="98">
                  <c:v>2.5971555499999999E-4</c:v>
                </c:pt>
                <c:pt idx="99">
                  <c:v>2.2981217799999999E-4</c:v>
                </c:pt>
                <c:pt idx="100">
                  <c:v>1.02265121E-4</c:v>
                </c:pt>
                <c:pt idx="101">
                  <c:v>1.88313614E-4</c:v>
                </c:pt>
                <c:pt idx="102">
                  <c:v>6.50384680000002E-5</c:v>
                </c:pt>
                <c:pt idx="103">
                  <c:v>-1.0635383999999899E-5</c:v>
                </c:pt>
                <c:pt idx="104">
                  <c:v>-1.19874251E-4</c:v>
                </c:pt>
                <c:pt idx="105">
                  <c:v>2.6337719300000001E-4</c:v>
                </c:pt>
                <c:pt idx="106">
                  <c:v>1.05316486E-4</c:v>
                </c:pt>
                <c:pt idx="107">
                  <c:v>6.0268898099999997E-4</c:v>
                </c:pt>
                <c:pt idx="108">
                  <c:v>5.5691850600000003E-4</c:v>
                </c:pt>
                <c:pt idx="109">
                  <c:v>5.5203632200000001E-4</c:v>
                </c:pt>
                <c:pt idx="110">
                  <c:v>2.1394508E-4</c:v>
                </c:pt>
                <c:pt idx="111">
                  <c:v>1.6939515099999999E-4</c:v>
                </c:pt>
                <c:pt idx="112">
                  <c:v>-1.1245657E-5</c:v>
                </c:pt>
                <c:pt idx="113">
                  <c:v>1.1569112699999999E-4</c:v>
                </c:pt>
                <c:pt idx="114">
                  <c:v>6.8089833000000105E-5</c:v>
                </c:pt>
                <c:pt idx="115">
                  <c:v>1.27896587E-4</c:v>
                </c:pt>
                <c:pt idx="116">
                  <c:v>2.5727446299999998E-4</c:v>
                </c:pt>
                <c:pt idx="117">
                  <c:v>1.5718969099999999E-4</c:v>
                </c:pt>
                <c:pt idx="118">
                  <c:v>2.2004781E-4</c:v>
                </c:pt>
                <c:pt idx="119">
                  <c:v>1.5474859900000001E-4</c:v>
                </c:pt>
                <c:pt idx="120">
                  <c:v>1.82210884E-4</c:v>
                </c:pt>
                <c:pt idx="121">
                  <c:v>9.1890480000000104E-5</c:v>
                </c:pt>
                <c:pt idx="122">
                  <c:v>1.4437395799999999E-4</c:v>
                </c:pt>
                <c:pt idx="123">
                  <c:v>8.0905566000000393E-5</c:v>
                </c:pt>
                <c:pt idx="124">
                  <c:v>1.1944716999999999E-5</c:v>
                </c:pt>
                <c:pt idx="125">
                  <c:v>1.7976979200000001E-4</c:v>
                </c:pt>
                <c:pt idx="126">
                  <c:v>1.2240413E-4</c:v>
                </c:pt>
                <c:pt idx="127">
                  <c:v>8.7618569000000098E-5</c:v>
                </c:pt>
                <c:pt idx="128">
                  <c:v>1.3949177399999999E-4</c:v>
                </c:pt>
                <c:pt idx="129">
                  <c:v>2.5300255200000002E-4</c:v>
                </c:pt>
                <c:pt idx="130">
                  <c:v>3.5247705099999998E-4</c:v>
                </c:pt>
                <c:pt idx="131">
                  <c:v>5.5691850600000003E-4</c:v>
                </c:pt>
                <c:pt idx="132">
                  <c:v>5.97196524E-4</c:v>
                </c:pt>
                <c:pt idx="133">
                  <c:v>5.6668287399999997E-4</c:v>
                </c:pt>
                <c:pt idx="134">
                  <c:v>3.5980032700000001E-4</c:v>
                </c:pt>
                <c:pt idx="135">
                  <c:v>1.23624676E-4</c:v>
                </c:pt>
                <c:pt idx="136">
                  <c:v>-1.7601936699999999E-4</c:v>
                </c:pt>
                <c:pt idx="137">
                  <c:v>-1.18043432E-4</c:v>
                </c:pt>
                <c:pt idx="138">
                  <c:v>-1.0095578799999999E-4</c:v>
                </c:pt>
                <c:pt idx="139">
                  <c:v>1.25549900000001E-5</c:v>
                </c:pt>
                <c:pt idx="140">
                  <c:v>8.8839115000000294E-5</c:v>
                </c:pt>
                <c:pt idx="141">
                  <c:v>6.0766557000000201E-5</c:v>
                </c:pt>
                <c:pt idx="142">
                  <c:v>1.3338904399999999E-4</c:v>
                </c:pt>
                <c:pt idx="143">
                  <c:v>4.7340551000000303E-5</c:v>
                </c:pt>
                <c:pt idx="144">
                  <c:v>3.2693999000000203E-5</c:v>
                </c:pt>
                <c:pt idx="145">
                  <c:v>8.3956931000000204E-5</c:v>
                </c:pt>
                <c:pt idx="146">
                  <c:v>3.0304493799999997E-4</c:v>
                </c:pt>
                <c:pt idx="147">
                  <c:v>2.5361282500000002E-4</c:v>
                </c:pt>
                <c:pt idx="148">
                  <c:v>1.0958839699999999E-4</c:v>
                </c:pt>
                <c:pt idx="149">
                  <c:v>6.5578273200000005E-4</c:v>
                </c:pt>
                <c:pt idx="150">
                  <c:v>2.18216991E-4</c:v>
                </c:pt>
                <c:pt idx="151">
                  <c:v>5.2091239900000003E-4</c:v>
                </c:pt>
                <c:pt idx="152">
                  <c:v>1.6085132900000001E-4</c:v>
                </c:pt>
                <c:pt idx="153">
                  <c:v>2.2920190499999999E-4</c:v>
                </c:pt>
                <c:pt idx="154">
                  <c:v>1.71836243E-4</c:v>
                </c:pt>
                <c:pt idx="155">
                  <c:v>4.9171369999999999E-5</c:v>
                </c:pt>
                <c:pt idx="156">
                  <c:v>7.1141198000000295E-5</c:v>
                </c:pt>
                <c:pt idx="157">
                  <c:v>1.58410237E-4</c:v>
                </c:pt>
                <c:pt idx="158">
                  <c:v>1.5657941799999999E-4</c:v>
                </c:pt>
                <c:pt idx="159">
                  <c:v>1.6878487799999999E-4</c:v>
                </c:pt>
                <c:pt idx="160">
                  <c:v>1.8953416E-4</c:v>
                </c:pt>
                <c:pt idx="161">
                  <c:v>3.2562503900000002E-4</c:v>
                </c:pt>
                <c:pt idx="162">
                  <c:v>3.9092424999999999E-4</c:v>
                </c:pt>
                <c:pt idx="163">
                  <c:v>3.2867640399999998E-4</c:v>
                </c:pt>
                <c:pt idx="164">
                  <c:v>5.4410277300000003E-4</c:v>
                </c:pt>
                <c:pt idx="165">
                  <c:v>3.4332295599999999E-4</c:v>
                </c:pt>
                <c:pt idx="166">
                  <c:v>4.2021735400000001E-4</c:v>
                </c:pt>
                <c:pt idx="167">
                  <c:v>2.6215664700000001E-4</c:v>
                </c:pt>
                <c:pt idx="168">
                  <c:v>2.2370944799999999E-4</c:v>
                </c:pt>
                <c:pt idx="169">
                  <c:v>2.72531288E-4</c:v>
                </c:pt>
                <c:pt idx="170">
                  <c:v>3.0792712199999999E-4</c:v>
                </c:pt>
                <c:pt idx="171">
                  <c:v>2.9206002399999998E-4</c:v>
                </c:pt>
                <c:pt idx="172">
                  <c:v>1.6024105600000001E-4</c:v>
                </c:pt>
                <c:pt idx="173">
                  <c:v>2.84126475E-4</c:v>
                </c:pt>
                <c:pt idx="174">
                  <c:v>1.1813221900000001E-4</c:v>
                </c:pt>
                <c:pt idx="175">
                  <c:v>1.3277877099999999E-4</c:v>
                </c:pt>
                <c:pt idx="176">
                  <c:v>9.7993210000000199E-5</c:v>
                </c:pt>
                <c:pt idx="177">
                  <c:v>5.8325465E-5</c:v>
                </c:pt>
                <c:pt idx="178">
                  <c:v>1.6268214799999999E-4</c:v>
                </c:pt>
                <c:pt idx="179">
                  <c:v>7.9685020000000307E-5</c:v>
                </c:pt>
                <c:pt idx="180">
                  <c:v>2.2676081300000001E-4</c:v>
                </c:pt>
                <c:pt idx="181">
                  <c:v>2.85347021E-4</c:v>
                </c:pt>
                <c:pt idx="182">
                  <c:v>3.5308732399999998E-4</c:v>
                </c:pt>
                <c:pt idx="183">
                  <c:v>5.4654386500000004E-4</c:v>
                </c:pt>
                <c:pt idx="184">
                  <c:v>4.0679134800000001E-4</c:v>
                </c:pt>
                <c:pt idx="185">
                  <c:v>3.8299070100000001E-4</c:v>
                </c:pt>
                <c:pt idx="186">
                  <c:v>1.6512324E-4</c:v>
                </c:pt>
                <c:pt idx="187">
                  <c:v>1.29117133E-4</c:v>
                </c:pt>
                <c:pt idx="188">
                  <c:v>5.2833008000000402E-5</c:v>
                </c:pt>
                <c:pt idx="189">
                  <c:v>-2.60742999999824E-7</c:v>
                </c:pt>
                <c:pt idx="190">
                  <c:v>4.4899459000000102E-5</c:v>
                </c:pt>
                <c:pt idx="191">
                  <c:v>1.2240413E-4</c:v>
                </c:pt>
                <c:pt idx="192">
                  <c:v>2.0296016600000001E-4</c:v>
                </c:pt>
                <c:pt idx="193">
                  <c:v>1.5902051E-4</c:v>
                </c:pt>
                <c:pt idx="194">
                  <c:v>2.2065808300000001E-4</c:v>
                </c:pt>
                <c:pt idx="195">
                  <c:v>3.6346196499999997E-4</c:v>
                </c:pt>
                <c:pt idx="196">
                  <c:v>3.7749824399999998E-4</c:v>
                </c:pt>
                <c:pt idx="197">
                  <c:v>3.4759486700000001E-4</c:v>
                </c:pt>
                <c:pt idx="198">
                  <c:v>3.2318394700000001E-4</c:v>
                </c:pt>
                <c:pt idx="199">
                  <c:v>2.61546374E-4</c:v>
                </c:pt>
                <c:pt idx="200">
                  <c:v>2.07232077E-4</c:v>
                </c:pt>
                <c:pt idx="201">
                  <c:v>5.2222735000000298E-5</c:v>
                </c:pt>
                <c:pt idx="202">
                  <c:v>6.0766557000000201E-5</c:v>
                </c:pt>
                <c:pt idx="203">
                  <c:v>7.6633655000000401E-5</c:v>
                </c:pt>
                <c:pt idx="204">
                  <c:v>9.7993210000000199E-5</c:v>
                </c:pt>
                <c:pt idx="205">
                  <c:v>6.7479560000000401E-5</c:v>
                </c:pt>
                <c:pt idx="206">
                  <c:v>1.35830136E-4</c:v>
                </c:pt>
                <c:pt idx="207">
                  <c:v>1.1202948900000001E-4</c:v>
                </c:pt>
                <c:pt idx="208">
                  <c:v>2.8107510999999998E-4</c:v>
                </c:pt>
                <c:pt idx="209">
                  <c:v>1.5657941799999999E-4</c:v>
                </c:pt>
                <c:pt idx="210">
                  <c:v>2.3957654600000001E-4</c:v>
                </c:pt>
                <c:pt idx="211">
                  <c:v>2.60936101E-4</c:v>
                </c:pt>
                <c:pt idx="212">
                  <c:v>2.8168538299999998E-4</c:v>
                </c:pt>
                <c:pt idx="213">
                  <c:v>2.12724534E-4</c:v>
                </c:pt>
                <c:pt idx="214">
                  <c:v>1.71836243E-4</c:v>
                </c:pt>
                <c:pt idx="215">
                  <c:v>1.7549788099999999E-4</c:v>
                </c:pt>
                <c:pt idx="216">
                  <c:v>2.5239227900000002E-4</c:v>
                </c:pt>
                <c:pt idx="217">
                  <c:v>5.8325465E-5</c:v>
                </c:pt>
                <c:pt idx="218">
                  <c:v>2.3896627300000001E-4</c:v>
                </c:pt>
                <c:pt idx="219">
                  <c:v>7.5413109000000301E-5</c:v>
                </c:pt>
                <c:pt idx="220">
                  <c:v>2.6703883099999997E-4</c:v>
                </c:pt>
                <c:pt idx="221">
                  <c:v>9.3721299000000302E-5</c:v>
                </c:pt>
                <c:pt idx="222">
                  <c:v>6.7531146800000003E-4</c:v>
                </c:pt>
                <c:pt idx="223">
                  <c:v>3.5247705099999998E-4</c:v>
                </c:pt>
                <c:pt idx="224">
                  <c:v>2.2473747160000001E-3</c:v>
                </c:pt>
                <c:pt idx="225">
                  <c:v>2.1893987809999999E-3</c:v>
                </c:pt>
                <c:pt idx="226">
                  <c:v>3.3788208579999999E-3</c:v>
                </c:pt>
                <c:pt idx="227">
                  <c:v>3.9836014010000004E-3</c:v>
                </c:pt>
                <c:pt idx="228">
                  <c:v>1.972141593E-3</c:v>
                </c:pt>
                <c:pt idx="229">
                  <c:v>1.131795672E-3</c:v>
                </c:pt>
                <c:pt idx="230">
                  <c:v>-6.7400213499999896E-4</c:v>
                </c:pt>
                <c:pt idx="231">
                  <c:v>-2.8098632300000001E-4</c:v>
                </c:pt>
                <c:pt idx="232">
                  <c:v>-9.9500573300000008E-4</c:v>
                </c:pt>
                <c:pt idx="233">
                  <c:v>-7.1672124500000002E-4</c:v>
                </c:pt>
                <c:pt idx="234">
                  <c:v>-9.2726543000000005E-4</c:v>
                </c:pt>
                <c:pt idx="235">
                  <c:v>-9.1444969700000005E-4</c:v>
                </c:pt>
                <c:pt idx="236">
                  <c:v>-1.3391052999999999E-4</c:v>
                </c:pt>
                <c:pt idx="237">
                  <c:v>-9.8402081899999993E-4</c:v>
                </c:pt>
                <c:pt idx="238">
                  <c:v>-1.02786607E-4</c:v>
                </c:pt>
                <c:pt idx="239">
                  <c:v>-9.2360379200000003E-4</c:v>
                </c:pt>
                <c:pt idx="240">
                  <c:v>-3.6154235899999999E-4</c:v>
                </c:pt>
                <c:pt idx="241">
                  <c:v>-3.0234587799999999E-4</c:v>
                </c:pt>
                <c:pt idx="242">
                  <c:v>-5.7757900100000004E-4</c:v>
                </c:pt>
                <c:pt idx="243">
                  <c:v>-9.2411965999999806E-5</c:v>
                </c:pt>
                <c:pt idx="244">
                  <c:v>-1.22315343E-4</c:v>
                </c:pt>
                <c:pt idx="245">
                  <c:v>-1.05227699E-4</c:v>
                </c:pt>
                <c:pt idx="246">
                  <c:v>-1.4611598999999999E-4</c:v>
                </c:pt>
                <c:pt idx="247">
                  <c:v>5.1002189000000197E-5</c:v>
                </c:pt>
                <c:pt idx="248">
                  <c:v>1.7122597E-4</c:v>
                </c:pt>
                <c:pt idx="249">
                  <c:v>-1.22315343E-4</c:v>
                </c:pt>
                <c:pt idx="250">
                  <c:v>2.18827264E-4</c:v>
                </c:pt>
                <c:pt idx="251">
                  <c:v>1.19963038E-4</c:v>
                </c:pt>
                <c:pt idx="252">
                  <c:v>2.9032361000000302E-5</c:v>
                </c:pt>
                <c:pt idx="253">
                  <c:v>1.5902051E-4</c:v>
                </c:pt>
                <c:pt idx="254">
                  <c:v>1.08367851E-4</c:v>
                </c:pt>
                <c:pt idx="255">
                  <c:v>1.0043430199999999E-4</c:v>
                </c:pt>
                <c:pt idx="256">
                  <c:v>2.24929994E-4</c:v>
                </c:pt>
                <c:pt idx="257">
                  <c:v>2.5239227900000002E-4</c:v>
                </c:pt>
                <c:pt idx="258">
                  <c:v>2.2920190499999999E-4</c:v>
                </c:pt>
                <c:pt idx="259">
                  <c:v>2.9450111599999999E-4</c:v>
                </c:pt>
                <c:pt idx="260">
                  <c:v>2.7070046899999999E-4</c:v>
                </c:pt>
                <c:pt idx="261">
                  <c:v>1.8709306799999999E-4</c:v>
                </c:pt>
                <c:pt idx="262">
                  <c:v>2.8290592899999999E-4</c:v>
                </c:pt>
                <c:pt idx="263">
                  <c:v>1.19352765E-4</c:v>
                </c:pt>
                <c:pt idx="264">
                  <c:v>2.1394508E-4</c:v>
                </c:pt>
                <c:pt idx="265">
                  <c:v>2.7924429099999997E-4</c:v>
                </c:pt>
                <c:pt idx="266">
                  <c:v>8.3956931000000204E-5</c:v>
                </c:pt>
                <c:pt idx="267">
                  <c:v>6.9920652000000195E-5</c:v>
                </c:pt>
                <c:pt idx="268">
                  <c:v>1.3644040900000001E-4</c:v>
                </c:pt>
                <c:pt idx="269">
                  <c:v>1.9075470600000001E-4</c:v>
                </c:pt>
                <c:pt idx="270">
                  <c:v>1.1263976199999999E-4</c:v>
                </c:pt>
                <c:pt idx="271">
                  <c:v>1.5902051E-4</c:v>
                </c:pt>
                <c:pt idx="272">
                  <c:v>2.6276692000000001E-4</c:v>
                </c:pt>
                <c:pt idx="273">
                  <c:v>2.8290592899999999E-4</c:v>
                </c:pt>
                <c:pt idx="274">
                  <c:v>3.57359235E-4</c:v>
                </c:pt>
                <c:pt idx="275">
                  <c:v>3.8909343099999998E-4</c:v>
                </c:pt>
                <c:pt idx="276">
                  <c:v>4.7270083199999998E-4</c:v>
                </c:pt>
                <c:pt idx="277">
                  <c:v>5.6363150900000001E-4</c:v>
                </c:pt>
                <c:pt idx="278">
                  <c:v>5.5142604899999996E-4</c:v>
                </c:pt>
                <c:pt idx="279">
                  <c:v>4.8734738399999999E-4</c:v>
                </c:pt>
                <c:pt idx="280">
                  <c:v>4.3059199500000001E-4</c:v>
                </c:pt>
                <c:pt idx="281">
                  <c:v>1.9868825499999999E-4</c:v>
                </c:pt>
                <c:pt idx="282">
                  <c:v>1.0897812400000001E-4</c:v>
                </c:pt>
                <c:pt idx="283">
                  <c:v>-7.89859599999998E-5</c:v>
                </c:pt>
                <c:pt idx="284">
                  <c:v>8.6398022999999998E-5</c:v>
                </c:pt>
                <c:pt idx="285">
                  <c:v>9.6162391000000096E-5</c:v>
                </c:pt>
                <c:pt idx="286">
                  <c:v>4.5509732000000098E-5</c:v>
                </c:pt>
                <c:pt idx="287">
                  <c:v>8.0295293000000296E-5</c:v>
                </c:pt>
                <c:pt idx="288">
                  <c:v>8.3956931000000204E-5</c:v>
                </c:pt>
                <c:pt idx="289">
                  <c:v>1.52307507E-4</c:v>
                </c:pt>
                <c:pt idx="290">
                  <c:v>1.3277877099999999E-4</c:v>
                </c:pt>
                <c:pt idx="291">
                  <c:v>1.6024105600000001E-4</c:v>
                </c:pt>
                <c:pt idx="292">
                  <c:v>1.5169723399999999E-4</c:v>
                </c:pt>
                <c:pt idx="293">
                  <c:v>1.2484522200000001E-4</c:v>
                </c:pt>
                <c:pt idx="294">
                  <c:v>2.1577589900000001E-4</c:v>
                </c:pt>
                <c:pt idx="295">
                  <c:v>7.6633655000000401E-5</c:v>
                </c:pt>
                <c:pt idx="296">
                  <c:v>3.0731684899999999E-4</c:v>
                </c:pt>
                <c:pt idx="297">
                  <c:v>9.6162391000000096E-5</c:v>
                </c:pt>
                <c:pt idx="298">
                  <c:v>2.4751009499999999E-4</c:v>
                </c:pt>
                <c:pt idx="299">
                  <c:v>1.10808943E-4</c:v>
                </c:pt>
                <c:pt idx="300">
                  <c:v>3.2440449300000002E-4</c:v>
                </c:pt>
                <c:pt idx="301">
                  <c:v>1.3155822500000001E-4</c:v>
                </c:pt>
                <c:pt idx="302">
                  <c:v>3.80549609E-4</c:v>
                </c:pt>
                <c:pt idx="303">
                  <c:v>-2.4061389999999901E-5</c:v>
                </c:pt>
                <c:pt idx="304">
                  <c:v>8.9317892899999998E-4</c:v>
                </c:pt>
                <c:pt idx="305">
                  <c:v>7.7173460200000003E-4</c:v>
                </c:pt>
                <c:pt idx="306">
                  <c:v>1.2099106159999999E-3</c:v>
                </c:pt>
                <c:pt idx="307">
                  <c:v>2.2760575470000001E-3</c:v>
                </c:pt>
                <c:pt idx="308">
                  <c:v>1.1874249199999999E-4</c:v>
                </c:pt>
                <c:pt idx="309">
                  <c:v>1.400926065E-3</c:v>
                </c:pt>
                <c:pt idx="310">
                  <c:v>2.0130298839999999E-3</c:v>
                </c:pt>
                <c:pt idx="311">
                  <c:v>1.5949928789999999E-3</c:v>
                </c:pt>
                <c:pt idx="312">
                  <c:v>1.9267993000000302E-5</c:v>
                </c:pt>
                <c:pt idx="313">
                  <c:v>-5.6598381400000005E-4</c:v>
                </c:pt>
                <c:pt idx="314">
                  <c:v>-1.1365890690000001E-3</c:v>
                </c:pt>
                <c:pt idx="315">
                  <c:v>-1.5649063099999999E-4</c:v>
                </c:pt>
                <c:pt idx="316">
                  <c:v>-2.8281714200000001E-4</c:v>
                </c:pt>
                <c:pt idx="317">
                  <c:v>-6.51422034E-4</c:v>
                </c:pt>
                <c:pt idx="318">
                  <c:v>-3.3530061999999998E-4</c:v>
                </c:pt>
                <c:pt idx="319">
                  <c:v>-5.1105924400000001E-4</c:v>
                </c:pt>
                <c:pt idx="320">
                  <c:v>4.7209055899999998E-4</c:v>
                </c:pt>
                <c:pt idx="321">
                  <c:v>3.8186456000000302E-5</c:v>
                </c:pt>
                <c:pt idx="322">
                  <c:v>-4.0914365299999999E-4</c:v>
                </c:pt>
                <c:pt idx="323">
                  <c:v>-1.66254999E-4</c:v>
                </c:pt>
                <c:pt idx="324">
                  <c:v>2.3539904000000199E-5</c:v>
                </c:pt>
                <c:pt idx="325">
                  <c:v>6.5822382399999995E-4</c:v>
                </c:pt>
                <c:pt idx="326">
                  <c:v>-3.2614652499999999E-4</c:v>
                </c:pt>
                <c:pt idx="327">
                  <c:v>8.7008296000000096E-5</c:v>
                </c:pt>
                <c:pt idx="328">
                  <c:v>6.0156284000000198E-5</c:v>
                </c:pt>
                <c:pt idx="329">
                  <c:v>7.8821197300000005E-4</c:v>
                </c:pt>
                <c:pt idx="330">
                  <c:v>-1.8090155099999999E-4</c:v>
                </c:pt>
                <c:pt idx="331">
                  <c:v>2.8046483699999998E-4</c:v>
                </c:pt>
                <c:pt idx="332">
                  <c:v>8.6876800899999998E-4</c:v>
                </c:pt>
                <c:pt idx="333">
                  <c:v>5.2222735000000298E-5</c:v>
                </c:pt>
                <c:pt idx="334">
                  <c:v>1.145831951E-3</c:v>
                </c:pt>
                <c:pt idx="335">
                  <c:v>4.4899459000000102E-5</c:v>
                </c:pt>
                <c:pt idx="336">
                  <c:v>9.7129387300000001E-4</c:v>
                </c:pt>
                <c:pt idx="337">
                  <c:v>-5.5185312999999699E-5</c:v>
                </c:pt>
                <c:pt idx="338">
                  <c:v>5.8132942600000004E-4</c:v>
                </c:pt>
                <c:pt idx="339">
                  <c:v>1.77938973E-4</c:v>
                </c:pt>
                <c:pt idx="340">
                  <c:v>-5.7016131999999897E-5</c:v>
                </c:pt>
                <c:pt idx="341">
                  <c:v>6.0451980000000003E-4</c:v>
                </c:pt>
                <c:pt idx="342">
                  <c:v>-2.8525823400000003E-4</c:v>
                </c:pt>
                <c:pt idx="343">
                  <c:v>4.17165989E-4</c:v>
                </c:pt>
                <c:pt idx="344">
                  <c:v>1.41932866E-4</c:v>
                </c:pt>
                <c:pt idx="345">
                  <c:v>1.8657720000000201E-5</c:v>
                </c:pt>
                <c:pt idx="346">
                  <c:v>3.7566742499999998E-4</c:v>
                </c:pt>
                <c:pt idx="347">
                  <c:v>-2.8953014499999999E-4</c:v>
                </c:pt>
                <c:pt idx="348">
                  <c:v>5.1612462000000302E-5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20CB-FE46-B4AF-AE758B3B1D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8348944"/>
        <c:axId val="1518347984"/>
      </c:scatterChart>
      <c:valAx>
        <c:axId val="1518348944"/>
        <c:scaling>
          <c:orientation val="minMax"/>
          <c:max val="5.000000000000001E-3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7984"/>
        <c:crosses val="autoZero"/>
        <c:crossBetween val="midCat"/>
      </c:valAx>
      <c:valAx>
        <c:axId val="1518347984"/>
        <c:scaling>
          <c:orientation val="minMax"/>
          <c:min val="-1.0000000000000002E-2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8944"/>
        <c:crosses val="autoZero"/>
        <c:crossBetween val="midCat"/>
      </c:valAx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4534351851851854"/>
          <c:y val="6.4646655356972629E-2"/>
          <c:w val="0.78655833333333336"/>
          <c:h val="0.75576064814814803"/>
        </c:manualLayout>
      </c:layout>
      <c:scatterChart>
        <c:scatterStyle val="lineMarker"/>
        <c:varyColors val="0"/>
        <c:ser>
          <c:idx val="0"/>
          <c:order val="0"/>
          <c:tx>
            <c:strRef>
              <c:f>PendientesCurvas_vs_Freq!$A$1</c:f>
              <c:strCache>
                <c:ptCount val="1"/>
                <c:pt idx="0">
                  <c:v>0p30</c:v>
                </c:pt>
              </c:strCache>
            </c:strRef>
          </c:tx>
          <c:spPr>
            <a:ln w="12700" cap="rnd">
              <a:solidFill>
                <a:srgbClr val="00206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2060"/>
              </a:solidFill>
              <a:ln w="9525">
                <a:solidFill>
                  <a:srgbClr val="002060"/>
                </a:solidFill>
              </a:ln>
              <a:effectLst/>
            </c:spPr>
          </c:marker>
          <c:xVal>
            <c:numRef>
              <c:f>PendientesCurvas_vs_Freq!$A$3:$A$8</c:f>
              <c:numCache>
                <c:formatCode>General</c:formatCode>
                <c:ptCount val="6"/>
                <c:pt idx="0">
                  <c:v>1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50</c:v>
                </c:pt>
                <c:pt idx="5">
                  <c:v>60</c:v>
                </c:pt>
              </c:numCache>
            </c:numRef>
          </c:xVal>
          <c:yVal>
            <c:numRef>
              <c:f>PendientesCurvas_vs_Freq!$B$3:$B$8</c:f>
              <c:numCache>
                <c:formatCode>General</c:formatCode>
                <c:ptCount val="6"/>
                <c:pt idx="0">
                  <c:v>9.2100000000000009</c:v>
                </c:pt>
                <c:pt idx="1">
                  <c:v>7.25</c:v>
                </c:pt>
                <c:pt idx="2">
                  <c:v>5.47</c:v>
                </c:pt>
                <c:pt idx="3">
                  <c:v>6.15</c:v>
                </c:pt>
                <c:pt idx="4">
                  <c:v>8.11</c:v>
                </c:pt>
                <c:pt idx="5">
                  <c:v>8.86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448B-46E2-B067-D2D8636E432E}"/>
            </c:ext>
          </c:extLst>
        </c:ser>
        <c:ser>
          <c:idx val="1"/>
          <c:order val="1"/>
          <c:tx>
            <c:strRef>
              <c:f>PendientesCurvas_vs_Freq!$D$1</c:f>
              <c:strCache>
                <c:ptCount val="1"/>
                <c:pt idx="0">
                  <c:v>0p35</c:v>
                </c:pt>
              </c:strCache>
            </c:strRef>
          </c:tx>
          <c:spPr>
            <a:ln w="12700">
              <a:solidFill>
                <a:srgbClr val="C00000"/>
              </a:solidFill>
            </a:ln>
          </c:spPr>
          <c:marker>
            <c:spPr>
              <a:solidFill>
                <a:srgbClr val="C00000"/>
              </a:solidFill>
              <a:ln>
                <a:solidFill>
                  <a:srgbClr val="C00000">
                    <a:alpha val="99000"/>
                  </a:srgbClr>
                </a:solidFill>
              </a:ln>
            </c:spPr>
          </c:marker>
          <c:xVal>
            <c:numRef>
              <c:f>PendientesCurvas_vs_Freq!$D$3:$D$8</c:f>
              <c:numCache>
                <c:formatCode>General</c:formatCode>
                <c:ptCount val="6"/>
                <c:pt idx="1">
                  <c:v>10</c:v>
                </c:pt>
                <c:pt idx="2">
                  <c:v>30</c:v>
                </c:pt>
                <c:pt idx="3">
                  <c:v>40</c:v>
                </c:pt>
                <c:pt idx="4">
                  <c:v>50</c:v>
                </c:pt>
              </c:numCache>
            </c:numRef>
          </c:xVal>
          <c:yVal>
            <c:numRef>
              <c:f>PendientesCurvas_vs_Freq!$E$3:$E$8</c:f>
              <c:numCache>
                <c:formatCode>General</c:formatCode>
                <c:ptCount val="6"/>
                <c:pt idx="1">
                  <c:v>16.34</c:v>
                </c:pt>
                <c:pt idx="2">
                  <c:v>13.93</c:v>
                </c:pt>
                <c:pt idx="3">
                  <c:v>6.65</c:v>
                </c:pt>
                <c:pt idx="4">
                  <c:v>5.56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448B-46E2-B067-D2D8636E432E}"/>
            </c:ext>
          </c:extLst>
        </c:ser>
        <c:ser>
          <c:idx val="2"/>
          <c:order val="2"/>
          <c:tx>
            <c:strRef>
              <c:f>PendientesCurvas_vs_Freq!$G$1</c:f>
              <c:strCache>
                <c:ptCount val="1"/>
                <c:pt idx="0">
                  <c:v>0p40</c:v>
                </c:pt>
              </c:strCache>
            </c:strRef>
          </c:tx>
          <c:spPr>
            <a:ln w="12700"/>
          </c:spPr>
          <c:xVal>
            <c:numRef>
              <c:f>PendientesCurvas_vs_Freq!$G$3:$G$9</c:f>
              <c:numCache>
                <c:formatCode>General</c:formatCode>
                <c:ptCount val="7"/>
                <c:pt idx="0">
                  <c:v>1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</c:numCache>
            </c:numRef>
          </c:xVal>
          <c:yVal>
            <c:numRef>
              <c:f>PendientesCurvas_vs_Freq!$H$3:$H$9</c:f>
              <c:numCache>
                <c:formatCode>General</c:formatCode>
                <c:ptCount val="7"/>
                <c:pt idx="0">
                  <c:v>12.37</c:v>
                </c:pt>
                <c:pt idx="1">
                  <c:v>3.07</c:v>
                </c:pt>
                <c:pt idx="2">
                  <c:v>2.69</c:v>
                </c:pt>
                <c:pt idx="3">
                  <c:v>2.83</c:v>
                </c:pt>
                <c:pt idx="4">
                  <c:v>2.2000000000000002</c:v>
                </c:pt>
                <c:pt idx="5">
                  <c:v>0.18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448B-46E2-B067-D2D8636E43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63225792"/>
        <c:axId val="1963063280"/>
      </c:scatterChart>
      <c:valAx>
        <c:axId val="1963225792"/>
        <c:scaling>
          <c:orientation val="minMax"/>
          <c:max val="60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Frecuencia</a:t>
                </a:r>
                <a:r>
                  <a:rPr lang="es-MX" b="1" baseline="0"/>
                  <a:t> (Hz)</a:t>
                </a:r>
                <a:endParaRPr lang="es-MX" b="1"/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063280"/>
        <c:crosses val="autoZero"/>
        <c:crossBetween val="midCat"/>
        <c:majorUnit val="10"/>
      </c:valAx>
      <c:valAx>
        <c:axId val="1963063280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Pendiente (MPa)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225792"/>
        <c:crosses val="autoZero"/>
        <c:crossBetween val="midCat"/>
      </c:valAx>
    </c:plotArea>
    <c:legend>
      <c:legendPos val="r"/>
      <c:layout>
        <c:manualLayout>
          <c:xMode val="edge"/>
          <c:yMode val="edge"/>
          <c:x val="0.77921631671041114"/>
          <c:y val="2.5810002916302123E-2"/>
          <c:w val="0.19024125109361331"/>
          <c:h val="0.2193115740740740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defRPr>
          </a:pPr>
          <a:endParaRPr lang="es-EC"/>
        </a:p>
      </c:txPr>
    </c:legend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s-EC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r>
              <a:rPr lang="en-US" sz="1400" b="0" i="0" u="none" strike="noStrike" baseline="0">
                <a:effectLst/>
              </a:rPr>
              <a:t>Curvas Histérica </a:t>
            </a:r>
            <a:r>
              <a:rPr lang="en-US" baseline="0"/>
              <a:t>- 0p30</a:t>
            </a:r>
            <a:endParaRPr lang="en-US"/>
          </a:p>
        </c:rich>
      </c:tx>
      <c:layout>
        <c:manualLayout>
          <c:xMode val="edge"/>
          <c:yMode val="edge"/>
          <c:x val="0.23471111111111112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2039530864197531"/>
          <c:y val="0.16712962962962963"/>
          <c:w val="0.7240216049382715"/>
          <c:h val="0.63698308544765236"/>
        </c:manualLayout>
      </c:layout>
      <c:scatterChart>
        <c:scatterStyle val="smoothMarker"/>
        <c:varyColors val="0"/>
        <c:ser>
          <c:idx val="0"/>
          <c:order val="0"/>
          <c:tx>
            <c:v>1 Hz</c:v>
          </c:tx>
          <c:spPr>
            <a:ln w="19050" cap="rnd">
              <a:solidFill>
                <a:schemeClr val="accent1">
                  <a:shade val="65000"/>
                </a:schemeClr>
              </a:solidFill>
              <a:round/>
            </a:ln>
            <a:effectLst/>
          </c:spPr>
          <c:marker>
            <c:symbol val="none"/>
          </c:marker>
          <c:xVal>
            <c:numRef>
              <c:f>v2ref0_90min_v6_f1!$A$2:$A$1101</c:f>
              <c:numCache>
                <c:formatCode>General</c:formatCode>
                <c:ptCount val="1100"/>
                <c:pt idx="0">
                  <c:v>6.4638015219082966E-5</c:v>
                </c:pt>
                <c:pt idx="1">
                  <c:v>6.786028463053769E-5</c:v>
                </c:pt>
                <c:pt idx="2">
                  <c:v>7.107982642688892E-5</c:v>
                </c:pt>
                <c:pt idx="3">
                  <c:v>7.4296513760823701E-5</c:v>
                </c:pt>
                <c:pt idx="4">
                  <c:v>7.7510219899916928E-5</c:v>
                </c:pt>
                <c:pt idx="5">
                  <c:v>8.0720818231602847E-5</c:v>
                </c:pt>
                <c:pt idx="6">
                  <c:v>8.3928182268141403E-5</c:v>
                </c:pt>
                <c:pt idx="7">
                  <c:v>8.7132185651579144E-5</c:v>
                </c:pt>
                <c:pt idx="8">
                  <c:v>9.0332702158704744E-5</c:v>
                </c:pt>
                <c:pt idx="9">
                  <c:v>9.352960570599875E-5</c:v>
                </c:pt>
                <c:pt idx="10">
                  <c:v>9.6722770354577546E-5</c:v>
                </c:pt>
                <c:pt idx="11">
                  <c:v>9.9912070315131418E-5</c:v>
                </c:pt>
                <c:pt idx="12">
                  <c:v>1.0309737995285631E-4</c:v>
                </c:pt>
                <c:pt idx="13">
                  <c:v>1.0627857379237929E-4</c:v>
                </c:pt>
                <c:pt idx="14">
                  <c:v>1.0945552652267779E-4</c:v>
                </c:pt>
                <c:pt idx="15">
                  <c:v>1.1262811300199119E-4</c:v>
                </c:pt>
                <c:pt idx="16">
                  <c:v>1.1579620826272631E-4</c:v>
                </c:pt>
                <c:pt idx="17">
                  <c:v>1.189596875163556E-4</c:v>
                </c:pt>
                <c:pt idx="18">
                  <c:v>1.221184261583068E-4</c:v>
                </c:pt>
                <c:pt idx="19">
                  <c:v>1.2527229977284639E-4</c:v>
                </c:pt>
                <c:pt idx="20">
                  <c:v>1.28421184137954E-4</c:v>
                </c:pt>
                <c:pt idx="21">
                  <c:v>1.3156495523018979E-4</c:v>
                </c:pt>
                <c:pt idx="22">
                  <c:v>1.3470348922955299E-4</c:v>
                </c:pt>
                <c:pt idx="23">
                  <c:v>1.3783666252433169E-4</c:v>
                </c:pt>
                <c:pt idx="24">
                  <c:v>1.4096435171594501E-4</c:v>
                </c:pt>
                <c:pt idx="25">
                  <c:v>1.4408643362377559E-4</c:v>
                </c:pt>
                <c:pt idx="26">
                  <c:v>1.472027852899933E-4</c:v>
                </c:pt>
                <c:pt idx="27">
                  <c:v>1.5031328398437029E-4</c:v>
                </c:pt>
                <c:pt idx="28">
                  <c:v>1.5341780720908629E-4</c:v>
                </c:pt>
                <c:pt idx="29">
                  <c:v>1.5651623270352511E-4</c:v>
                </c:pt>
                <c:pt idx="30">
                  <c:v>1.5960843844906009E-4</c:v>
                </c:pt>
                <c:pt idx="31">
                  <c:v>1.6269430267383081E-4</c:v>
                </c:pt>
                <c:pt idx="32">
                  <c:v>1.6577370385750909E-4</c:v>
                </c:pt>
                <c:pt idx="33">
                  <c:v>1.6884652073605541E-4</c:v>
                </c:pt>
                <c:pt idx="34">
                  <c:v>1.719126323064647E-4</c:v>
                </c:pt>
                <c:pt idx="35">
                  <c:v>1.7497191783150199E-4</c:v>
                </c:pt>
                <c:pt idx="36">
                  <c:v>1.7802425684442831E-4</c:v>
                </c:pt>
                <c:pt idx="37">
                  <c:v>1.8106952915371429E-4</c:v>
                </c:pt>
                <c:pt idx="38">
                  <c:v>1.8410761484774409E-4</c:v>
                </c:pt>
                <c:pt idx="39">
                  <c:v>1.8713839429950689E-4</c:v>
                </c:pt>
                <c:pt idx="40">
                  <c:v>1.9016174817127799E-4</c:v>
                </c:pt>
                <c:pt idx="41">
                  <c:v>1.931775574192874E-4</c:v>
                </c:pt>
                <c:pt idx="42">
                  <c:v>1.9618570329837701E-4</c:v>
                </c:pt>
                <c:pt idx="43">
                  <c:v>1.9918606736664659E-4</c:v>
                </c:pt>
                <c:pt idx="44">
                  <c:v>2.021785314900872E-4</c:v>
                </c:pt>
                <c:pt idx="45">
                  <c:v>2.051629778472027E-4</c:v>
                </c:pt>
                <c:pt idx="46">
                  <c:v>2.0813928893361939E-4</c:v>
                </c:pt>
                <c:pt idx="47">
                  <c:v>2.1110734756668199E-4</c:v>
                </c:pt>
                <c:pt idx="48">
                  <c:v>2.1406703689003681E-4</c:v>
                </c:pt>
                <c:pt idx="49">
                  <c:v>2.1701824037820139E-4</c:v>
                </c:pt>
                <c:pt idx="50">
                  <c:v>2.199608418411212E-4</c:v>
                </c:pt>
                <c:pt idx="51">
                  <c:v>2.2289472542871131E-4</c:v>
                </c:pt>
                <c:pt idx="52">
                  <c:v>2.2581977563538509E-4</c:v>
                </c:pt>
                <c:pt idx="53">
                  <c:v>2.2873587730456909E-4</c:v>
                </c:pt>
                <c:pt idx="54">
                  <c:v>2.3164291563320389E-4</c:v>
                </c:pt>
                <c:pt idx="55">
                  <c:v>2.3454077617623021E-4</c:v>
                </c:pt>
                <c:pt idx="56">
                  <c:v>2.3742934485106249E-4</c:v>
                </c:pt>
                <c:pt idx="57">
                  <c:v>2.4030850794204661E-4</c:v>
                </c:pt>
                <c:pt idx="58">
                  <c:v>2.431781521049045E-4</c:v>
                </c:pt>
                <c:pt idx="59">
                  <c:v>2.4603816437116362E-4</c:v>
                </c:pt>
                <c:pt idx="60">
                  <c:v>2.4888843215257111E-4</c:v>
                </c:pt>
                <c:pt idx="61">
                  <c:v>2.5172884324549372E-4</c:v>
                </c:pt>
                <c:pt idx="62">
                  <c:v>2.5455928583530151E-4</c:v>
                </c:pt>
                <c:pt idx="63">
                  <c:v>2.5737964850073842E-4</c:v>
                </c:pt>
                <c:pt idx="64">
                  <c:v>2.6018982021827549E-4</c:v>
                </c:pt>
                <c:pt idx="65">
                  <c:v>2.6298969036644959E-4</c:v>
                </c:pt>
                <c:pt idx="66">
                  <c:v>2.6577914873018507E-4</c:v>
                </c:pt>
                <c:pt idx="67">
                  <c:v>2.6855808550510111E-4</c:v>
                </c:pt>
                <c:pt idx="68">
                  <c:v>2.713263913018013E-4</c:v>
                </c:pt>
                <c:pt idx="69">
                  <c:v>2.7408395715014831E-4</c:v>
                </c:pt>
                <c:pt idx="70">
                  <c:v>2.7683067450352057E-4</c:v>
                </c:pt>
                <c:pt idx="71">
                  <c:v>2.7956643524305332E-4</c:v>
                </c:pt>
                <c:pt idx="72">
                  <c:v>2.8229113168186208E-4</c:v>
                </c:pt>
                <c:pt idx="73">
                  <c:v>2.8500465656924808E-4</c:v>
                </c:pt>
                <c:pt idx="74">
                  <c:v>2.8770690309488548E-4</c:v>
                </c:pt>
                <c:pt idx="75">
                  <c:v>2.9039776489299212E-4</c:v>
                </c:pt>
                <c:pt idx="76">
                  <c:v>2.9307713604648038E-4</c:v>
                </c:pt>
                <c:pt idx="77">
                  <c:v>2.9574491109109338E-4</c:v>
                </c:pt>
                <c:pt idx="78">
                  <c:v>2.9840098501952102E-4</c:v>
                </c:pt>
                <c:pt idx="79">
                  <c:v>3.0104525328549973E-4</c:v>
                </c:pt>
                <c:pt idx="80">
                  <c:v>3.0367761180789268E-4</c:v>
                </c:pt>
                <c:pt idx="81">
                  <c:v>3.0629795697475131E-4</c:v>
                </c:pt>
                <c:pt idx="82">
                  <c:v>3.0890618564735742E-4</c:v>
                </c:pt>
                <c:pt idx="83">
                  <c:v>3.1150219516424838E-4</c:v>
                </c:pt>
                <c:pt idx="84">
                  <c:v>3.1408588334522197E-4</c:v>
                </c:pt>
                <c:pt idx="85">
                  <c:v>3.1665714849532208E-4</c:v>
                </c:pt>
                <c:pt idx="86">
                  <c:v>3.1921588940880602E-4</c:v>
                </c:pt>
                <c:pt idx="87">
                  <c:v>3.2176200537309201E-4</c:v>
                </c:pt>
                <c:pt idx="88">
                  <c:v>3.2429539617268922E-4</c:v>
                </c:pt>
                <c:pt idx="89">
                  <c:v>3.2681596209310651E-4</c:v>
                </c:pt>
                <c:pt idx="90">
                  <c:v>3.2932360392474281E-4</c:v>
                </c:pt>
                <c:pt idx="91">
                  <c:v>3.3181822296675612E-4</c:v>
                </c:pt>
                <c:pt idx="92">
                  <c:v>3.3429972103091329E-4</c:v>
                </c:pt>
                <c:pt idx="93">
                  <c:v>3.367680004454194E-4</c:v>
                </c:pt>
                <c:pt idx="94">
                  <c:v>3.3922296405872621E-4</c:v>
                </c:pt>
                <c:pt idx="95">
                  <c:v>3.4166451524332038E-4</c:v>
                </c:pt>
                <c:pt idx="96">
                  <c:v>3.4409255789949071E-4</c:v>
                </c:pt>
                <c:pt idx="97">
                  <c:v>3.4650699645907411E-4</c:v>
                </c:pt>
                <c:pt idx="98">
                  <c:v>3.4890773588918121E-4</c:v>
                </c:pt>
                <c:pt idx="99">
                  <c:v>3.5129468169590073E-4</c:v>
                </c:pt>
                <c:pt idx="100">
                  <c:v>3.5366773992798293E-4</c:v>
                </c:pt>
                <c:pt idx="101">
                  <c:v>3.5602681718050182E-4</c:v>
                </c:pt>
                <c:pt idx="102">
                  <c:v>3.5837182059849558E-4</c:v>
                </c:pt>
                <c:pt idx="103">
                  <c:v>3.6070265788058472E-4</c:v>
                </c:pt>
                <c:pt idx="104">
                  <c:v>3.6301923728256769E-4</c:v>
                </c:pt>
                <c:pt idx="105">
                  <c:v>3.6532146762099552E-4</c:v>
                </c:pt>
                <c:pt idx="106">
                  <c:v>3.6760925827672382E-4</c:v>
                </c:pt>
                <c:pt idx="107">
                  <c:v>3.6988251919844257E-4</c:v>
                </c:pt>
                <c:pt idx="108">
                  <c:v>3.7214116090618479E-4</c:v>
                </c:pt>
                <c:pt idx="109">
                  <c:v>3.7438509449481212E-4</c:v>
                </c:pt>
                <c:pt idx="110">
                  <c:v>3.76614231637479E-4</c:v>
                </c:pt>
                <c:pt idx="111">
                  <c:v>3.7882848458907362E-4</c:v>
                </c:pt>
                <c:pt idx="112">
                  <c:v>3.8102776618963668E-4</c:v>
                </c:pt>
                <c:pt idx="113">
                  <c:v>3.832119898677584E-4</c:v>
                </c:pt>
                <c:pt idx="114">
                  <c:v>3.8538106964395148E-4</c:v>
                </c:pt>
                <c:pt idx="115">
                  <c:v>3.8753492013400217E-4</c:v>
                </c:pt>
                <c:pt idx="116">
                  <c:v>3.8967345655229851E-4</c:v>
                </c:pt>
                <c:pt idx="117">
                  <c:v>3.9179659471513638E-4</c:v>
                </c:pt>
                <c:pt idx="118">
                  <c:v>3.9390425104400182E-4</c:v>
                </c:pt>
                <c:pt idx="119">
                  <c:v>3.9599634256882999E-4</c:v>
                </c:pt>
                <c:pt idx="120">
                  <c:v>3.9807278693124041E-4</c:v>
                </c:pt>
                <c:pt idx="121">
                  <c:v>4.0013350238774647E-4</c:v>
                </c:pt>
                <c:pt idx="122">
                  <c:v>4.0217840781294411E-4</c:v>
                </c:pt>
                <c:pt idx="123">
                  <c:v>4.0420742270267371E-4</c:v>
                </c:pt>
                <c:pt idx="124">
                  <c:v>4.0622046717716072E-4</c:v>
                </c:pt>
                <c:pt idx="125">
                  <c:v>4.0821746198413069E-4</c:v>
                </c:pt>
                <c:pt idx="126">
                  <c:v>4.1019832850189991E-4</c:v>
                </c:pt>
                <c:pt idx="127">
                  <c:v>4.1216298874244208E-4</c:v>
                </c:pt>
                <c:pt idx="128">
                  <c:v>4.1411136535443078E-4</c:v>
                </c:pt>
                <c:pt idx="129">
                  <c:v>4.1604338162625642E-4</c:v>
                </c:pt>
                <c:pt idx="130">
                  <c:v>4.1795896148901938E-4</c:v>
                </c:pt>
                <c:pt idx="131">
                  <c:v>4.1985802951949742E-4</c:v>
                </c:pt>
                <c:pt idx="132">
                  <c:v>4.2174051094308589E-4</c:v>
                </c:pt>
                <c:pt idx="133">
                  <c:v>4.2360633163671449E-4</c:v>
                </c:pt>
                <c:pt idx="134">
                  <c:v>4.2545541813173679E-4</c:v>
                </c:pt>
                <c:pt idx="135">
                  <c:v>4.2728769761679548E-4</c:v>
                </c:pt>
                <c:pt idx="136">
                  <c:v>4.2910309794066059E-4</c:v>
                </c:pt>
                <c:pt idx="137">
                  <c:v>4.3090154761504139E-4</c:v>
                </c:pt>
                <c:pt idx="138">
                  <c:v>4.3268297581737112E-4</c:v>
                </c:pt>
                <c:pt idx="139">
                  <c:v>4.344473123935666E-4</c:v>
                </c:pt>
                <c:pt idx="140">
                  <c:v>4.3619448786076209E-4</c:v>
                </c:pt>
                <c:pt idx="141">
                  <c:v>4.3792443341001802E-4</c:v>
                </c:pt>
                <c:pt idx="142">
                  <c:v>4.3963708090900448E-4</c:v>
                </c:pt>
                <c:pt idx="143">
                  <c:v>4.4133236290465892E-4</c:v>
                </c:pt>
                <c:pt idx="144">
                  <c:v>4.4301021262581428E-4</c:v>
                </c:pt>
                <c:pt idx="145">
                  <c:v>4.4467056398580162E-4</c:v>
                </c:pt>
                <c:pt idx="146">
                  <c:v>4.4631335158502449E-4</c:v>
                </c:pt>
                <c:pt idx="147">
                  <c:v>4.4793851071350799E-4</c:v>
                </c:pt>
                <c:pt idx="148">
                  <c:v>4.4954597735341698E-4</c:v>
                </c:pt>
                <c:pt idx="149">
                  <c:v>4.511356881815492E-4</c:v>
                </c:pt>
                <c:pt idx="150">
                  <c:v>4.5270758057180022E-4</c:v>
                </c:pt>
                <c:pt idx="151">
                  <c:v>4.5426159259760138E-4</c:v>
                </c:pt>
                <c:pt idx="152">
                  <c:v>4.5579766303433178E-4</c:v>
                </c:pt>
                <c:pt idx="153">
                  <c:v>4.5731573136170288E-4</c:v>
                </c:pt>
                <c:pt idx="154">
                  <c:v>4.5881573776611529E-4</c:v>
                </c:pt>
                <c:pt idx="155">
                  <c:v>4.6029762314298738E-4</c:v>
                </c:pt>
                <c:pt idx="156">
                  <c:v>4.617613290990568E-4</c:v>
                </c:pt>
                <c:pt idx="157">
                  <c:v>4.632067979546549E-4</c:v>
                </c:pt>
                <c:pt idx="158">
                  <c:v>4.6463397274595399E-4</c:v>
                </c:pt>
                <c:pt idx="159">
                  <c:v>4.6604279722718559E-4</c:v>
                </c:pt>
                <c:pt idx="160">
                  <c:v>4.6743321587283112E-4</c:v>
                </c:pt>
                <c:pt idx="161">
                  <c:v>4.6880517387978458E-4</c:v>
                </c:pt>
                <c:pt idx="162">
                  <c:v>4.7015861716948732E-4</c:v>
                </c:pt>
                <c:pt idx="163">
                  <c:v>4.7149349239003328E-4</c:v>
                </c:pt>
                <c:pt idx="164">
                  <c:v>4.728097469182494E-4</c:v>
                </c:pt>
                <c:pt idx="165">
                  <c:v>4.7410732886174809E-4</c:v>
                </c:pt>
                <c:pt idx="166">
                  <c:v>4.7538618706095229E-4</c:v>
                </c:pt>
                <c:pt idx="167">
                  <c:v>4.7664627109109321E-4</c:v>
                </c:pt>
                <c:pt idx="168">
                  <c:v>4.7788753126417759E-4</c:v>
                </c:pt>
                <c:pt idx="169">
                  <c:v>4.7910991863092851E-4</c:v>
                </c:pt>
                <c:pt idx="170">
                  <c:v>4.8031338498269579E-4</c:v>
                </c:pt>
                <c:pt idx="171">
                  <c:v>4.8149788285334111E-4</c:v>
                </c:pt>
                <c:pt idx="172">
                  <c:v>4.8266336552109233E-4</c:v>
                </c:pt>
                <c:pt idx="173">
                  <c:v>4.8380978701037091E-4</c:v>
                </c:pt>
                <c:pt idx="174">
                  <c:v>4.849371020935881E-4</c:v>
                </c:pt>
                <c:pt idx="175">
                  <c:v>4.8604526629291372E-4</c:v>
                </c:pt>
                <c:pt idx="176">
                  <c:v>4.8713423588201581E-4</c:v>
                </c:pt>
                <c:pt idx="177">
                  <c:v>4.8820396788777127E-4</c:v>
                </c:pt>
                <c:pt idx="178">
                  <c:v>4.8925442009194848E-4</c:v>
                </c:pt>
                <c:pt idx="179">
                  <c:v>4.9028555103286043E-4</c:v>
                </c:pt>
                <c:pt idx="180">
                  <c:v>4.9129732000699044E-4</c:v>
                </c:pt>
                <c:pt idx="181">
                  <c:v>4.9228968707058654E-4</c:v>
                </c:pt>
                <c:pt idx="182">
                  <c:v>4.9326261304122657E-4</c:v>
                </c:pt>
                <c:pt idx="183">
                  <c:v>4.9421605949935402E-4</c:v>
                </c:pt>
                <c:pt idx="184">
                  <c:v>4.9514998878978568E-4</c:v>
                </c:pt>
                <c:pt idx="185">
                  <c:v>4.9606436402319033E-4</c:v>
                </c:pt>
                <c:pt idx="186">
                  <c:v>4.9695914907753932E-4</c:v>
                </c:pt>
                <c:pt idx="187">
                  <c:v>4.9783430859952783E-4</c:v>
                </c:pt>
                <c:pt idx="188">
                  <c:v>4.9868980800596592E-4</c:v>
                </c:pt>
                <c:pt idx="189">
                  <c:v>4.995256134851403E-4</c:v>
                </c:pt>
                <c:pt idx="190">
                  <c:v>5.0034169199814657E-4</c:v>
                </c:pt>
                <c:pt idx="191">
                  <c:v>5.0113801128019101E-4</c:v>
                </c:pt>
                <c:pt idx="192">
                  <c:v>5.0191453984186197E-4</c:v>
                </c:pt>
                <c:pt idx="193">
                  <c:v>5.0267124697036961E-4</c:v>
                </c:pt>
                <c:pt idx="194">
                  <c:v>5.0340810273075555E-4</c:v>
                </c:pt>
                <c:pt idx="195">
                  <c:v>5.0412507796707346E-4</c:v>
                </c:pt>
                <c:pt idx="196">
                  <c:v>5.0482214430353878E-4</c:v>
                </c:pt>
                <c:pt idx="197">
                  <c:v>5.0549927414564842E-4</c:v>
                </c:pt>
                <c:pt idx="198">
                  <c:v>5.0615644068126926E-4</c:v>
                </c:pt>
                <c:pt idx="199">
                  <c:v>5.0679361788169553E-4</c:v>
                </c:pt>
                <c:pt idx="200">
                  <c:v>5.0741078050267521E-4</c:v>
                </c:pt>
                <c:pt idx="201">
                  <c:v>5.0800790408540505E-4</c:v>
                </c:pt>
                <c:pt idx="202">
                  <c:v>5.0858496495749517E-4</c:v>
                </c:pt>
                <c:pt idx="203">
                  <c:v>5.0914194023390328E-4</c:v>
                </c:pt>
                <c:pt idx="204">
                  <c:v>5.0967880781783873E-4</c:v>
                </c:pt>
                <c:pt idx="205">
                  <c:v>5.1019554640163538E-4</c:v>
                </c:pt>
                <c:pt idx="206">
                  <c:v>5.106921354675935E-4</c:v>
                </c:pt>
                <c:pt idx="207">
                  <c:v>5.1116855528879172E-4</c:v>
                </c:pt>
                <c:pt idx="208">
                  <c:v>5.116247869298697E-4</c:v>
                </c:pt>
                <c:pt idx="209">
                  <c:v>5.1206081224778059E-4</c:v>
                </c:pt>
                <c:pt idx="210">
                  <c:v>5.1247661389251201E-4</c:v>
                </c:pt>
                <c:pt idx="211">
                  <c:v>5.1287217530777713E-4</c:v>
                </c:pt>
                <c:pt idx="212">
                  <c:v>5.1324748073167353E-4</c:v>
                </c:pt>
                <c:pt idx="213">
                  <c:v>5.1360251519731064E-4</c:v>
                </c:pt>
                <c:pt idx="214">
                  <c:v>5.1393726453340626E-4</c:v>
                </c:pt>
                <c:pt idx="215">
                  <c:v>5.1425171536485304E-4</c:v>
                </c:pt>
                <c:pt idx="216">
                  <c:v>5.1454585511325401E-4</c:v>
                </c:pt>
                <c:pt idx="217">
                  <c:v>5.1481967199742647E-4</c:v>
                </c:pt>
                <c:pt idx="218">
                  <c:v>5.1507315503387409E-4</c:v>
                </c:pt>
                <c:pt idx="219">
                  <c:v>5.1530629403722663E-4</c:v>
                </c:pt>
                <c:pt idx="220">
                  <c:v>5.155190796206486E-4</c:v>
                </c:pt>
                <c:pt idx="221">
                  <c:v>5.1571150319621665E-4</c:v>
                </c:pt>
                <c:pt idx="222">
                  <c:v>5.1588355697526633E-4</c:v>
                </c:pt>
                <c:pt idx="223">
                  <c:v>5.1603523396870929E-4</c:v>
                </c:pt>
                <c:pt idx="224">
                  <c:v>5.161665279873204E-4</c:v>
                </c:pt>
                <c:pt idx="225">
                  <c:v>5.1627743364199383E-4</c:v>
                </c:pt>
                <c:pt idx="226">
                  <c:v>5.163679463439689E-4</c:v>
                </c:pt>
                <c:pt idx="227">
                  <c:v>5.1643806230502456E-4</c:v>
                </c:pt>
                <c:pt idx="228">
                  <c:v>5.1648777853764369E-4</c:v>
                </c:pt>
                <c:pt idx="229">
                  <c:v>5.1651709285514596E-4</c:v>
                </c:pt>
                <c:pt idx="230">
                  <c:v>5.1652600387178886E-4</c:v>
                </c:pt>
                <c:pt idx="231">
                  <c:v>5.1651451100283958E-4</c:v>
                </c:pt>
                <c:pt idx="232">
                  <c:v>5.1648261446461652E-4</c:v>
                </c:pt>
                <c:pt idx="233">
                  <c:v>5.1643031527449966E-4</c:v>
                </c:pt>
                <c:pt idx="234">
                  <c:v>5.1635761525091104E-4</c:v>
                </c:pt>
                <c:pt idx="235">
                  <c:v>5.1626451701326391E-4</c:v>
                </c:pt>
                <c:pt idx="236">
                  <c:v>5.1615102398188133E-4</c:v>
                </c:pt>
                <c:pt idx="237">
                  <c:v>5.1601714037788381E-4</c:v>
                </c:pt>
                <c:pt idx="238">
                  <c:v>5.1586287122304657E-4</c:v>
                </c:pt>
                <c:pt idx="239">
                  <c:v>5.1568822233962624E-4</c:v>
                </c:pt>
                <c:pt idx="240">
                  <c:v>5.1549320035015596E-4</c:v>
                </c:pt>
                <c:pt idx="241">
                  <c:v>5.1527781267720946E-4</c:v>
                </c:pt>
                <c:pt idx="242">
                  <c:v>5.1504206754313488E-4</c:v>
                </c:pt>
                <c:pt idx="243">
                  <c:v>5.1478597396975752E-4</c:v>
                </c:pt>
                <c:pt idx="244">
                  <c:v>5.1450954177805028E-4</c:v>
                </c:pt>
                <c:pt idx="245">
                  <c:v>5.1421278158777259E-4</c:v>
                </c:pt>
                <c:pt idx="246">
                  <c:v>5.1389570481707764E-4</c:v>
                </c:pt>
                <c:pt idx="247">
                  <c:v>5.1355832368208949E-4</c:v>
                </c:pt>
                <c:pt idx="248">
                  <c:v>5.1320065119644931E-4</c:v>
                </c:pt>
                <c:pt idx="249">
                  <c:v>5.1282270117082942E-4</c:v>
                </c:pt>
                <c:pt idx="250">
                  <c:v>5.1242448821241671E-4</c:v>
                </c:pt>
                <c:pt idx="251">
                  <c:v>5.1200602772436302E-4</c:v>
                </c:pt>
                <c:pt idx="252">
                  <c:v>5.1156733590520577E-4</c:v>
                </c:pt>
                <c:pt idx="253">
                  <c:v>5.1110842974825773E-4</c:v>
                </c:pt>
                <c:pt idx="254">
                  <c:v>5.1062932704096686E-4</c:v>
                </c:pt>
                <c:pt idx="255">
                  <c:v>5.1013004636424504E-4</c:v>
                </c:pt>
                <c:pt idx="256">
                  <c:v>5.0961060709176474E-4</c:v>
                </c:pt>
                <c:pt idx="257">
                  <c:v>5.0907102938922526E-4</c:v>
                </c:pt>
                <c:pt idx="258">
                  <c:v>5.0851133421358759E-4</c:v>
                </c:pt>
                <c:pt idx="259">
                  <c:v>5.0793154331227786E-4</c:v>
                </c:pt>
                <c:pt idx="260">
                  <c:v>5.0733167922236073E-4</c:v>
                </c:pt>
                <c:pt idx="261">
                  <c:v>5.0671176526968255E-4</c:v>
                </c:pt>
                <c:pt idx="262">
                  <c:v>5.0607182556798363E-4</c:v>
                </c:pt>
                <c:pt idx="263">
                  <c:v>5.0541188501798077E-4</c:v>
                </c:pt>
                <c:pt idx="264">
                  <c:v>5.0473196930641857E-4</c:v>
                </c:pt>
                <c:pt idx="265">
                  <c:v>5.0403210490508924E-4</c:v>
                </c:pt>
                <c:pt idx="266">
                  <c:v>5.0331231906982233E-4</c:v>
                </c:pt>
                <c:pt idx="267">
                  <c:v>5.0257263983944365E-4</c:v>
                </c:pt>
                <c:pt idx="268">
                  <c:v>5.018130960347028E-4</c:v>
                </c:pt>
                <c:pt idx="269">
                  <c:v>5.0103371725716882E-4</c:v>
                </c:pt>
                <c:pt idx="270">
                  <c:v>5.0023453388809628E-4</c:v>
                </c:pt>
                <c:pt idx="271">
                  <c:v>4.9941557708726146E-4</c:v>
                </c:pt>
                <c:pt idx="272">
                  <c:v>4.9857687879176671E-4</c:v>
                </c:pt>
                <c:pt idx="273">
                  <c:v>4.9771847171481355E-4</c:v>
                </c:pt>
                <c:pt idx="274">
                  <c:v>4.9684038934444559E-4</c:v>
                </c:pt>
                <c:pt idx="275">
                  <c:v>4.9594266594226236E-4</c:v>
                </c:pt>
                <c:pt idx="276">
                  <c:v>4.9502533654210285E-4</c:v>
                </c:pt>
                <c:pt idx="277">
                  <c:v>4.9408843694869766E-4</c:v>
                </c:pt>
                <c:pt idx="278">
                  <c:v>4.931320037362913E-4</c:v>
                </c:pt>
                <c:pt idx="279">
                  <c:v>4.9215607424723542E-4</c:v>
                </c:pt>
                <c:pt idx="280">
                  <c:v>4.911606865905504E-4</c:v>
                </c:pt>
                <c:pt idx="281">
                  <c:v>4.9014587964045758E-4</c:v>
                </c:pt>
                <c:pt idx="282">
                  <c:v>4.8911169303488228E-4</c:v>
                </c:pt>
                <c:pt idx="283">
                  <c:v>4.8805816717392692E-4</c:v>
                </c:pt>
                <c:pt idx="284">
                  <c:v>4.8698534321831439E-4</c:v>
                </c:pt>
                <c:pt idx="285">
                  <c:v>4.8589326308780311E-4</c:v>
                </c:pt>
                <c:pt idx="286">
                  <c:v>4.8478196945957121E-4</c:v>
                </c:pt>
                <c:pt idx="287">
                  <c:v>4.8365150576657422E-4</c:v>
                </c:pt>
                <c:pt idx="288">
                  <c:v>4.8250191619587192E-4</c:v>
                </c:pt>
                <c:pt idx="289">
                  <c:v>4.8133324568692802E-4</c:v>
                </c:pt>
                <c:pt idx="290">
                  <c:v>4.8014553992987849E-4</c:v>
                </c:pt>
                <c:pt idx="291">
                  <c:v>4.7893884536377311E-4</c:v>
                </c:pt>
                <c:pt idx="292">
                  <c:v>4.7771320917478611E-4</c:v>
                </c:pt>
                <c:pt idx="293">
                  <c:v>4.764686792943995E-4</c:v>
                </c:pt>
                <c:pt idx="294">
                  <c:v>4.7520530439755483E-4</c:v>
                </c:pt>
                <c:pt idx="295">
                  <c:v>4.7392313390077503E-4</c:v>
                </c:pt>
                <c:pt idx="296">
                  <c:v>4.7262221796025842E-4</c:v>
                </c:pt>
                <c:pt idx="297">
                  <c:v>4.7130260746994159E-4</c:v>
                </c:pt>
                <c:pt idx="298">
                  <c:v>4.6996435405953431E-4</c:v>
                </c:pt>
                <c:pt idx="299">
                  <c:v>4.6860751009252237E-4</c:v>
                </c:pt>
                <c:pt idx="300">
                  <c:v>4.672321286641447E-4</c:v>
                </c:pt>
                <c:pt idx="301">
                  <c:v>4.6583826359933891E-4</c:v>
                </c:pt>
                <c:pt idx="302">
                  <c:v>4.6442596945066138E-4</c:v>
                </c:pt>
                <c:pt idx="303">
                  <c:v>4.6299530149617699E-4</c:v>
                </c:pt>
                <c:pt idx="304">
                  <c:v>4.6154631573732177E-4</c:v>
                </c:pt>
                <c:pt idx="305">
                  <c:v>4.600790688967388E-4</c:v>
                </c:pt>
                <c:pt idx="306">
                  <c:v>4.5859361841608552E-4</c:v>
                </c:pt>
                <c:pt idx="307">
                  <c:v>4.5709002245381469E-4</c:v>
                </c:pt>
                <c:pt idx="308">
                  <c:v>4.5556833988292871E-4</c:v>
                </c:pt>
                <c:pt idx="309">
                  <c:v>4.5402863028870451E-4</c:v>
                </c:pt>
                <c:pt idx="310">
                  <c:v>4.5247095396639179E-4</c:v>
                </c:pt>
                <c:pt idx="311">
                  <c:v>4.508953719188838E-4</c:v>
                </c:pt>
                <c:pt idx="312">
                  <c:v>4.4930194585435869E-4</c:v>
                </c:pt>
                <c:pt idx="313">
                  <c:v>4.4769073818389421E-4</c:v>
                </c:pt>
                <c:pt idx="314">
                  <c:v>4.4606181201905262E-4</c:v>
                </c:pt>
                <c:pt idx="315">
                  <c:v>4.4441523116944061E-4</c:v>
                </c:pt>
                <c:pt idx="316">
                  <c:v>4.4275106014024089E-4</c:v>
                </c:pt>
                <c:pt idx="317">
                  <c:v>4.4106936412971628E-4</c:v>
                </c:pt>
                <c:pt idx="318">
                  <c:v>4.3937020902668519E-4</c:v>
                </c:pt>
                <c:pt idx="319">
                  <c:v>4.3765366140797031E-4</c:v>
                </c:pt>
                <c:pt idx="320">
                  <c:v>4.3591978853581959E-4</c:v>
                </c:pt>
                <c:pt idx="321">
                  <c:v>4.3416865835530172E-4</c:v>
                </c:pt>
                <c:pt idx="322">
                  <c:v>4.3240033949167332E-4</c:v>
                </c:pt>
                <c:pt idx="323">
                  <c:v>4.3061490124772018E-4</c:v>
                </c:pt>
                <c:pt idx="324">
                  <c:v>4.288124136010727E-4</c:v>
                </c:pt>
                <c:pt idx="325">
                  <c:v>4.2699294720149509E-4</c:v>
                </c:pt>
                <c:pt idx="326">
                  <c:v>4.2515657336814891E-4</c:v>
                </c:pt>
                <c:pt idx="327">
                  <c:v>4.2330336408682773E-4</c:v>
                </c:pt>
                <c:pt idx="328">
                  <c:v>4.2143339200716721E-4</c:v>
                </c:pt>
                <c:pt idx="329">
                  <c:v>4.1954673043982801E-4</c:v>
                </c:pt>
                <c:pt idx="330">
                  <c:v>4.1764345335365202E-4</c:v>
                </c:pt>
                <c:pt idx="331">
                  <c:v>4.1572363537279502E-4</c:v>
                </c:pt>
                <c:pt idx="332">
                  <c:v>4.1378735177383309E-4</c:v>
                </c:pt>
                <c:pt idx="333">
                  <c:v>4.118346784828448E-4</c:v>
                </c:pt>
                <c:pt idx="334">
                  <c:v>4.0986569207246632E-4</c:v>
                </c:pt>
                <c:pt idx="335">
                  <c:v>4.0788046975892268E-4</c:v>
                </c:pt>
                <c:pt idx="336">
                  <c:v>4.058790893990332E-4</c:v>
                </c:pt>
                <c:pt idx="337">
                  <c:v>4.0386162948719023E-4</c:v>
                </c:pt>
                <c:pt idx="338">
                  <c:v>4.0182816915231278E-4</c:v>
                </c:pt>
                <c:pt idx="339">
                  <c:v>3.9977878815477522E-4</c:v>
                </c:pt>
                <c:pt idx="340">
                  <c:v>3.9771356688330988E-4</c:v>
                </c:pt>
                <c:pt idx="341">
                  <c:v>3.9563258635188727E-4</c:v>
                </c:pt>
                <c:pt idx="342">
                  <c:v>3.9353592819657069E-4</c:v>
                </c:pt>
                <c:pt idx="343">
                  <c:v>3.9142367467234751E-4</c:v>
                </c:pt>
                <c:pt idx="344">
                  <c:v>3.8929590864993422E-4</c:v>
                </c:pt>
                <c:pt idx="345">
                  <c:v>3.871527136125584E-4</c:v>
                </c:pt>
                <c:pt idx="346">
                  <c:v>3.8499417365271639E-4</c:v>
                </c:pt>
                <c:pt idx="347">
                  <c:v>3.828203734689066E-4</c:v>
                </c:pt>
                <c:pt idx="348">
                  <c:v>3.8063139836233919E-4</c:v>
                </c:pt>
                <c:pt idx="349">
                  <c:v>3.7842733423362198E-4</c:v>
                </c:pt>
                <c:pt idx="350">
                  <c:v>3.7620826757942178E-4</c:v>
                </c:pt>
                <c:pt idx="351">
                  <c:v>3.7397428548910128E-4</c:v>
                </c:pt>
                <c:pt idx="352">
                  <c:v>3.717254756413329E-4</c:v>
                </c:pt>
                <c:pt idx="353">
                  <c:v>3.6946192630068971E-4</c:v>
                </c:pt>
                <c:pt idx="354">
                  <c:v>3.6718372631421112E-4</c:v>
                </c:pt>
                <c:pt idx="355">
                  <c:v>3.6489096510794591E-4</c:v>
                </c:pt>
                <c:pt idx="356">
                  <c:v>3.6258373268347122E-4</c:v>
                </c:pt>
                <c:pt idx="357">
                  <c:v>3.6026211961438938E-4</c:v>
                </c:pt>
                <c:pt idx="358">
                  <c:v>3.5792621704280203E-4</c:v>
                </c:pt>
                <c:pt idx="359">
                  <c:v>3.5557611667576131E-4</c:v>
                </c:pt>
                <c:pt idx="360">
                  <c:v>3.5321191078169879E-4</c:v>
                </c:pt>
                <c:pt idx="361">
                  <c:v>3.5083369218683329E-4</c:v>
                </c:pt>
                <c:pt idx="362">
                  <c:v>3.4844155427155553E-4</c:v>
                </c:pt>
                <c:pt idx="363">
                  <c:v>3.4603559096679158E-4</c:v>
                </c:pt>
                <c:pt idx="364">
                  <c:v>3.4361589675034582E-4</c:v>
                </c:pt>
                <c:pt idx="365">
                  <c:v>3.4118256664322181E-4</c:v>
                </c:pt>
                <c:pt idx="366">
                  <c:v>3.3873569620592278E-4</c:v>
                </c:pt>
                <c:pt idx="367">
                  <c:v>3.3627538153472978E-4</c:v>
                </c:pt>
                <c:pt idx="368">
                  <c:v>3.3380171925795799E-4</c:v>
                </c:pt>
                <c:pt idx="369">
                  <c:v>3.3131480653219198E-4</c:v>
                </c:pt>
                <c:pt idx="370">
                  <c:v>3.2881474103849958E-4</c:v>
                </c:pt>
                <c:pt idx="371">
                  <c:v>3.2630162097862581E-4</c:v>
                </c:pt>
                <c:pt idx="372">
                  <c:v>3.2377554507116572E-4</c:v>
                </c:pt>
                <c:pt idx="373">
                  <c:v>3.2123661254771852E-4</c:v>
                </c:pt>
                <c:pt idx="374">
                  <c:v>3.1868492314901959E-4</c:v>
                </c:pt>
                <c:pt idx="375">
                  <c:v>3.1612057712105291E-4</c:v>
                </c:pt>
                <c:pt idx="376">
                  <c:v>3.1354367521114248E-4</c:v>
                </c:pt>
                <c:pt idx="377">
                  <c:v>3.1095431866402459E-4</c:v>
                </c:pt>
                <c:pt idx="378">
                  <c:v>3.0835260921789962E-4</c:v>
                </c:pt>
                <c:pt idx="379">
                  <c:v>3.0573864910046289E-4</c:v>
                </c:pt>
                <c:pt idx="380">
                  <c:v>3.0311254102491738E-4</c:v>
                </c:pt>
                <c:pt idx="381">
                  <c:v>3.0047438818596472E-4</c:v>
                </c:pt>
                <c:pt idx="382">
                  <c:v>2.9782429425577759E-4</c:v>
                </c:pt>
                <c:pt idx="383">
                  <c:v>2.951623633799531E-4</c:v>
                </c:pt>
                <c:pt idx="384">
                  <c:v>2.9248870017344622E-4</c:v>
                </c:pt>
                <c:pt idx="385">
                  <c:v>2.898034097164849E-4</c:v>
                </c:pt>
                <c:pt idx="386">
                  <c:v>2.8710659755046551E-4</c:v>
                </c:pt>
                <c:pt idx="387">
                  <c:v>2.8439836967383012E-4</c:v>
                </c:pt>
                <c:pt idx="388">
                  <c:v>2.8167883253792521E-4</c:v>
                </c:pt>
                <c:pt idx="389">
                  <c:v>2.7894809304284269E-4</c:v>
                </c:pt>
                <c:pt idx="390">
                  <c:v>2.7620625853324221E-4</c:v>
                </c:pt>
                <c:pt idx="391">
                  <c:v>2.7345343679415618E-4</c:v>
                </c:pt>
                <c:pt idx="392">
                  <c:v>2.7068973604677638E-4</c:v>
                </c:pt>
                <c:pt idx="393">
                  <c:v>2.6791526494422381E-4</c:v>
                </c:pt>
                <c:pt idx="394">
                  <c:v>2.6513013256730021E-4</c:v>
                </c:pt>
                <c:pt idx="395">
                  <c:v>2.6233444842022389E-4</c:v>
                </c:pt>
                <c:pt idx="396">
                  <c:v>2.5952832242634791E-4</c:v>
                </c:pt>
                <c:pt idx="397">
                  <c:v>2.5671186492386058E-4</c:v>
                </c:pt>
                <c:pt idx="398">
                  <c:v>2.5388518666146967E-4</c:v>
                </c:pt>
                <c:pt idx="399">
                  <c:v>2.5104839879406952E-4</c:v>
                </c:pt>
                <c:pt idx="400">
                  <c:v>2.4820161287839292E-4</c:v>
                </c:pt>
                <c:pt idx="401">
                  <c:v>2.4534494086864649E-4</c:v>
                </c:pt>
                <c:pt idx="402">
                  <c:v>2.4247849511212981E-4</c:v>
                </c:pt>
                <c:pt idx="403">
                  <c:v>2.396023883448389E-4</c:v>
                </c:pt>
                <c:pt idx="404">
                  <c:v>2.367167336870553E-4</c:v>
                </c:pt>
                <c:pt idx="405">
                  <c:v>2.3382164463891909E-4</c:v>
                </c:pt>
                <c:pt idx="406">
                  <c:v>2.3091723507598721E-4</c:v>
                </c:pt>
                <c:pt idx="407">
                  <c:v>2.2800361924477609E-4</c:v>
                </c:pt>
                <c:pt idx="408">
                  <c:v>2.2508091175829E-4</c:v>
                </c:pt>
                <c:pt idx="409">
                  <c:v>2.221492275915335E-4</c:v>
                </c:pt>
                <c:pt idx="410">
                  <c:v>2.1920868207701071E-4</c:v>
                </c:pt>
                <c:pt idx="411">
                  <c:v>2.1625939090020921E-4</c:v>
                </c:pt>
                <c:pt idx="412">
                  <c:v>2.1330147009507059E-4</c:v>
                </c:pt>
                <c:pt idx="413">
                  <c:v>2.103350360394463E-4</c:v>
                </c:pt>
                <c:pt idx="414">
                  <c:v>2.0736020545053939E-4</c:v>
                </c:pt>
                <c:pt idx="415">
                  <c:v>2.0437709538033191E-4</c:v>
                </c:pt>
                <c:pt idx="416">
                  <c:v>2.0138582321099901E-4</c:v>
                </c:pt>
                <c:pt idx="417">
                  <c:v>1.9838650665030899E-4</c:v>
                </c:pt>
                <c:pt idx="418">
                  <c:v>1.953792637270108E-4</c:v>
                </c:pt>
                <c:pt idx="419">
                  <c:v>1.923642127862081E-4</c:v>
                </c:pt>
                <c:pt idx="420">
                  <c:v>1.8934147248472031E-4</c:v>
                </c:pt>
                <c:pt idx="421">
                  <c:v>1.8631116178643141E-4</c:v>
                </c:pt>
                <c:pt idx="422">
                  <c:v>1.8327339995762639E-4</c:v>
                </c:pt>
                <c:pt idx="423">
                  <c:v>1.802283065623153E-4</c:v>
                </c:pt>
                <c:pt idx="424">
                  <c:v>1.7717600145754559E-4</c:v>
                </c:pt>
                <c:pt idx="425">
                  <c:v>1.741166047887025E-4</c:v>
                </c:pt>
                <c:pt idx="426">
                  <c:v>1.7105023698479711E-4</c:v>
                </c:pt>
                <c:pt idx="427">
                  <c:v>1.6797701875374271E-4</c:v>
                </c:pt>
                <c:pt idx="428">
                  <c:v>1.6489707107761989E-4</c:v>
                </c:pt>
                <c:pt idx="429">
                  <c:v>1.6181051520793011E-4</c:v>
                </c:pt>
                <c:pt idx="430">
                  <c:v>1.5871747266083761E-4</c:v>
                </c:pt>
                <c:pt idx="431">
                  <c:v>1.5561806521240169E-4</c:v>
                </c:pt>
                <c:pt idx="432">
                  <c:v>1.525124148937974E-4</c:v>
                </c:pt>
                <c:pt idx="433">
                  <c:v>1.494006439865263E-4</c:v>
                </c:pt>
                <c:pt idx="434">
                  <c:v>1.462828750176169E-4</c:v>
                </c:pt>
                <c:pt idx="435">
                  <c:v>1.4315923075481539E-4</c:v>
                </c:pt>
                <c:pt idx="436">
                  <c:v>1.4002983420176589E-4</c:v>
                </c:pt>
                <c:pt idx="437">
                  <c:v>1.3689480859318029E-4</c:v>
                </c:pt>
                <c:pt idx="438">
                  <c:v>1.3375427738999981E-4</c:v>
                </c:pt>
                <c:pt idx="439">
                  <c:v>1.3060836427454569E-4</c:v>
                </c:pt>
                <c:pt idx="440">
                  <c:v>1.2745719314566139E-4</c:v>
                </c:pt>
                <c:pt idx="441">
                  <c:v>1.2430088811384591E-4</c:v>
                </c:pt>
                <c:pt idx="442">
                  <c:v>1.2113957349637779E-4</c:v>
                </c:pt>
                <c:pt idx="443">
                  <c:v>1.1797337381243119E-4</c:v>
                </c:pt>
                <c:pt idx="444">
                  <c:v>1.148024137781828E-4</c:v>
                </c:pt>
                <c:pt idx="445">
                  <c:v>1.1162681830191069E-4</c:v>
                </c:pt>
                <c:pt idx="446">
                  <c:v>1.084467124790853E-4</c:v>
                </c:pt>
                <c:pt idx="447">
                  <c:v>1.0526222158745179E-4</c:v>
                </c:pt>
                <c:pt idx="448">
                  <c:v>1.020734710821054E-4</c:v>
                </c:pt>
                <c:pt idx="449">
                  <c:v>9.888058659055864E-5</c:v>
                </c:pt>
                <c:pt idx="450">
                  <c:v>9.5683693907801904E-5</c:v>
                </c:pt>
                <c:pt idx="451">
                  <c:v>9.2482918991356903E-5</c:v>
                </c:pt>
                <c:pt idx="452">
                  <c:v>8.9278387956323176E-5</c:v>
                </c:pt>
                <c:pt idx="453">
                  <c:v>8.6070227070417639E-5</c:v>
                </c:pt>
                <c:pt idx="454">
                  <c:v>8.2858562749007751E-5</c:v>
                </c:pt>
                <c:pt idx="455">
                  <c:v>7.9643521550138482E-5</c:v>
                </c:pt>
                <c:pt idx="456">
                  <c:v>7.6425230169553204E-5</c:v>
                </c:pt>
                <c:pt idx="457">
                  <c:v>7.3203815435708713E-5</c:v>
                </c:pt>
                <c:pt idx="458">
                  <c:v>6.9979404304784342E-5</c:v>
                </c:pt>
                <c:pt idx="459">
                  <c:v>6.675212385568565E-5</c:v>
                </c:pt>
                <c:pt idx="460">
                  <c:v>6.3522101285042845E-5</c:v>
                </c:pt>
                <c:pt idx="461">
                  <c:v>6.0289463902203752E-5</c:v>
                </c:pt>
                <c:pt idx="462">
                  <c:v>5.7054339124221732E-5</c:v>
                </c:pt>
                <c:pt idx="463">
                  <c:v>5.3816854470838873E-5</c:v>
                </c:pt>
                <c:pt idx="464">
                  <c:v>5.0577137559464511E-5</c:v>
                </c:pt>
                <c:pt idx="465">
                  <c:v>4.7335316100149521E-5</c:v>
                </c:pt>
                <c:pt idx="466">
                  <c:v>4.409151789055641E-5</c:v>
                </c:pt>
                <c:pt idx="467">
                  <c:v>4.0845870810925253E-5</c:v>
                </c:pt>
                <c:pt idx="468">
                  <c:v>3.7598502819035921E-5</c:v>
                </c:pt>
                <c:pt idx="469">
                  <c:v>3.4349541945166931E-5</c:v>
                </c:pt>
                <c:pt idx="470">
                  <c:v>3.109911628705092E-5</c:v>
                </c:pt>
                <c:pt idx="471">
                  <c:v>2.7847354004827161E-5</c:v>
                </c:pt>
                <c:pt idx="472">
                  <c:v>2.4594383315991052E-5</c:v>
                </c:pt>
                <c:pt idx="473">
                  <c:v>2.134033249034073E-5</c:v>
                </c:pt>
                <c:pt idx="474">
                  <c:v>1.808532984492124E-5</c:v>
                </c:pt>
                <c:pt idx="475">
                  <c:v>1.4829503738966291E-5</c:v>
                </c:pt>
                <c:pt idx="476">
                  <c:v>1.1572982568837769E-5</c:v>
                </c:pt>
                <c:pt idx="477">
                  <c:v>8.3158947629634667E-6</c:v>
                </c:pt>
                <c:pt idx="478">
                  <c:v>5.0583687767729074E-6</c:v>
                </c:pt>
                <c:pt idx="479">
                  <c:v>1.800533087631753E-6</c:v>
                </c:pt>
                <c:pt idx="480">
                  <c:v>-1.4574838102252131E-6</c:v>
                </c:pt>
                <c:pt idx="481">
                  <c:v>-4.7155534107622293E-6</c:v>
                </c:pt>
                <c:pt idx="482">
                  <c:v>-7.9735472012116595E-6</c:v>
                </c:pt>
                <c:pt idx="483">
                  <c:v>-1.1231336667143829E-5</c:v>
                </c:pt>
                <c:pt idx="484">
                  <c:v>-1.448879329753738E-5</c:v>
                </c:pt>
                <c:pt idx="485">
                  <c:v>-1.774578858985E-5</c:v>
                </c:pt>
                <c:pt idx="486">
                  <c:v>-2.1002194055089211E-5</c:v>
                </c:pt>
                <c:pt idx="487">
                  <c:v>-2.4257881222883169E-5</c:v>
                </c:pt>
                <c:pt idx="488">
                  <c:v>-2.7512721646551269E-5</c:v>
                </c:pt>
                <c:pt idx="489">
                  <c:v>-3.0766586908174231E-5</c:v>
                </c:pt>
                <c:pt idx="490">
                  <c:v>-3.401934862366365E-5</c:v>
                </c:pt>
                <c:pt idx="491">
                  <c:v>-3.7270878447830557E-5</c:v>
                </c:pt>
                <c:pt idx="492">
                  <c:v>-4.052104807945299E-5</c:v>
                </c:pt>
                <c:pt idx="493">
                  <c:v>-4.3769729266342119E-5</c:v>
                </c:pt>
                <c:pt idx="494">
                  <c:v>-4.7016793810406939E-5</c:v>
                </c:pt>
                <c:pt idx="495">
                  <c:v>-5.0262113572717143E-5</c:v>
                </c:pt>
                <c:pt idx="496">
                  <c:v>-5.3505560478564131E-5</c:v>
                </c:pt>
                <c:pt idx="497">
                  <c:v>-5.674700652252009E-5</c:v>
                </c:pt>
                <c:pt idx="498">
                  <c:v>-5.9986323773494558E-5</c:v>
                </c:pt>
                <c:pt idx="499">
                  <c:v>-6.3223384379788592E-5</c:v>
                </c:pt>
                <c:pt idx="500">
                  <c:v>-6.6458060574146251E-5</c:v>
                </c:pt>
                <c:pt idx="501">
                  <c:v>-6.96902246788034E-5</c:v>
                </c:pt>
                <c:pt idx="502">
                  <c:v>-7.2919749110533463E-5</c:v>
                </c:pt>
                <c:pt idx="503">
                  <c:v>-7.6146506385689998E-5</c:v>
                </c:pt>
                <c:pt idx="504">
                  <c:v>-7.9370369125245798E-5</c:v>
                </c:pt>
                <c:pt idx="505">
                  <c:v>-8.2591210059828211E-5</c:v>
                </c:pt>
                <c:pt idx="506">
                  <c:v>-8.5808902034750404E-5</c:v>
                </c:pt>
                <c:pt idx="507">
                  <c:v>-8.902331801503838E-5</c:v>
                </c:pt>
                <c:pt idx="508">
                  <c:v>-9.2234331090453893E-5</c:v>
                </c:pt>
                <c:pt idx="509">
                  <c:v>-9.5441814480512978E-5</c:v>
                </c:pt>
                <c:pt idx="510">
                  <c:v>-9.8645641539499735E-5</c:v>
                </c:pt>
                <c:pt idx="511">
                  <c:v>-1.018456857614752E-4</c:v>
                </c:pt>
                <c:pt idx="512">
                  <c:v>-1.050418207852814E-4</c:v>
                </c:pt>
                <c:pt idx="513">
                  <c:v>-1.082339203995396E-4</c:v>
                </c:pt>
                <c:pt idx="514">
                  <c:v>-1.114218585476436E-4</c:v>
                </c:pt>
                <c:pt idx="515">
                  <c:v>-1.1460550933274639E-4</c:v>
                </c:pt>
                <c:pt idx="516">
                  <c:v>-1.177847470227423E-4</c:v>
                </c:pt>
                <c:pt idx="517">
                  <c:v>-1.209594460552422E-4</c:v>
                </c:pt>
                <c:pt idx="518">
                  <c:v>-1.241294810425431E-4</c:v>
                </c:pt>
                <c:pt idx="519">
                  <c:v>-1.2729472677659121E-4</c:v>
                </c:pt>
                <c:pt idx="520">
                  <c:v>-1.304550582339385E-4</c:v>
                </c:pt>
                <c:pt idx="521">
                  <c:v>-1.3361035058069261E-4</c:v>
                </c:pt>
                <c:pt idx="522">
                  <c:v>-1.3676047917745939E-4</c:v>
                </c:pt>
                <c:pt idx="523">
                  <c:v>-1.3990531958427859E-4</c:v>
                </c:pt>
                <c:pt idx="524">
                  <c:v>-1.430447475655521E-4</c:v>
                </c:pt>
                <c:pt idx="525">
                  <c:v>-1.461786390949643E-4</c:v>
                </c:pt>
                <c:pt idx="526">
                  <c:v>-1.493068703603958E-4</c:v>
                </c:pt>
                <c:pt idx="527">
                  <c:v>-1.5242931776882749E-4</c:v>
                </c:pt>
                <c:pt idx="528">
                  <c:v>-1.5554585795123801E-4</c:v>
                </c:pt>
                <c:pt idx="529">
                  <c:v>-1.5865636776749191E-4</c:v>
                </c:pt>
                <c:pt idx="530">
                  <c:v>-1.6176072431121951E-4</c:v>
                </c:pt>
                <c:pt idx="531">
                  <c:v>-1.64858804914688E-4</c:v>
                </c:pt>
                <c:pt idx="532">
                  <c:v>-1.6795048715366381E-4</c:v>
                </c:pt>
                <c:pt idx="533">
                  <c:v>-1.7103564885226561E-4</c:v>
                </c:pt>
                <c:pt idx="534">
                  <c:v>-1.7411416808780781E-4</c:v>
                </c:pt>
                <c:pt idx="535">
                  <c:v>-1.7718592319563461E-4</c:v>
                </c:pt>
                <c:pt idx="536">
                  <c:v>-1.802507927739443E-4</c:v>
                </c:pt>
                <c:pt idx="537">
                  <c:v>-1.8330865568860359E-4</c:v>
                </c:pt>
                <c:pt idx="538">
                  <c:v>-1.8635939107795191E-4</c:v>
                </c:pt>
                <c:pt idx="539">
                  <c:v>-1.8940287835759461E-4</c:v>
                </c:pt>
                <c:pt idx="540">
                  <c:v>-1.924389972251861E-4</c:v>
                </c:pt>
                <c:pt idx="541">
                  <c:v>-1.9546762766520169E-4</c:v>
                </c:pt>
                <c:pt idx="542">
                  <c:v>-1.9848864995369799E-4</c:v>
                </c:pt>
                <c:pt idx="543">
                  <c:v>-2.015019446630623E-4</c:v>
                </c:pt>
                <c:pt idx="544">
                  <c:v>-2.0450739266675061E-4</c:v>
                </c:pt>
                <c:pt idx="545">
                  <c:v>-2.075048751440138E-4</c:v>
                </c:pt>
                <c:pt idx="546">
                  <c:v>-2.104942735846136E-4</c:v>
                </c:pt>
                <c:pt idx="547">
                  <c:v>-2.1347546979352599E-4</c:v>
                </c:pt>
                <c:pt idx="548">
                  <c:v>-2.164483458956328E-4</c:v>
                </c:pt>
                <c:pt idx="549">
                  <c:v>-2.1941278434040021E-4</c:v>
                </c:pt>
                <c:pt idx="550">
                  <c:v>-2.223686679065456E-4</c:v>
                </c:pt>
                <c:pt idx="551">
                  <c:v>-2.2531587970669111E-4</c:v>
                </c:pt>
                <c:pt idx="552">
                  <c:v>-2.28254303192005E-4</c:v>
                </c:pt>
                <c:pt idx="553">
                  <c:v>-2.311838221568289E-4</c:v>
                </c:pt>
                <c:pt idx="554">
                  <c:v>-2.3410432074329209E-4</c:v>
                </c:pt>
                <c:pt idx="555">
                  <c:v>-2.370156834459122E-4</c:v>
                </c:pt>
                <c:pt idx="556">
                  <c:v>-2.3991779511618191E-4</c:v>
                </c:pt>
                <c:pt idx="557">
                  <c:v>-2.4281054096714241E-4</c:v>
                </c:pt>
                <c:pt idx="558">
                  <c:v>-2.4569380657794192E-4</c:v>
                </c:pt>
                <c:pt idx="559">
                  <c:v>-2.4856747789838102E-4</c:v>
                </c:pt>
                <c:pt idx="560">
                  <c:v>-2.514314412534417E-4</c:v>
                </c:pt>
                <c:pt idx="561">
                  <c:v>-2.5428558334780402E-4</c:v>
                </c:pt>
                <c:pt idx="562">
                  <c:v>-2.5712979127034638E-4</c:v>
                </c:pt>
                <c:pt idx="563">
                  <c:v>-2.5996395249863242E-4</c:v>
                </c:pt>
                <c:pt idx="564">
                  <c:v>-2.6278795490338168E-4</c:v>
                </c:pt>
                <c:pt idx="565">
                  <c:v>-2.6560168675292641E-4</c:v>
                </c:pt>
                <c:pt idx="566">
                  <c:v>-2.6840503671765202E-4</c:v>
                </c:pt>
                <c:pt idx="567">
                  <c:v>-2.7119789387442292E-4</c:v>
                </c:pt>
                <c:pt idx="568">
                  <c:v>-2.7398014771099231E-4</c:v>
                </c:pt>
                <c:pt idx="569">
                  <c:v>-2.767516881303957E-4</c:v>
                </c:pt>
                <c:pt idx="570">
                  <c:v>-2.7951240545532908E-4</c:v>
                </c:pt>
                <c:pt idx="571">
                  <c:v>-2.8226219043250942E-4</c:v>
                </c:pt>
                <c:pt idx="572">
                  <c:v>-2.8500093423701868E-4</c:v>
                </c:pt>
                <c:pt idx="573">
                  <c:v>-2.877285284766328E-4</c:v>
                </c:pt>
                <c:pt idx="574">
                  <c:v>-2.9044486519613202E-4</c:v>
                </c:pt>
                <c:pt idx="575">
                  <c:v>-2.9314983688159487E-4</c:v>
                </c:pt>
                <c:pt idx="576">
                  <c:v>-2.9584333646467433E-4</c:v>
                </c:pt>
                <c:pt idx="577">
                  <c:v>-2.9852525732685661E-4</c:v>
                </c:pt>
                <c:pt idx="578">
                  <c:v>-3.0119549330370331E-4</c:v>
                </c:pt>
                <c:pt idx="579">
                  <c:v>-3.0385393868907399E-4</c:v>
                </c:pt>
                <c:pt idx="580">
                  <c:v>-3.0650048823933299E-4</c:v>
                </c:pt>
                <c:pt idx="581">
                  <c:v>-3.0913503717753681E-4</c:v>
                </c:pt>
                <c:pt idx="582">
                  <c:v>-3.1175748119760408E-4</c:v>
                </c:pt>
                <c:pt idx="583">
                  <c:v>-3.143677164684671E-4</c:v>
                </c:pt>
                <c:pt idx="584">
                  <c:v>-3.1696563963820471E-4</c:v>
                </c:pt>
                <c:pt idx="585">
                  <c:v>-3.1955114783815638E-4</c:v>
                </c:pt>
                <c:pt idx="586">
                  <c:v>-3.2212413868701767E-4</c:v>
                </c:pt>
                <c:pt idx="587">
                  <c:v>-3.2468451029491461E-4</c:v>
                </c:pt>
                <c:pt idx="588">
                  <c:v>-3.2723216126745859E-4</c:v>
                </c:pt>
                <c:pt idx="589">
                  <c:v>-3.2976699070978239E-4</c:v>
                </c:pt>
                <c:pt idx="590">
                  <c:v>-3.322888982305561E-4</c:v>
                </c:pt>
                <c:pt idx="591">
                  <c:v>-3.3479778394598187E-4</c:v>
                </c:pt>
                <c:pt idx="592">
                  <c:v>-3.3729354848377019E-4</c:v>
                </c:pt>
                <c:pt idx="593">
                  <c:v>-3.3977609298709428E-4</c:v>
                </c:pt>
                <c:pt idx="594">
                  <c:v>-3.4224531911852639E-4</c:v>
                </c:pt>
                <c:pt idx="595">
                  <c:v>-3.447011290639519E-4</c:v>
                </c:pt>
                <c:pt idx="596">
                  <c:v>-3.471434255364636E-4</c:v>
                </c:pt>
                <c:pt idx="597">
                  <c:v>-3.4957211178023528E-4</c:v>
                </c:pt>
                <c:pt idx="598">
                  <c:v>-3.5198709157437439E-4</c:v>
                </c:pt>
                <c:pt idx="599">
                  <c:v>-3.5438826923675439E-4</c:v>
                </c:pt>
                <c:pt idx="600">
                  <c:v>-3.5677554962782571E-4</c:v>
                </c:pt>
                <c:pt idx="601">
                  <c:v>-3.5914883815440617E-4</c:v>
                </c:pt>
                <c:pt idx="602">
                  <c:v>-3.615080407734498E-4</c:v>
                </c:pt>
                <c:pt idx="603">
                  <c:v>-3.6385306399579269E-4</c:v>
                </c:pt>
                <c:pt idx="604">
                  <c:v>-3.6618381488987922E-4</c:v>
                </c:pt>
                <c:pt idx="605">
                  <c:v>-3.6850020108546432E-4</c:v>
                </c:pt>
                <c:pt idx="606">
                  <c:v>-3.708021307772948E-4</c:v>
                </c:pt>
                <c:pt idx="607">
                  <c:v>-3.7308951272876841E-4</c:v>
                </c:pt>
                <c:pt idx="608">
                  <c:v>-3.7536225627557109E-4</c:v>
                </c:pt>
                <c:pt idx="609">
                  <c:v>-3.7762027132929248E-4</c:v>
                </c:pt>
                <c:pt idx="610">
                  <c:v>-3.7986346838101749E-4</c:v>
                </c:pt>
                <c:pt idx="611">
                  <c:v>-3.8209175850489478E-4</c:v>
                </c:pt>
                <c:pt idx="612">
                  <c:v>-3.8430505336168198E-4</c:v>
                </c:pt>
                <c:pt idx="613">
                  <c:v>-3.8650326520226749E-4</c:v>
                </c:pt>
                <c:pt idx="614">
                  <c:v>-3.8868630687116841E-4</c:v>
                </c:pt>
                <c:pt idx="615">
                  <c:v>-3.9085409181000409E-4</c:v>
                </c:pt>
                <c:pt idx="616">
                  <c:v>-3.9300653406094689E-4</c:v>
                </c:pt>
                <c:pt idx="617">
                  <c:v>-3.9514354827014883E-4</c:v>
                </c:pt>
                <c:pt idx="618">
                  <c:v>-3.9726504969114432E-4</c:v>
                </c:pt>
                <c:pt idx="619">
                  <c:v>-3.9937095418822872E-4</c:v>
                </c:pt>
                <c:pt idx="620">
                  <c:v>-4.0146117823981162E-4</c:v>
                </c:pt>
                <c:pt idx="621">
                  <c:v>-4.0353563894174609E-4</c:v>
                </c:pt>
                <c:pt idx="622">
                  <c:v>-4.0559425401063469E-4</c:v>
                </c:pt>
                <c:pt idx="623">
                  <c:v>-4.0763694178711039E-4</c:v>
                </c:pt>
                <c:pt idx="624">
                  <c:v>-4.0966362123909478E-4</c:v>
                </c:pt>
                <c:pt idx="625">
                  <c:v>-4.1167421196503098E-4</c:v>
                </c:pt>
                <c:pt idx="626">
                  <c:v>-4.1366863419709318E-4</c:v>
                </c:pt>
                <c:pt idx="627">
                  <c:v>-4.156468088043728E-4</c:v>
                </c:pt>
                <c:pt idx="628">
                  <c:v>-4.1760865729604038E-4</c:v>
                </c:pt>
                <c:pt idx="629">
                  <c:v>-4.1955410182448172E-4</c:v>
                </c:pt>
                <c:pt idx="630">
                  <c:v>-4.2148306518840698E-4</c:v>
                </c:pt>
                <c:pt idx="631">
                  <c:v>-4.2339547083593672E-4</c:v>
                </c:pt>
                <c:pt idx="632">
                  <c:v>-4.2529124286765991E-4</c:v>
                </c:pt>
                <c:pt idx="633">
                  <c:v>-4.271703060396662E-4</c:v>
                </c:pt>
                <c:pt idx="634">
                  <c:v>-4.2903258576655151E-4</c:v>
                </c:pt>
                <c:pt idx="635">
                  <c:v>-4.3087800812439698E-4</c:v>
                </c:pt>
                <c:pt idx="636">
                  <c:v>-4.3270649985372171E-4</c:v>
                </c:pt>
                <c:pt idx="637">
                  <c:v>-4.3451798836240861E-4</c:v>
                </c:pt>
                <c:pt idx="638">
                  <c:v>-4.3631240172860688E-4</c:v>
                </c:pt>
                <c:pt idx="639">
                  <c:v>-4.3808966870360639E-4</c:v>
                </c:pt>
                <c:pt idx="640">
                  <c:v>-4.3984971871468658E-4</c:v>
                </c:pt>
                <c:pt idx="641">
                  <c:v>-4.4159248186793692E-4</c:v>
                </c:pt>
                <c:pt idx="642">
                  <c:v>-4.4331788895104947E-4</c:v>
                </c:pt>
                <c:pt idx="643">
                  <c:v>-4.450258714360861E-4</c:v>
                </c:pt>
                <c:pt idx="644">
                  <c:v>-4.4671636148221682E-4</c:v>
                </c:pt>
                <c:pt idx="645">
                  <c:v>-4.4838929193843029E-4</c:v>
                </c:pt>
                <c:pt idx="646">
                  <c:v>-4.5004459634621799E-4</c:v>
                </c:pt>
                <c:pt idx="647">
                  <c:v>-4.5168220894222828E-4</c:v>
                </c:pt>
                <c:pt idx="648">
                  <c:v>-4.5330206466089501E-4</c:v>
                </c:pt>
                <c:pt idx="649">
                  <c:v>-4.5490409913703599E-4</c:v>
                </c:pt>
                <c:pt idx="650">
                  <c:v>-4.564882487084248E-4</c:v>
                </c:pt>
                <c:pt idx="651">
                  <c:v>-4.5805445041833382E-4</c:v>
                </c:pt>
                <c:pt idx="652">
                  <c:v>-4.5960264201805068E-4</c:v>
                </c:pt>
                <c:pt idx="653">
                  <c:v>-4.6113276196936662E-4</c:v>
                </c:pt>
                <c:pt idx="654">
                  <c:v>-4.6264474944703461E-4</c:v>
                </c:pt>
                <c:pt idx="655">
                  <c:v>-4.6413854434119962E-4</c:v>
                </c:pt>
                <c:pt idx="656">
                  <c:v>-4.6561408725979888E-4</c:v>
                </c:pt>
                <c:pt idx="657">
                  <c:v>-4.6707131953093258E-4</c:v>
                </c:pt>
                <c:pt idx="658">
                  <c:v>-4.6851018320520589E-4</c:v>
                </c:pt>
                <c:pt idx="659">
                  <c:v>-4.6993062105804079E-4</c:v>
                </c:pt>
                <c:pt idx="660">
                  <c:v>-4.713325765919596E-4</c:v>
                </c:pt>
                <c:pt idx="661">
                  <c:v>-4.7271599403883932E-4</c:v>
                </c:pt>
                <c:pt idx="662">
                  <c:v>-4.7408081836213922E-4</c:v>
                </c:pt>
                <c:pt idx="663">
                  <c:v>-4.7542699525910108E-4</c:v>
                </c:pt>
                <c:pt idx="664">
                  <c:v>-4.7675447116291762E-4</c:v>
                </c:pt>
                <c:pt idx="665">
                  <c:v>-4.7806319324487218E-4</c:v>
                </c:pt>
                <c:pt idx="666">
                  <c:v>-4.7935310941644727E-4</c:v>
                </c:pt>
                <c:pt idx="667">
                  <c:v>-4.8062416833140499E-4</c:v>
                </c:pt>
                <c:pt idx="668">
                  <c:v>-4.8187631938783601E-4</c:v>
                </c:pt>
                <c:pt idx="669">
                  <c:v>-4.8310951273017821E-4</c:v>
                </c:pt>
                <c:pt idx="670">
                  <c:v>-4.84323699251207E-4</c:v>
                </c:pt>
                <c:pt idx="671">
                  <c:v>-4.8551883059399381E-4</c:v>
                </c:pt>
                <c:pt idx="672">
                  <c:v>-4.8669485915383442E-4</c:v>
                </c:pt>
                <c:pt idx="673">
                  <c:v>-4.8785173808014803E-4</c:v>
                </c:pt>
                <c:pt idx="674">
                  <c:v>-4.8898942127834446E-4</c:v>
                </c:pt>
                <c:pt idx="675">
                  <c:v>-4.9010786341166317E-4</c:v>
                </c:pt>
                <c:pt idx="676">
                  <c:v>-4.912070199029814E-4</c:v>
                </c:pt>
                <c:pt idx="677">
                  <c:v>-4.9228684693659462E-4</c:v>
                </c:pt>
                <c:pt idx="678">
                  <c:v>-4.9334730145996571E-4</c:v>
                </c:pt>
                <c:pt idx="679">
                  <c:v>-4.9438834118544438E-4</c:v>
                </c:pt>
                <c:pt idx="680">
                  <c:v>-4.9540992459195642E-4</c:v>
                </c:pt>
                <c:pt idx="681">
                  <c:v>-4.9641201092666192E-4</c:v>
                </c:pt>
                <c:pt idx="682">
                  <c:v>-4.9739456020658193E-4</c:v>
                </c:pt>
                <c:pt idx="683">
                  <c:v>-4.9835753322019364E-4</c:v>
                </c:pt>
                <c:pt idx="684">
                  <c:v>-4.993008915289951E-4</c:v>
                </c:pt>
                <c:pt idx="685">
                  <c:v>-5.0022459746904067E-4</c:v>
                </c:pt>
                <c:pt idx="686">
                  <c:v>-5.0112861415244471E-4</c:v>
                </c:pt>
                <c:pt idx="687">
                  <c:v>-5.0201290546885411E-4</c:v>
                </c:pt>
                <c:pt idx="688">
                  <c:v>-5.028774360868899E-4</c:v>
                </c:pt>
                <c:pt idx="689">
                  <c:v>-5.0372217145555804E-4</c:v>
                </c:pt>
                <c:pt idx="690">
                  <c:v>-5.0454707780563004E-4</c:v>
                </c:pt>
                <c:pt idx="691">
                  <c:v>-5.0535212215099259E-4</c:v>
                </c:pt>
                <c:pt idx="692">
                  <c:v>-5.0613727228996871E-4</c:v>
                </c:pt>
                <c:pt idx="693">
                  <c:v>-5.0690249680660762E-4</c:v>
                </c:pt>
                <c:pt idx="694">
                  <c:v>-5.0764776507194304E-4</c:v>
                </c:pt>
                <c:pt idx="695">
                  <c:v>-5.0837304724522076E-4</c:v>
                </c:pt>
                <c:pt idx="696">
                  <c:v>-5.0907831427509319E-4</c:v>
                </c:pt>
                <c:pt idx="697">
                  <c:v>-5.0976353790078228E-4</c:v>
                </c:pt>
                <c:pt idx="698">
                  <c:v>-5.1042869065320959E-4</c:v>
                </c:pt>
                <c:pt idx="699">
                  <c:v>-5.1107374585609424E-4</c:v>
                </c:pt>
                <c:pt idx="700">
                  <c:v>-5.1169867762702046E-4</c:v>
                </c:pt>
                <c:pt idx="701">
                  <c:v>-5.1230346087847393E-4</c:v>
                </c:pt>
                <c:pt idx="702">
                  <c:v>-5.1288807131884696E-4</c:v>
                </c:pt>
                <c:pt idx="703">
                  <c:v>-5.1345248545341246E-4</c:v>
                </c:pt>
                <c:pt idx="704">
                  <c:v>-5.1399668058526584E-4</c:v>
                </c:pt>
                <c:pt idx="705">
                  <c:v>-5.1452063481623525E-4</c:v>
                </c:pt>
                <c:pt idx="706">
                  <c:v>-5.1502432704775931E-4</c:v>
                </c:pt>
                <c:pt idx="707">
                  <c:v>-5.1550773698173249E-4</c:v>
                </c:pt>
                <c:pt idx="708">
                  <c:v>-5.1597084512131867E-4</c:v>
                </c:pt>
                <c:pt idx="709">
                  <c:v>-5.1641363277173265E-4</c:v>
                </c:pt>
                <c:pt idx="710">
                  <c:v>-5.1683608204098957E-4</c:v>
                </c:pt>
                <c:pt idx="711">
                  <c:v>-5.1723817584062369E-4</c:v>
                </c:pt>
                <c:pt idx="712">
                  <c:v>-5.1761989788637591E-4</c:v>
                </c:pt>
                <c:pt idx="713">
                  <c:v>-5.1798123269884895E-4</c:v>
                </c:pt>
                <c:pt idx="714">
                  <c:v>-5.1832216560413033E-4</c:v>
                </c:pt>
                <c:pt idx="715">
                  <c:v>-5.1864268273438469E-4</c:v>
                </c:pt>
                <c:pt idx="716">
                  <c:v>-5.1894277102841374E-4</c:v>
                </c:pt>
                <c:pt idx="717">
                  <c:v>-5.1922241823218463E-4</c:v>
                </c:pt>
                <c:pt idx="718">
                  <c:v>-5.1948161289932637E-4</c:v>
                </c:pt>
                <c:pt idx="719">
                  <c:v>-5.1972034439159379E-4</c:v>
                </c:pt>
                <c:pt idx="720">
                  <c:v>-5.1993860287929885E-4</c:v>
                </c:pt>
                <c:pt idx="721">
                  <c:v>-5.2013637934170977E-4</c:v>
                </c:pt>
                <c:pt idx="722">
                  <c:v>-5.2031366556741791E-4</c:v>
                </c:pt>
                <c:pt idx="723">
                  <c:v>-5.2047045415467208E-4</c:v>
                </c:pt>
                <c:pt idx="724">
                  <c:v>-5.2060673851168058E-4</c:v>
                </c:pt>
                <c:pt idx="725">
                  <c:v>-5.2072251285688125E-4</c:v>
                </c:pt>
                <c:pt idx="726">
                  <c:v>-5.2081777221917838E-4</c:v>
                </c:pt>
                <c:pt idx="727">
                  <c:v>-5.2089251243814792E-4</c:v>
                </c:pt>
                <c:pt idx="728">
                  <c:v>-5.2094673016420936E-4</c:v>
                </c:pt>
                <c:pt idx="729">
                  <c:v>-5.20980422858766E-4</c:v>
                </c:pt>
                <c:pt idx="730">
                  <c:v>-5.2099358879431287E-4</c:v>
                </c:pt>
                <c:pt idx="731">
                  <c:v>-5.209862270545134E-4</c:v>
                </c:pt>
                <c:pt idx="732">
                  <c:v>-5.2095833753424477E-4</c:v>
                </c:pt>
                <c:pt idx="733">
                  <c:v>-5.2090992093961164E-4</c:v>
                </c:pt>
                <c:pt idx="734">
                  <c:v>-5.2084097878792783E-4</c:v>
                </c:pt>
                <c:pt idx="735">
                  <c:v>-5.2075151340766595E-4</c:v>
                </c:pt>
                <c:pt idx="736">
                  <c:v>-5.2064152793837538E-4</c:v>
                </c:pt>
                <c:pt idx="737">
                  <c:v>-5.2051102633056932E-4</c:v>
                </c:pt>
                <c:pt idx="738">
                  <c:v>-5.2036001334557973E-4</c:v>
                </c:pt>
                <c:pt idx="739">
                  <c:v>-5.2018849455537971E-4</c:v>
                </c:pt>
                <c:pt idx="740">
                  <c:v>-5.1999647634237375E-4</c:v>
                </c:pt>
                <c:pt idx="741">
                  <c:v>-5.197839658991558E-4</c:v>
                </c:pt>
                <c:pt idx="742">
                  <c:v>-5.1955097122823577E-4</c:v>
                </c:pt>
                <c:pt idx="743">
                  <c:v>-5.1929750114173417E-4</c:v>
                </c:pt>
                <c:pt idx="744">
                  <c:v>-5.1902356526104454E-4</c:v>
                </c:pt>
                <c:pt idx="745">
                  <c:v>-5.1872917401646422E-4</c:v>
                </c:pt>
                <c:pt idx="746">
                  <c:v>-5.1841433864679325E-4</c:v>
                </c:pt>
                <c:pt idx="747">
                  <c:v>-5.180790711989009E-4</c:v>
                </c:pt>
                <c:pt idx="748">
                  <c:v>-5.1772338452725985E-4</c:v>
                </c:pt>
                <c:pt idx="749">
                  <c:v>-5.1734729229344794E-4</c:v>
                </c:pt>
                <c:pt idx="750">
                  <c:v>-5.1695080896561895E-4</c:v>
                </c:pt>
                <c:pt idx="751">
                  <c:v>-5.165339498179423E-4</c:v>
                </c:pt>
                <c:pt idx="752">
                  <c:v>-5.160967309300106E-4</c:v>
                </c:pt>
                <c:pt idx="753">
                  <c:v>-5.1563916918621487E-4</c:v>
                </c:pt>
                <c:pt idx="754">
                  <c:v>-5.1516128227508751E-4</c:v>
                </c:pt>
                <c:pt idx="755">
                  <c:v>-5.1466308868861315E-4</c:v>
                </c:pt>
                <c:pt idx="756">
                  <c:v>-5.1414460772150725E-4</c:v>
                </c:pt>
                <c:pt idx="757">
                  <c:v>-5.1360585947046332E-4</c:v>
                </c:pt>
                <c:pt idx="758">
                  <c:v>-5.1304686483336895E-4</c:v>
                </c:pt>
                <c:pt idx="759">
                  <c:v>-5.1246764550849026E-4</c:v>
                </c:pt>
                <c:pt idx="760">
                  <c:v>-5.118682239936233E-4</c:v>
                </c:pt>
                <c:pt idx="761">
                  <c:v>-5.112486235852125E-4</c:v>
                </c:pt>
                <c:pt idx="762">
                  <c:v>-5.1060886837743806E-4</c:v>
                </c:pt>
                <c:pt idx="763">
                  <c:v>-5.0994898326127218E-4</c:v>
                </c:pt>
                <c:pt idx="764">
                  <c:v>-5.0926899392350351E-4</c:v>
                </c:pt>
                <c:pt idx="765">
                  <c:v>-5.0856892684572868E-4</c:v>
                </c:pt>
                <c:pt idx="766">
                  <c:v>-5.0784880930331141E-4</c:v>
                </c:pt>
                <c:pt idx="767">
                  <c:v>-5.0710866936431055E-4</c:v>
                </c:pt>
                <c:pt idx="768">
                  <c:v>-5.0634853588837805E-4</c:v>
                </c:pt>
                <c:pt idx="769">
                  <c:v>-5.0556843852562594E-4</c:v>
                </c:pt>
                <c:pt idx="770">
                  <c:v>-5.0476840771546247E-4</c:v>
                </c:pt>
                <c:pt idx="771">
                  <c:v>-5.0394847468539607E-4</c:v>
                </c:pt>
                <c:pt idx="772">
                  <c:v>-5.03108671449809E-4</c:v>
                </c:pt>
                <c:pt idx="773">
                  <c:v>-5.022490308087005E-4</c:v>
                </c:pt>
                <c:pt idx="774">
                  <c:v>-5.0136958634639829E-4</c:v>
                </c:pt>
                <c:pt idx="775">
                  <c:v>-5.0047037243023795E-4</c:v>
                </c:pt>
                <c:pt idx="776">
                  <c:v>-4.995514242092105E-4</c:v>
                </c:pt>
                <c:pt idx="777">
                  <c:v>-4.9861277761257985E-4</c:v>
                </c:pt>
                <c:pt idx="778">
                  <c:v>-4.9765446934846855E-4</c:v>
                </c:pt>
                <c:pt idx="779">
                  <c:v>-4.9667653690241168E-4</c:v>
                </c:pt>
                <c:pt idx="780">
                  <c:v>-4.9567901853588025E-4</c:v>
                </c:pt>
                <c:pt idx="781">
                  <c:v>-4.9466195328477271E-4</c:v>
                </c:pt>
                <c:pt idx="782">
                  <c:v>-4.9362538095787639E-4</c:v>
                </c:pt>
                <c:pt idx="783">
                  <c:v>-4.9256934213529806E-4</c:v>
                </c:pt>
                <c:pt idx="784">
                  <c:v>-4.9149387816686352E-4</c:v>
                </c:pt>
                <c:pt idx="785">
                  <c:v>-4.9039903117048783E-4</c:v>
                </c:pt>
                <c:pt idx="786">
                  <c:v>-4.8928484403051485E-4</c:v>
                </c:pt>
                <c:pt idx="787">
                  <c:v>-4.8815136039602572E-4</c:v>
                </c:pt>
                <c:pt idx="788">
                  <c:v>-4.8699862467911647E-4</c:v>
                </c:pt>
                <c:pt idx="789">
                  <c:v>-4.8582668205314559E-4</c:v>
                </c:pt>
                <c:pt idx="790">
                  <c:v>-4.8463557845095139E-4</c:v>
                </c:pt>
                <c:pt idx="791">
                  <c:v>-4.8342536056303982E-4</c:v>
                </c:pt>
                <c:pt idx="792">
                  <c:v>-4.8219607583573993E-4</c:v>
                </c:pt>
                <c:pt idx="793">
                  <c:v>-4.8094777246933081E-4</c:v>
                </c:pt>
                <c:pt idx="794">
                  <c:v>-4.7968049941613672E-4</c:v>
                </c:pt>
                <c:pt idx="795">
                  <c:v>-4.7839430637859349E-4</c:v>
                </c:pt>
                <c:pt idx="796">
                  <c:v>-4.7708924380728489E-4</c:v>
                </c:pt>
                <c:pt idx="797">
                  <c:v>-4.7576536289894978E-4</c:v>
                </c:pt>
                <c:pt idx="798">
                  <c:v>-4.7442271559446059E-4</c:v>
                </c:pt>
                <c:pt idx="799">
                  <c:v>-4.730613545767719E-4</c:v>
                </c:pt>
                <c:pt idx="800">
                  <c:v>-4.7168133326884047E-4</c:v>
                </c:pt>
                <c:pt idx="801">
                  <c:v>-4.7028270583151659E-4</c:v>
                </c:pt>
                <c:pt idx="802">
                  <c:v>-4.6886552716140508E-4</c:v>
                </c:pt>
                <c:pt idx="803">
                  <c:v>-4.6742985288869841E-4</c:v>
                </c:pt>
                <c:pt idx="804">
                  <c:v>-4.6597573937498201E-4</c:v>
                </c:pt>
                <c:pt idx="805">
                  <c:v>-4.6450324371100982E-4</c:v>
                </c:pt>
                <c:pt idx="806">
                  <c:v>-4.6301242371444998E-4</c:v>
                </c:pt>
                <c:pt idx="807">
                  <c:v>-4.6150333792760272E-4</c:v>
                </c:pt>
                <c:pt idx="808">
                  <c:v>-4.5997604561508762E-4</c:v>
                </c:pt>
                <c:pt idx="809">
                  <c:v>-4.5843060676150412E-4</c:v>
                </c:pt>
                <c:pt idx="810">
                  <c:v>-4.5686708206906082E-4</c:v>
                </c:pt>
                <c:pt idx="811">
                  <c:v>-4.5528553295517819E-4</c:v>
                </c:pt>
                <c:pt idx="812">
                  <c:v>-4.5368602155006308E-4</c:v>
                </c:pt>
                <c:pt idx="813">
                  <c:v>-4.5206861069425582E-4</c:v>
                </c:pt>
                <c:pt idx="814">
                  <c:v>-4.5043336393614969E-4</c:v>
                </c:pt>
                <c:pt idx="815">
                  <c:v>-4.4878034552948412E-4</c:v>
                </c:pt>
                <c:pt idx="816">
                  <c:v>-4.4710962043080748E-4</c:v>
                </c:pt>
                <c:pt idx="817">
                  <c:v>-4.4542125429691332E-4</c:v>
                </c:pt>
                <c:pt idx="818">
                  <c:v>-4.4371531348224918E-4</c:v>
                </c:pt>
                <c:pt idx="819">
                  <c:v>-4.4199186503629648E-4</c:v>
                </c:pt>
                <c:pt idx="820">
                  <c:v>-4.4025097670092049E-4</c:v>
                </c:pt>
                <c:pt idx="821">
                  <c:v>-4.3849271690769327E-4</c:v>
                </c:pt>
                <c:pt idx="822">
                  <c:v>-4.3671715477518658E-4</c:v>
                </c:pt>
                <c:pt idx="823">
                  <c:v>-4.3492436010623888E-4</c:v>
                </c:pt>
                <c:pt idx="824">
                  <c:v>-4.3311440338519462E-4</c:v>
                </c:pt>
                <c:pt idx="825">
                  <c:v>-4.3128735577511692E-4</c:v>
                </c:pt>
                <c:pt idx="826">
                  <c:v>-4.2944328911497551E-4</c:v>
                </c:pt>
                <c:pt idx="827">
                  <c:v>-4.275822759168069E-4</c:v>
                </c:pt>
                <c:pt idx="828">
                  <c:v>-4.2570438936284969E-4</c:v>
                </c:pt>
                <c:pt idx="829">
                  <c:v>-4.2380970330265177E-4</c:v>
                </c:pt>
                <c:pt idx="830">
                  <c:v>-4.2189829225015152E-4</c:v>
                </c:pt>
                <c:pt idx="831">
                  <c:v>-4.1997023138073259E-4</c:v>
                </c:pt>
                <c:pt idx="832">
                  <c:v>-4.1802559652825212E-4</c:v>
                </c:pt>
                <c:pt idx="833">
                  <c:v>-4.1606446418204068E-4</c:v>
                </c:pt>
                <c:pt idx="834">
                  <c:v>-4.1408691148387718E-4</c:v>
                </c:pt>
                <c:pt idx="835">
                  <c:v>-4.1209301622493599E-4</c:v>
                </c:pt>
                <c:pt idx="836">
                  <c:v>-4.1008285684271032E-4</c:v>
                </c:pt>
                <c:pt idx="837">
                  <c:v>-4.0805651241790982E-4</c:v>
                </c:pt>
                <c:pt idx="838">
                  <c:v>-4.0601406267133492E-4</c:v>
                </c:pt>
                <c:pt idx="839">
                  <c:v>-4.0395558796072579E-4</c:v>
                </c:pt>
                <c:pt idx="840">
                  <c:v>-4.0188116927758748E-4</c:v>
                </c:pt>
                <c:pt idx="841">
                  <c:v>-3.9979088824398842E-4</c:v>
                </c:pt>
                <c:pt idx="842">
                  <c:v>-3.9768482710933489E-4</c:v>
                </c:pt>
                <c:pt idx="843">
                  <c:v>-3.9556306874712131E-4</c:v>
                </c:pt>
                <c:pt idx="844">
                  <c:v>-3.9342569665165312E-4</c:v>
                </c:pt>
                <c:pt idx="845">
                  <c:v>-3.9127279493474782E-4</c:v>
                </c:pt>
                <c:pt idx="846">
                  <c:v>-3.8910444832241021E-4</c:v>
                </c:pt>
                <c:pt idx="847">
                  <c:v>-3.8692074215148433E-4</c:v>
                </c:pt>
                <c:pt idx="848">
                  <c:v>-3.8472176236628092E-4</c:v>
                </c:pt>
                <c:pt idx="849">
                  <c:v>-3.8250759551518071E-4</c:v>
                </c:pt>
                <c:pt idx="850">
                  <c:v>-3.8027832874721408E-4</c:v>
                </c:pt>
                <c:pt idx="851">
                  <c:v>-3.7803404980861629E-4</c:v>
                </c:pt>
                <c:pt idx="852">
                  <c:v>-3.7577484703935863E-4</c:v>
                </c:pt>
                <c:pt idx="853">
                  <c:v>-3.7350080936965617E-4</c:v>
                </c:pt>
                <c:pt idx="854">
                  <c:v>-3.7121202631645108E-4</c:v>
                </c:pt>
                <c:pt idx="855">
                  <c:v>-3.6890858797987181E-4</c:v>
                </c:pt>
                <c:pt idx="856">
                  <c:v>-3.6659058503966772E-4</c:v>
                </c:pt>
                <c:pt idx="857">
                  <c:v>-3.6425810875162159E-4</c:v>
                </c:pt>
                <c:pt idx="858">
                  <c:v>-3.6191125094393889E-4</c:v>
                </c:pt>
                <c:pt idx="859">
                  <c:v>-3.5955010401361319E-4</c:v>
                </c:pt>
                <c:pt idx="860">
                  <c:v>-3.5717476092276938E-4</c:v>
                </c:pt>
                <c:pt idx="861">
                  <c:v>-3.5478531519498338E-4</c:v>
                </c:pt>
                <c:pt idx="862">
                  <c:v>-3.5238186091158098E-4</c:v>
                </c:pt>
                <c:pt idx="863">
                  <c:v>-3.499644927079135E-4</c:v>
                </c:pt>
                <c:pt idx="864">
                  <c:v>-3.475333057696112E-4</c:v>
                </c:pt>
                <c:pt idx="865">
                  <c:v>-3.4508839582881391E-4</c:v>
                </c:pt>
                <c:pt idx="866">
                  <c:v>-3.4262985916037951E-4</c:v>
                </c:pt>
                <c:pt idx="867">
                  <c:v>-3.4015779257807208E-4</c:v>
                </c:pt>
                <c:pt idx="868">
                  <c:v>-3.3767229343072852E-4</c:v>
                </c:pt>
                <c:pt idx="869">
                  <c:v>-3.3517345959840238E-4</c:v>
                </c:pt>
                <c:pt idx="870">
                  <c:v>-3.326613894884892E-4</c:v>
                </c:pt>
                <c:pt idx="871">
                  <c:v>-3.3013618203182871E-4</c:v>
                </c:pt>
                <c:pt idx="872">
                  <c:v>-3.2759793667878651E-4</c:v>
                </c:pt>
                <c:pt idx="873">
                  <c:v>-3.2504675339531652E-4</c:v>
                </c:pt>
                <c:pt idx="874">
                  <c:v>-3.2248273265900049E-4</c:v>
                </c:pt>
                <c:pt idx="875">
                  <c:v>-3.1990597545507001E-4</c:v>
                </c:pt>
                <c:pt idx="876">
                  <c:v>-3.1731658327240531E-4</c:v>
                </c:pt>
                <c:pt idx="877">
                  <c:v>-3.1471465809951679E-4</c:v>
                </c:pt>
                <c:pt idx="878">
                  <c:v>-3.1210030242050389E-4</c:v>
                </c:pt>
                <c:pt idx="879">
                  <c:v>-3.0947361921099563E-4</c:v>
                </c:pt>
                <c:pt idx="880">
                  <c:v>-3.0683471193407042E-4</c:v>
                </c:pt>
                <c:pt idx="881">
                  <c:v>-3.0418368453615668E-4</c:v>
                </c:pt>
                <c:pt idx="882">
                  <c:v>-3.0152064144291538E-4</c:v>
                </c:pt>
                <c:pt idx="883">
                  <c:v>-2.9884568755510319E-4</c:v>
                </c:pt>
                <c:pt idx="884">
                  <c:v>-2.961589282444174E-4</c:v>
                </c:pt>
                <c:pt idx="885">
                  <c:v>-2.9346046934932199E-4</c:v>
                </c:pt>
                <c:pt idx="886">
                  <c:v>-2.907504171708558E-4</c:v>
                </c:pt>
                <c:pt idx="887">
                  <c:v>-2.880288784684228E-4</c:v>
                </c:pt>
                <c:pt idx="888">
                  <c:v>-2.8529596045556472E-4</c:v>
                </c:pt>
                <c:pt idx="889">
                  <c:v>-2.8255177079571591E-4</c:v>
                </c:pt>
                <c:pt idx="890">
                  <c:v>-2.7979641759793959E-4</c:v>
                </c:pt>
                <c:pt idx="891">
                  <c:v>-2.7703000941264671E-4</c:v>
                </c:pt>
                <c:pt idx="892">
                  <c:v>-2.7425265522729728E-4</c:v>
                </c:pt>
                <c:pt idx="893">
                  <c:v>-2.7146446446208513E-4</c:v>
                </c:pt>
                <c:pt idx="894">
                  <c:v>-2.6866554696560439E-4</c:v>
                </c:pt>
                <c:pt idx="895">
                  <c:v>-2.6585601301050058E-4</c:v>
                </c:pt>
                <c:pt idx="896">
                  <c:v>-2.6303597328910378E-4</c:v>
                </c:pt>
                <c:pt idx="897">
                  <c:v>-2.6020553890904598E-4</c:v>
                </c:pt>
                <c:pt idx="898">
                  <c:v>-2.5736482138886328E-4</c:v>
                </c:pt>
                <c:pt idx="899">
                  <c:v>-2.5451393265358072E-4</c:v>
                </c:pt>
                <c:pt idx="900">
                  <c:v>-2.5165298503028081E-4</c:v>
                </c:pt>
                <c:pt idx="901">
                  <c:v>-2.4878209124365582E-4</c:v>
                </c:pt>
                <c:pt idx="902">
                  <c:v>-2.4590136441154459E-4</c:v>
                </c:pt>
                <c:pt idx="903">
                  <c:v>-2.4301091804045531E-4</c:v>
                </c:pt>
                <c:pt idx="904">
                  <c:v>-2.4011086602107151E-4</c:v>
                </c:pt>
                <c:pt idx="905">
                  <c:v>-2.3720132262374489E-4</c:v>
                </c:pt>
                <c:pt idx="906">
                  <c:v>-2.342824024939726E-4</c:v>
                </c:pt>
                <c:pt idx="907">
                  <c:v>-2.3135422064785889E-4</c:v>
                </c:pt>
                <c:pt idx="908">
                  <c:v>-2.2841689246756269E-4</c:v>
                </c:pt>
                <c:pt idx="909">
                  <c:v>-2.2547053369673071E-4</c:v>
                </c:pt>
                <c:pt idx="910">
                  <c:v>-2.2251526043591679E-4</c:v>
                </c:pt>
                <c:pt idx="911">
                  <c:v>-2.1955118913798781E-4</c:v>
                </c:pt>
                <c:pt idx="912">
                  <c:v>-2.1657843660351499E-4</c:v>
                </c:pt>
                <c:pt idx="913">
                  <c:v>-2.1359711997615341E-4</c:v>
                </c:pt>
                <c:pt idx="914">
                  <c:v>-2.1060735673800521E-4</c:v>
                </c:pt>
                <c:pt idx="915">
                  <c:v>-2.0760926470497179E-4</c:v>
                </c:pt>
                <c:pt idx="916">
                  <c:v>-2.0460296202209159E-4</c:v>
                </c:pt>
                <c:pt idx="917">
                  <c:v>-2.0158856715886479E-4</c:v>
                </c:pt>
                <c:pt idx="918">
                  <c:v>-1.9856619890456679E-4</c:v>
                </c:pt>
                <c:pt idx="919">
                  <c:v>-1.955359763635483E-4</c:v>
                </c:pt>
                <c:pt idx="920">
                  <c:v>-1.924980189505237E-4</c:v>
                </c:pt>
                <c:pt idx="921">
                  <c:v>-1.894524463858459E-4</c:v>
                </c:pt>
                <c:pt idx="922">
                  <c:v>-1.8639937869077111E-4</c:v>
                </c:pt>
                <c:pt idx="923">
                  <c:v>-1.8333893618270949E-4</c:v>
                </c:pt>
                <c:pt idx="924">
                  <c:v>-1.802712394704661E-4</c:v>
                </c:pt>
                <c:pt idx="925">
                  <c:v>-1.7719640944946889E-4</c:v>
                </c:pt>
                <c:pt idx="926">
                  <c:v>-1.741145672969859E-4</c:v>
                </c:pt>
                <c:pt idx="927">
                  <c:v>-1.710258344673306E-4</c:v>
                </c:pt>
                <c:pt idx="928">
                  <c:v>-1.679303326870567E-4</c:v>
                </c:pt>
                <c:pt idx="929">
                  <c:v>-1.6482818395014231E-4</c:v>
                </c:pt>
                <c:pt idx="930">
                  <c:v>-1.6171951051316299E-4</c:v>
                </c:pt>
                <c:pt idx="931">
                  <c:v>-1.5860443489045561E-4</c:v>
                </c:pt>
                <c:pt idx="932">
                  <c:v>-1.554830798492719E-4</c:v>
                </c:pt>
                <c:pt idx="933">
                  <c:v>-1.523555684049224E-4</c:v>
                </c:pt>
                <c:pt idx="934">
                  <c:v>-1.4922202381591079E-4</c:v>
                </c:pt>
                <c:pt idx="935">
                  <c:v>-1.4608256957905841E-4</c:v>
                </c:pt>
                <c:pt idx="936">
                  <c:v>-1.4293732942461949E-4</c:v>
                </c:pt>
                <c:pt idx="937">
                  <c:v>-1.3978642731138721E-4</c:v>
                </c:pt>
                <c:pt idx="938">
                  <c:v>-1.3662998742179129E-4</c:v>
                </c:pt>
                <c:pt idx="939">
                  <c:v>-1.334681341569863E-4</c:v>
                </c:pt>
                <c:pt idx="940">
                  <c:v>-1.30300992131932E-4</c:v>
                </c:pt>
                <c:pt idx="941">
                  <c:v>-1.2712868617046491E-4</c:v>
                </c:pt>
                <c:pt idx="942">
                  <c:v>-1.2395134130036221E-4</c:v>
                </c:pt>
                <c:pt idx="943">
                  <c:v>-1.207690827483972E-4</c:v>
                </c:pt>
                <c:pt idx="944">
                  <c:v>-1.175820359353877E-4</c:v>
                </c:pt>
                <c:pt idx="945">
                  <c:v>-1.143903264712362E-4</c:v>
                </c:pt>
                <c:pt idx="946">
                  <c:v>-1.111940801499637E-4</c:v>
                </c:pt>
                <c:pt idx="947">
                  <c:v>-1.079934229447353E-4</c:v>
                </c:pt>
                <c:pt idx="948">
                  <c:v>-1.047884810028791E-4</c:v>
                </c:pt>
                <c:pt idx="949">
                  <c:v>-1.015793806408988E-4</c:v>
                </c:pt>
                <c:pt idx="950">
                  <c:v>-9.8366248339479568E-5</c:v>
                </c:pt>
                <c:pt idx="951">
                  <c:v>-9.5149210738487499E-5</c:v>
                </c:pt>
                <c:pt idx="952">
                  <c:v>-9.1928394631962557E-5</c:v>
                </c:pt>
                <c:pt idx="953">
                  <c:v>-8.8703926963105484E-5</c:v>
                </c:pt>
                <c:pt idx="954">
                  <c:v>-8.5475934819259007E-5</c:v>
                </c:pt>
                <c:pt idx="955">
                  <c:v>-8.2244545426883367E-5</c:v>
                </c:pt>
                <c:pt idx="956">
                  <c:v>-7.9009886146526277E-5</c:v>
                </c:pt>
                <c:pt idx="957">
                  <c:v>-7.5772084467787859E-5</c:v>
                </c:pt>
                <c:pt idx="958">
                  <c:v>-7.2531268004280553E-5</c:v>
                </c:pt>
                <c:pt idx="959">
                  <c:v>-6.9287564488584378E-5</c:v>
                </c:pt>
                <c:pt idx="960">
                  <c:v>-6.604110176719775E-5</c:v>
                </c:pt>
                <c:pt idx="961">
                  <c:v>-6.2792007795483854E-5</c:v>
                </c:pt>
                <c:pt idx="962">
                  <c:v>-5.9540410632612829E-5</c:v>
                </c:pt>
                <c:pt idx="963">
                  <c:v>-5.6286438436499863E-5</c:v>
                </c:pt>
                <c:pt idx="964">
                  <c:v>-5.3030219458739652E-5</c:v>
                </c:pt>
                <c:pt idx="965">
                  <c:v>-4.9771882039537243E-5</c:v>
                </c:pt>
                <c:pt idx="966">
                  <c:v>-4.6511554602635629E-5</c:v>
                </c:pt>
                <c:pt idx="967">
                  <c:v>-4.3249365650240079E-5</c:v>
                </c:pt>
                <c:pt idx="968">
                  <c:v>-3.9985443757939558E-5</c:v>
                </c:pt>
                <c:pt idx="969">
                  <c:v>-3.671991756962547E-5</c:v>
                </c:pt>
                <c:pt idx="970">
                  <c:v>-3.3452915792407759E-5</c:v>
                </c:pt>
                <c:pt idx="971">
                  <c:v>-3.0184567191528869E-5</c:v>
                </c:pt>
                <c:pt idx="972">
                  <c:v>-2.691500058527553E-5</c:v>
                </c:pt>
                <c:pt idx="973">
                  <c:v>-2.3644344839888729E-5</c:v>
                </c:pt>
                <c:pt idx="974">
                  <c:v>-2.037272886447185E-5</c:v>
                </c:pt>
                <c:pt idx="975">
                  <c:v>-1.710028160589741E-5</c:v>
                </c:pt>
                <c:pt idx="976">
                  <c:v>-1.382713204371253E-5</c:v>
                </c:pt>
                <c:pt idx="977">
                  <c:v>-1.0553409185043269E-5</c:v>
                </c:pt>
                <c:pt idx="978">
                  <c:v>-7.2792420594980748E-6</c:v>
                </c:pt>
                <c:pt idx="979">
                  <c:v>-4.0047597140706124E-6</c:v>
                </c:pt>
                <c:pt idx="980">
                  <c:v>-7.3009120804211796E-7</c:v>
                </c:pt>
                <c:pt idx="981">
                  <c:v>2.544634392116484E-6</c:v>
                </c:pt>
                <c:pt idx="982">
                  <c:v>5.8192880178425466E-6</c:v>
                </c:pt>
                <c:pt idx="983">
                  <c:v>9.0937406035795068E-6</c:v>
                </c:pt>
                <c:pt idx="984">
                  <c:v>1.236786309187437E-5</c:v>
                </c:pt>
                <c:pt idx="985">
                  <c:v>1.5641526438474649E-5</c:v>
                </c:pt>
                <c:pt idx="986">
                  <c:v>1.8914601617424582E-5</c:v>
                </c:pt>
                <c:pt idx="987">
                  <c:v>2.218695962616046E-5</c:v>
                </c:pt>
                <c:pt idx="988">
                  <c:v>2.545847149060476E-5</c:v>
                </c:pt>
                <c:pt idx="989">
                  <c:v>2.8729008270258931E-5</c:v>
                </c:pt>
                <c:pt idx="990">
                  <c:v>3.1998441063294517E-5</c:v>
                </c:pt>
                <c:pt idx="991">
                  <c:v>3.5266641011642547E-5</c:v>
                </c:pt>
                <c:pt idx="992">
                  <c:v>3.8533479306080948E-5</c:v>
                </c:pt>
                <c:pt idx="993">
                  <c:v>4.1798827191319912E-5</c:v>
                </c:pt>
                <c:pt idx="994">
                  <c:v>4.5062555971085091E-5</c:v>
                </c:pt>
                <c:pt idx="995">
                  <c:v>4.8324537013198199E-5</c:v>
                </c:pt>
                <c:pt idx="996">
                  <c:v>5.158464175465491E-5</c:v>
                </c:pt>
                <c:pt idx="997">
                  <c:v>5.484274170669981E-5</c:v>
                </c:pt>
                <c:pt idx="998">
                  <c:v>5.8098708459898113E-5</c:v>
                </c:pt>
                <c:pt idx="999">
                  <c:v>6.1352413689203883E-5</c:v>
                </c:pt>
                <c:pt idx="1000">
                  <c:v>6.4603729159024722E-5</c:v>
                </c:pt>
                <c:pt idx="1001">
                  <c:v>6.7852526728282844E-5</c:v>
                </c:pt>
                <c:pt idx="1002">
                  <c:v>7.1098678355472166E-5</c:v>
                </c:pt>
                <c:pt idx="1003">
                  <c:v>7.4342056103711074E-5</c:v>
                </c:pt>
                <c:pt idx="1004">
                  <c:v>7.7582532145791018E-5</c:v>
                </c:pt>
                <c:pt idx="1005">
                  <c:v>8.0819978769220593E-5</c:v>
                </c:pt>
                <c:pt idx="1006">
                  <c:v>8.4054268381264768E-5</c:v>
                </c:pt>
                <c:pt idx="1007">
                  <c:v>8.728527351397891E-5</c:v>
                </c:pt>
                <c:pt idx="1008">
                  <c:v>9.0512866829237543E-5</c:v>
                </c:pt>
                <c:pt idx="1009">
                  <c:v>9.3736921123757685E-5</c:v>
                </c:pt>
                <c:pt idx="1010">
                  <c:v>9.6957309334116888E-5</c:v>
                </c:pt>
                <c:pt idx="1011">
                  <c:v>1.001739045417656E-4</c:v>
                </c:pt>
                <c:pt idx="1012">
                  <c:v>1.033865799780334E-4</c:v>
                </c:pt>
                <c:pt idx="1013">
                  <c:v>1.0659520902912989E-4</c:v>
                </c:pt>
                <c:pt idx="1014">
                  <c:v>1.097996652411383E-4</c:v>
                </c:pt>
                <c:pt idx="1015">
                  <c:v>1.1299982232500301E-4</c:v>
                </c:pt>
                <c:pt idx="1016">
                  <c:v>1.161955541615101E-4</c:v>
                </c:pt>
                <c:pt idx="1017">
                  <c:v>1.193867348062613E-4</c:v>
                </c:pt>
                <c:pt idx="1018">
                  <c:v>1.2257323849464049E-4</c:v>
                </c:pt>
                <c:pt idx="1019">
                  <c:v>1.2575493964677269E-4</c:v>
                </c:pt>
                <c:pt idx="1020">
                  <c:v>1.2893171287247659E-4</c:v>
                </c:pt>
                <c:pt idx="1021">
                  <c:v>1.3210343297620801E-4</c:v>
                </c:pt>
                <c:pt idx="1022">
                  <c:v>1.3526997496199689E-4</c:v>
                </c:pt>
                <c:pt idx="1023">
                  <c:v>1.384312140383753E-4</c:v>
                </c:pt>
                <c:pt idx="1024">
                  <c:v>1.4158702562329739E-4</c:v>
                </c:pt>
                <c:pt idx="1025">
                  <c:v>1.447372853490509E-4</c:v>
                </c:pt>
                <c:pt idx="1026">
                  <c:v>1.4788186906715989E-4</c:v>
                </c:pt>
                <c:pt idx="1027">
                  <c:v>1.510206528532786E-4</c:v>
                </c:pt>
                <c:pt idx="1028">
                  <c:v>1.5415351301207539E-4</c:v>
                </c:pt>
                <c:pt idx="1029">
                  <c:v>1.5728032608210789E-4</c:v>
                </c:pt>
                <c:pt idx="1030">
                  <c:v>1.6040096884068861E-4</c:v>
                </c:pt>
                <c:pt idx="1031">
                  <c:v>1.63515318308741E-4</c:v>
                </c:pt>
                <c:pt idx="1032">
                  <c:v>1.6662325175564611E-4</c:v>
                </c:pt>
                <c:pt idx="1033">
                  <c:v>1.697246467040798E-4</c:v>
                </c:pt>
                <c:pt idx="1034">
                  <c:v>1.7281938093483931E-4</c:v>
                </c:pt>
                <c:pt idx="1035">
                  <c:v>1.7590733249165901E-4</c:v>
                </c:pt>
                <c:pt idx="1036">
                  <c:v>1.7898837968601639E-4</c:v>
                </c:pt>
                <c:pt idx="1037">
                  <c:v>1.8206240110192691E-4</c:v>
                </c:pt>
                <c:pt idx="1038">
                  <c:v>1.851292756007267E-4</c:v>
                </c:pt>
                <c:pt idx="1039">
                  <c:v>1.881888823258463E-4</c:v>
                </c:pt>
                <c:pt idx="1040">
                  <c:v>1.9124110070757141E-4</c:v>
                </c:pt>
                <c:pt idx="1041">
                  <c:v>1.9428581046779299E-4</c:v>
                </c:pt>
                <c:pt idx="1042">
                  <c:v>1.973228916247453E-4</c:v>
                </c:pt>
                <c:pt idx="1043">
                  <c:v>2.0035222449773179E-4</c:v>
                </c:pt>
                <c:pt idx="1044">
                  <c:v>2.0337368971183969E-4</c:v>
                </c:pt>
                <c:pt idx="1045">
                  <c:v>2.063871682026408E-4</c:v>
                </c:pt>
                <c:pt idx="1046">
                  <c:v>2.0939254122088129E-4</c:v>
                </c:pt>
                <c:pt idx="1047">
                  <c:v>2.1238969033715791E-4</c:v>
                </c:pt>
                <c:pt idx="1048">
                  <c:v>2.153784974465809E-4</c:v>
                </c:pt>
                <c:pt idx="1049">
                  <c:v>2.1835884477342541E-4</c:v>
                </c:pt>
                <c:pt idx="1050">
                  <c:v>2.213306148757683E-4</c:v>
                </c:pt>
                <c:pt idx="1051">
                  <c:v>2.2429369065011241E-4</c:v>
                </c:pt>
                <c:pt idx="1052">
                  <c:v>2.2724795533599659E-4</c:v>
                </c:pt>
                <c:pt idx="1053">
                  <c:v>2.301932925205922E-4</c:v>
                </c:pt>
                <c:pt idx="1054">
                  <c:v>2.331295861432863E-4</c:v>
                </c:pt>
                <c:pt idx="1055">
                  <c:v>2.360567205002504E-4</c:v>
                </c:pt>
                <c:pt idx="1056">
                  <c:v>2.3897458024899551E-4</c:v>
                </c:pt>
                <c:pt idx="1057">
                  <c:v>2.4188305041291251E-4</c:v>
                </c:pt>
                <c:pt idx="1058">
                  <c:v>2.4478201638579862E-4</c:v>
                </c:pt>
                <c:pt idx="1059">
                  <c:v>2.476713639363673E-4</c:v>
                </c:pt>
                <c:pt idx="1060">
                  <c:v>2.5055097921274501E-4</c:v>
                </c:pt>
                <c:pt idx="1061">
                  <c:v>2.5342074874695042E-4</c:v>
                </c:pt>
                <c:pt idx="1062">
                  <c:v>2.5628055945935933E-4</c:v>
                </c:pt>
                <c:pt idx="1063">
                  <c:v>2.5913029866315459E-4</c:v>
                </c:pt>
                <c:pt idx="1064">
                  <c:v>2.6196985406876008E-4</c:v>
                </c:pt>
                <c:pt idx="1065">
                  <c:v>2.6479911378825852E-4</c:v>
                </c:pt>
                <c:pt idx="1066">
                  <c:v>2.6761796633979339E-4</c:v>
                </c:pt>
                <c:pt idx="1067">
                  <c:v>2.7042630065195428E-4</c:v>
                </c:pt>
                <c:pt idx="1068">
                  <c:v>2.7322400606814509E-4</c:v>
                </c:pt>
                <c:pt idx="1069">
                  <c:v>2.7601097235093651E-4</c:v>
                </c:pt>
                <c:pt idx="1070">
                  <c:v>2.7878708968640252E-4</c:v>
                </c:pt>
                <c:pt idx="1071">
                  <c:v>2.8155224868843992E-4</c:v>
                </c:pt>
                <c:pt idx="1072">
                  <c:v>2.8430634040307152E-4</c:v>
                </c:pt>
                <c:pt idx="1073">
                  <c:v>2.8704925631273091E-4</c:v>
                </c:pt>
                <c:pt idx="1074">
                  <c:v>2.8978088834053021E-4</c:v>
                </c:pt>
                <c:pt idx="1075">
                  <c:v>2.9250112885450879E-4</c:v>
                </c:pt>
                <c:pt idx="1076">
                  <c:v>2.9520987067186598E-4</c:v>
                </c:pt>
                <c:pt idx="1077">
                  <c:v>2.9790700706317419E-4</c:v>
                </c:pt>
                <c:pt idx="1078">
                  <c:v>3.0059243175657409E-4</c:v>
                </c:pt>
                <c:pt idx="1079">
                  <c:v>3.0326603894195318E-4</c:v>
                </c:pt>
                <c:pt idx="1080">
                  <c:v>3.0592772327510539E-4</c:v>
                </c:pt>
                <c:pt idx="1081">
                  <c:v>3.085773798818729E-4</c:v>
                </c:pt>
                <c:pt idx="1082">
                  <c:v>3.1121490436226902E-4</c:v>
                </c:pt>
                <c:pt idx="1083">
                  <c:v>3.1384019279458191E-4</c:v>
                </c:pt>
                <c:pt idx="1084">
                  <c:v>3.1645314173946068E-4</c:v>
                </c:pt>
                <c:pt idx="1085">
                  <c:v>3.1905364824398212E-4</c:v>
                </c:pt>
                <c:pt idx="1086">
                  <c:v>3.2164160984569869E-4</c:v>
                </c:pt>
                <c:pt idx="1087">
                  <c:v>3.242169245766668E-4</c:v>
                </c:pt>
                <c:pt idx="1088">
                  <c:v>3.2677949096745541E-4</c:v>
                </c:pt>
                <c:pt idx="1089">
                  <c:v>3.2932920805113448E-4</c:v>
                </c:pt>
                <c:pt idx="1090">
                  <c:v>3.3186597536724312E-4</c:v>
                </c:pt>
                <c:pt idx="1091">
                  <c:v>3.3438969296573708E-4</c:v>
                </c:pt>
                <c:pt idx="1092">
                  <c:v>3.3690026141091608E-4</c:v>
                </c:pt>
                <c:pt idx="1093">
                  <c:v>3.3939758178532962E-4</c:v>
                </c:pt>
                <c:pt idx="1094">
                  <c:v>3.4188155569366251E-4</c:v>
                </c:pt>
                <c:pt idx="1095">
                  <c:v>3.4435208526660028E-4</c:v>
                </c:pt>
                <c:pt idx="1096">
                  <c:v>3.4680907316467241E-4</c:v>
                </c:pt>
                <c:pt idx="1097">
                  <c:v>3.4925242258207403E-4</c:v>
                </c:pt>
                <c:pt idx="1098">
                  <c:v>3.516820372504663E-4</c:v>
                </c:pt>
                <c:pt idx="1099">
                  <c:v>3.5409782144275631E-4</c:v>
                </c:pt>
              </c:numCache>
            </c:numRef>
          </c:xVal>
          <c:yVal>
            <c:numRef>
              <c:f>v2ref0_90min_v6_f1!$C$2:$C$1101</c:f>
              <c:numCache>
                <c:formatCode>General</c:formatCode>
                <c:ptCount val="1100"/>
                <c:pt idx="0">
                  <c:v>2.165229699179616E-3</c:v>
                </c:pt>
                <c:pt idx="1">
                  <c:v>2.1942542264697632E-3</c:v>
                </c:pt>
                <c:pt idx="2">
                  <c:v>2.223191484724581E-3</c:v>
                </c:pt>
                <c:pt idx="3">
                  <c:v>2.252040336773366E-3</c:v>
                </c:pt>
                <c:pt idx="4">
                  <c:v>2.2807996489259898E-3</c:v>
                </c:pt>
                <c:pt idx="5">
                  <c:v>2.309468291017731E-3</c:v>
                </c:pt>
                <c:pt idx="6">
                  <c:v>2.338045136453951E-3</c:v>
                </c:pt>
                <c:pt idx="7">
                  <c:v>2.3665290622546411E-3</c:v>
                </c:pt>
                <c:pt idx="8">
                  <c:v>2.394918949098847E-3</c:v>
                </c:pt>
                <c:pt idx="9">
                  <c:v>2.4232136813689409E-3</c:v>
                </c:pt>
                <c:pt idx="10">
                  <c:v>2.4514121471947629E-3</c:v>
                </c:pt>
                <c:pt idx="11">
                  <c:v>2.4795132384976219E-3</c:v>
                </c:pt>
                <c:pt idx="12">
                  <c:v>2.5075158510341521E-3</c:v>
                </c:pt>
                <c:pt idx="13">
                  <c:v>2.5354188844400149E-3</c:v>
                </c:pt>
                <c:pt idx="14">
                  <c:v>2.5632212422734679E-3</c:v>
                </c:pt>
                <c:pt idx="15">
                  <c:v>2.590921832058779E-3</c:v>
                </c:pt>
                <c:pt idx="16">
                  <c:v>2.6185195653294952E-3</c:v>
                </c:pt>
                <c:pt idx="17">
                  <c:v>2.646013357671566E-3</c:v>
                </c:pt>
                <c:pt idx="18">
                  <c:v>2.673402128766318E-3</c:v>
                </c:pt>
                <c:pt idx="19">
                  <c:v>2.7006848024332519E-3</c:v>
                </c:pt>
                <c:pt idx="20">
                  <c:v>2.7278603066726941E-3</c:v>
                </c:pt>
                <c:pt idx="21">
                  <c:v>2.7549275737082969E-3</c:v>
                </c:pt>
                <c:pt idx="22">
                  <c:v>2.781885540029378E-3</c:v>
                </c:pt>
                <c:pt idx="23">
                  <c:v>2.8087331464330899E-3</c:v>
                </c:pt>
                <c:pt idx="24">
                  <c:v>2.8354693380664262E-3</c:v>
                </c:pt>
                <c:pt idx="25">
                  <c:v>2.8620930644680681E-3</c:v>
                </c:pt>
                <c:pt idx="26">
                  <c:v>2.8886032796100439E-3</c:v>
                </c:pt>
                <c:pt idx="27">
                  <c:v>2.9149989419392378E-3</c:v>
                </c:pt>
                <c:pt idx="28">
                  <c:v>2.9412790144187151E-3</c:v>
                </c:pt>
                <c:pt idx="29">
                  <c:v>2.9674424645688788E-3</c:v>
                </c:pt>
                <c:pt idx="30">
                  <c:v>2.9934882645084658E-3</c:v>
                </c:pt>
                <c:pt idx="31">
                  <c:v>3.019415390995356E-3</c:v>
                </c:pt>
                <c:pt idx="32">
                  <c:v>3.0452228254672161E-3</c:v>
                </c:pt>
                <c:pt idx="33">
                  <c:v>3.070909554081961E-3</c:v>
                </c:pt>
                <c:pt idx="34">
                  <c:v>3.0964745677580178E-3</c:v>
                </c:pt>
                <c:pt idx="35">
                  <c:v>3.1219168622144198E-3</c:v>
                </c:pt>
                <c:pt idx="36">
                  <c:v>3.1472354380106971E-3</c:v>
                </c:pt>
                <c:pt idx="37">
                  <c:v>3.172429300586596E-3</c:v>
                </c:pt>
                <c:pt idx="38">
                  <c:v>3.1974974603016081E-3</c:v>
                </c:pt>
                <c:pt idx="39">
                  <c:v>3.2224389324742929E-3</c:v>
                </c:pt>
                <c:pt idx="40">
                  <c:v>3.2472527374214251E-3</c:v>
                </c:pt>
                <c:pt idx="41">
                  <c:v>3.2719379004969339E-3</c:v>
                </c:pt>
                <c:pt idx="42">
                  <c:v>3.296493452130656E-3</c:v>
                </c:pt>
                <c:pt idx="43">
                  <c:v>3.320918427866902E-3</c:v>
                </c:pt>
                <c:pt idx="44">
                  <c:v>3.3452118684028178E-3</c:v>
                </c:pt>
                <c:pt idx="45">
                  <c:v>3.3693728196265622E-3</c:v>
                </c:pt>
                <c:pt idx="46">
                  <c:v>3.393400332655261E-3</c:v>
                </c:pt>
                <c:pt idx="47">
                  <c:v>3.417293463872781E-3</c:v>
                </c:pt>
                <c:pt idx="48">
                  <c:v>3.4410512749672951E-3</c:v>
                </c:pt>
                <c:pt idx="49">
                  <c:v>3.4646728329686492E-3</c:v>
                </c:pt>
                <c:pt idx="50">
                  <c:v>3.4881572102855099E-3</c:v>
                </c:pt>
                <c:pt idx="51">
                  <c:v>3.5115034847423218E-3</c:v>
                </c:pt>
                <c:pt idx="52">
                  <c:v>3.5347107396160289E-3</c:v>
                </c:pt>
                <c:pt idx="53">
                  <c:v>3.5577780636725982E-3</c:v>
                </c:pt>
                <c:pt idx="54">
                  <c:v>3.5807045512033218E-3</c:v>
                </c:pt>
                <c:pt idx="55">
                  <c:v>3.6034893020609089E-3</c:v>
                </c:pt>
                <c:pt idx="56">
                  <c:v>3.6261314216953539E-3</c:v>
                </c:pt>
                <c:pt idx="57">
                  <c:v>3.648630021189596E-3</c:v>
                </c:pt>
                <c:pt idx="58">
                  <c:v>3.670984217294955E-3</c:v>
                </c:pt>
                <c:pt idx="59">
                  <c:v>3.693193132466369E-3</c:v>
                </c:pt>
                <c:pt idx="60">
                  <c:v>3.7152558948973851E-3</c:v>
                </c:pt>
                <c:pt idx="61">
                  <c:v>3.7371716385549438E-3</c:v>
                </c:pt>
                <c:pt idx="62">
                  <c:v>3.75893950321392E-3</c:v>
                </c:pt>
                <c:pt idx="63">
                  <c:v>3.780558634491431E-3</c:v>
                </c:pt>
                <c:pt idx="64">
                  <c:v>3.8020281838809242E-3</c:v>
                </c:pt>
                <c:pt idx="65">
                  <c:v>3.823347308786021E-3</c:v>
                </c:pt>
                <c:pt idx="66">
                  <c:v>3.844515172554127E-3</c:v>
                </c:pt>
                <c:pt idx="67">
                  <c:v>3.865530944509804E-3</c:v>
                </c:pt>
                <c:pt idx="68">
                  <c:v>3.8863937999878929E-3</c:v>
                </c:pt>
                <c:pt idx="69">
                  <c:v>3.9071029203663994E-3</c:v>
                </c:pt>
                <c:pt idx="70">
                  <c:v>3.9276574930991433E-3</c:v>
                </c:pt>
                <c:pt idx="71">
                  <c:v>3.9480567117481718E-3</c:v>
                </c:pt>
                <c:pt idx="72">
                  <c:v>3.9682997760159327E-3</c:v>
                </c:pt>
                <c:pt idx="73">
                  <c:v>3.9883858917772264E-3</c:v>
                </c:pt>
                <c:pt idx="74">
                  <c:v>4.0083142711108887E-3</c:v>
                </c:pt>
                <c:pt idx="75">
                  <c:v>4.0280841323312539E-3</c:v>
                </c:pt>
                <c:pt idx="76">
                  <c:v>4.0476947000193516E-3</c:v>
                </c:pt>
                <c:pt idx="77">
                  <c:v>4.0671452050538761E-3</c:v>
                </c:pt>
                <c:pt idx="78">
                  <c:v>4.0864348846419108E-3</c:v>
                </c:pt>
                <c:pt idx="79">
                  <c:v>4.1055629823494016E-3</c:v>
                </c:pt>
                <c:pt idx="80">
                  <c:v>4.1245287481313786E-3</c:v>
                </c:pt>
                <c:pt idx="81">
                  <c:v>4.1433314383619354E-3</c:v>
                </c:pt>
                <c:pt idx="82">
                  <c:v>4.1619703158639497E-3</c:v>
                </c:pt>
                <c:pt idx="83">
                  <c:v>4.1804446499385771E-3</c:v>
                </c:pt>
                <c:pt idx="84">
                  <c:v>4.1987537163944676E-3</c:v>
                </c:pt>
                <c:pt idx="85">
                  <c:v>4.2168967975767316E-3</c:v>
                </c:pt>
                <c:pt idx="86">
                  <c:v>4.234873182395643E-3</c:v>
                </c:pt>
                <c:pt idx="87">
                  <c:v>4.252682166355091E-3</c:v>
                </c:pt>
                <c:pt idx="88">
                  <c:v>4.2703230515807739E-3</c:v>
                </c:pt>
                <c:pt idx="89">
                  <c:v>4.2877951468481314E-3</c:v>
                </c:pt>
                <c:pt idx="90">
                  <c:v>4.3050977676100137E-3</c:v>
                </c:pt>
                <c:pt idx="91">
                  <c:v>4.3222302360240734E-3</c:v>
                </c:pt>
                <c:pt idx="92">
                  <c:v>4.3391918809798828E-3</c:v>
                </c:pt>
                <c:pt idx="93">
                  <c:v>4.3559820381257903E-3</c:v>
                </c:pt>
                <c:pt idx="94">
                  <c:v>4.3726000498954974E-3</c:v>
                </c:pt>
                <c:pt idx="95">
                  <c:v>4.3890452655343656E-3</c:v>
                </c:pt>
                <c:pt idx="96">
                  <c:v>4.4053170411254656E-3</c:v>
                </c:pt>
                <c:pt idx="97">
                  <c:v>4.4214147396153692E-3</c:v>
                </c:pt>
                <c:pt idx="98">
                  <c:v>4.4373377308396444E-3</c:v>
                </c:pt>
                <c:pt idx="99">
                  <c:v>4.453085391548095E-3</c:v>
                </c:pt>
                <c:pt idx="100">
                  <c:v>4.4686571054297127E-3</c:v>
                </c:pt>
                <c:pt idx="101">
                  <c:v>4.4840522631373458E-3</c:v>
                </c:pt>
                <c:pt idx="102">
                  <c:v>4.4992702623120979E-3</c:v>
                </c:pt>
                <c:pt idx="103">
                  <c:v>4.5143105076074514E-3</c:v>
                </c:pt>
                <c:pt idx="104">
                  <c:v>4.5291724107131091E-3</c:v>
                </c:pt>
                <c:pt idx="105">
                  <c:v>4.5438553903785596E-3</c:v>
                </c:pt>
                <c:pt idx="106">
                  <c:v>4.5583588724363629E-3</c:v>
                </c:pt>
                <c:pt idx="107">
                  <c:v>4.5726822898251524E-3</c:v>
                </c:pt>
                <c:pt idx="108">
                  <c:v>4.5868250826123667E-3</c:v>
                </c:pt>
                <c:pt idx="109">
                  <c:v>4.6007866980167008E-3</c:v>
                </c:pt>
                <c:pt idx="110">
                  <c:v>4.6145665904302616E-3</c:v>
                </c:pt>
                <c:pt idx="111">
                  <c:v>4.6281642214404577E-3</c:v>
                </c:pt>
                <c:pt idx="112">
                  <c:v>4.6415790598515836E-3</c:v>
                </c:pt>
                <c:pt idx="113">
                  <c:v>4.6548105817061491E-3</c:v>
                </c:pt>
                <c:pt idx="114">
                  <c:v>4.667858270305897E-3</c:v>
                </c:pt>
                <c:pt idx="115">
                  <c:v>4.6807216162325482E-3</c:v>
                </c:pt>
                <c:pt idx="116">
                  <c:v>4.6934001173682431E-3</c:v>
                </c:pt>
                <c:pt idx="117">
                  <c:v>4.7058932789156857E-3</c:v>
                </c:pt>
                <c:pt idx="118">
                  <c:v>4.718200613418014E-3</c:v>
                </c:pt>
                <c:pt idx="119">
                  <c:v>4.7303216407783627E-3</c:v>
                </c:pt>
                <c:pt idx="120">
                  <c:v>4.7422558882791463E-3</c:v>
                </c:pt>
                <c:pt idx="121">
                  <c:v>4.754002890601022E-3</c:v>
                </c:pt>
                <c:pt idx="122">
                  <c:v>4.7655621898415722E-3</c:v>
                </c:pt>
                <c:pt idx="123">
                  <c:v>4.7769333355336752E-3</c:v>
                </c:pt>
                <c:pt idx="124">
                  <c:v>4.7881158846635836E-3</c:v>
                </c:pt>
                <c:pt idx="125">
                  <c:v>4.7991094016887111E-3</c:v>
                </c:pt>
                <c:pt idx="126">
                  <c:v>4.8099134585550974E-3</c:v>
                </c:pt>
                <c:pt idx="127">
                  <c:v>4.8205276347145958E-3</c:v>
                </c:pt>
                <c:pt idx="128">
                  <c:v>4.8309515171417539E-3</c:v>
                </c:pt>
                <c:pt idx="129">
                  <c:v>4.8411847003503776E-3</c:v>
                </c:pt>
                <c:pt idx="130">
                  <c:v>4.8512267864097873E-3</c:v>
                </c:pt>
                <c:pt idx="131">
                  <c:v>4.861077384960757E-3</c:v>
                </c:pt>
                <c:pt idx="132">
                  <c:v>4.8707361132311489E-3</c:v>
                </c:pt>
                <c:pt idx="133">
                  <c:v>4.8802025960512389E-3</c:v>
                </c:pt>
                <c:pt idx="134">
                  <c:v>4.8894764658687258E-3</c:v>
                </c:pt>
                <c:pt idx="135">
                  <c:v>4.8985573627634343E-3</c:v>
                </c:pt>
                <c:pt idx="136">
                  <c:v>4.907444934461715E-3</c:v>
                </c:pt>
                <c:pt idx="137">
                  <c:v>4.9161388363505301E-3</c:v>
                </c:pt>
                <c:pt idx="138">
                  <c:v>4.9246387314912446E-3</c:v>
                </c:pt>
                <c:pt idx="139">
                  <c:v>4.9329442906331251E-3</c:v>
                </c:pt>
                <c:pt idx="140">
                  <c:v>4.9410551922265252E-3</c:v>
                </c:pt>
                <c:pt idx="141">
                  <c:v>4.9489711224357646E-3</c:v>
                </c:pt>
                <c:pt idx="142">
                  <c:v>4.9566917751516816E-3</c:v>
                </c:pt>
                <c:pt idx="143">
                  <c:v>4.9642168520038889E-3</c:v>
                </c:pt>
                <c:pt idx="144">
                  <c:v>4.9715460623727054E-3</c:v>
                </c:pt>
                <c:pt idx="145">
                  <c:v>4.9786791234007807E-3</c:v>
                </c:pt>
                <c:pt idx="146">
                  <c:v>4.985615760004402E-3</c:v>
                </c:pt>
                <c:pt idx="147">
                  <c:v>4.9923557048844889E-3</c:v>
                </c:pt>
                <c:pt idx="148">
                  <c:v>4.9988986985372861E-3</c:v>
                </c:pt>
                <c:pt idx="149">
                  <c:v>5.0052444892647249E-3</c:v>
                </c:pt>
                <c:pt idx="150">
                  <c:v>5.0113928331844667E-3</c:v>
                </c:pt>
                <c:pt idx="151">
                  <c:v>5.0173434942396462E-3</c:v>
                </c:pt>
                <c:pt idx="152">
                  <c:v>5.0230962442082911E-3</c:v>
                </c:pt>
                <c:pt idx="153">
                  <c:v>5.0286508627124284E-3</c:v>
                </c:pt>
                <c:pt idx="154">
                  <c:v>5.0340071372268853E-3</c:v>
                </c:pt>
                <c:pt idx="155">
                  <c:v>5.0391648630877649E-3</c:v>
                </c:pt>
                <c:pt idx="156">
                  <c:v>5.0441238435006194E-3</c:v>
                </c:pt>
                <c:pt idx="157">
                  <c:v>5.0488838895482733E-3</c:v>
                </c:pt>
                <c:pt idx="158">
                  <c:v>5.0534448201983492E-3</c:v>
                </c:pt>
                <c:pt idx="159">
                  <c:v>5.0578064623104388E-3</c:v>
                </c:pt>
                <c:pt idx="160">
                  <c:v>5.0619686506429588E-3</c:v>
                </c:pt>
                <c:pt idx="161">
                  <c:v>5.0659312278596939E-3</c:v>
                </c:pt>
                <c:pt idx="162">
                  <c:v>5.0696940445360333E-3</c:v>
                </c:pt>
                <c:pt idx="163">
                  <c:v>5.0732569591648811E-3</c:v>
                </c:pt>
                <c:pt idx="164">
                  <c:v>5.076619838162248E-3</c:v>
                </c:pt>
                <c:pt idx="165">
                  <c:v>5.0797825558725309E-3</c:v>
                </c:pt>
                <c:pt idx="166">
                  <c:v>5.0827449945734619E-3</c:v>
                </c:pt>
                <c:pt idx="167">
                  <c:v>5.0855070444807433E-3</c:v>
                </c:pt>
                <c:pt idx="168">
                  <c:v>5.0880686037523591E-3</c:v>
                </c:pt>
                <c:pt idx="169">
                  <c:v>5.0904295784925547E-3</c:v>
                </c:pt>
                <c:pt idx="170">
                  <c:v>5.0925898827554874E-3</c:v>
                </c:pt>
                <c:pt idx="171">
                  <c:v>5.0945494385485597E-3</c:v>
                </c:pt>
                <c:pt idx="172">
                  <c:v>5.0963081758354243E-3</c:v>
                </c:pt>
                <c:pt idx="173">
                  <c:v>5.0978660325386744E-3</c:v>
                </c:pt>
                <c:pt idx="174">
                  <c:v>5.099222954542201E-3</c:v>
                </c:pt>
                <c:pt idx="175">
                  <c:v>5.1003788956932219E-3</c:v>
                </c:pt>
                <c:pt idx="176">
                  <c:v>5.1013338178039803E-3</c:v>
                </c:pt>
                <c:pt idx="177">
                  <c:v>5.1020876906531223E-3</c:v>
                </c:pt>
                <c:pt idx="178">
                  <c:v>5.1026404919867589E-3</c:v>
                </c:pt>
                <c:pt idx="179">
                  <c:v>5.1029922075192004E-3</c:v>
                </c:pt>
                <c:pt idx="180">
                  <c:v>5.1031428309333514E-3</c:v>
                </c:pt>
                <c:pt idx="181">
                  <c:v>5.1030923638808014E-3</c:v>
                </c:pt>
                <c:pt idx="182">
                  <c:v>5.1028408159815818E-3</c:v>
                </c:pt>
                <c:pt idx="183">
                  <c:v>5.102388204823601E-3</c:v>
                </c:pt>
                <c:pt idx="184">
                  <c:v>5.1017345559617568E-3</c:v>
                </c:pt>
                <c:pt idx="185">
                  <c:v>5.1008799029167223E-3</c:v>
                </c:pt>
                <c:pt idx="186">
                  <c:v>5.0998242871734129E-3</c:v>
                </c:pt>
                <c:pt idx="187">
                  <c:v>5.0985677581791263E-3</c:v>
                </c:pt>
                <c:pt idx="188">
                  <c:v>5.0971103733413511E-3</c:v>
                </c:pt>
                <c:pt idx="189">
                  <c:v>5.0954521980252597E-3</c:v>
                </c:pt>
                <c:pt idx="190">
                  <c:v>5.0935933055508576E-3</c:v>
                </c:pt>
                <c:pt idx="191">
                  <c:v>5.0915337771898286E-3</c:v>
                </c:pt>
                <c:pt idx="192">
                  <c:v>5.0892737021620256E-3</c:v>
                </c:pt>
                <c:pt idx="193">
                  <c:v>5.0868131776316567E-3</c:v>
                </c:pt>
                <c:pt idx="194">
                  <c:v>5.0841523087031279E-3</c:v>
                </c:pt>
                <c:pt idx="195">
                  <c:v>5.0812912084165834E-3</c:v>
                </c:pt>
                <c:pt idx="196">
                  <c:v>5.0782299977430939E-3</c:v>
                </c:pt>
                <c:pt idx="197">
                  <c:v>5.0749688055795519E-3</c:v>
                </c:pt>
                <c:pt idx="198">
                  <c:v>5.0715077687432317E-3</c:v>
                </c:pt>
                <c:pt idx="199">
                  <c:v>5.0678470319660291E-3</c:v>
                </c:pt>
                <c:pt idx="200">
                  <c:v>5.0639867478883991E-3</c:v>
                </c:pt>
                <c:pt idx="201">
                  <c:v>5.0599270770529409E-3</c:v>
                </c:pt>
                <c:pt idx="202">
                  <c:v>5.0556681878976776E-3</c:v>
                </c:pt>
                <c:pt idx="203">
                  <c:v>5.0512102567490122E-3</c:v>
                </c:pt>
                <c:pt idx="204">
                  <c:v>5.0465534678143702E-3</c:v>
                </c:pt>
                <c:pt idx="205">
                  <c:v>5.0416980131745229E-3</c:v>
                </c:pt>
                <c:pt idx="206">
                  <c:v>5.0366440927755848E-3</c:v>
                </c:pt>
                <c:pt idx="207">
                  <c:v>5.0313919144206994E-3</c:v>
                </c:pt>
                <c:pt idx="208">
                  <c:v>5.0259416937613946E-3</c:v>
                </c:pt>
                <c:pt idx="209">
                  <c:v>5.0202936542886444E-3</c:v>
                </c:pt>
                <c:pt idx="210">
                  <c:v>5.0144480273235838E-3</c:v>
                </c:pt>
                <c:pt idx="211">
                  <c:v>5.0084050520079392E-3</c:v>
                </c:pt>
                <c:pt idx="212">
                  <c:v>5.0021649752941379E-3</c:v>
                </c:pt>
                <c:pt idx="213">
                  <c:v>4.9957280519350973E-3</c:v>
                </c:pt>
                <c:pt idx="214">
                  <c:v>4.9890945444737043E-3</c:v>
                </c:pt>
                <c:pt idx="215">
                  <c:v>4.9822647232319866E-3</c:v>
                </c:pt>
                <c:pt idx="216">
                  <c:v>4.9752388662999431E-3</c:v>
                </c:pt>
                <c:pt idx="217">
                  <c:v>4.9680172595240558E-3</c:v>
                </c:pt>
                <c:pt idx="218">
                  <c:v>4.9606001964954986E-3</c:v>
                </c:pt>
                <c:pt idx="219">
                  <c:v>4.9529879785380239E-3</c:v>
                </c:pt>
                <c:pt idx="220">
                  <c:v>4.9451809146955116E-3</c:v>
                </c:pt>
                <c:pt idx="221">
                  <c:v>4.9371793217192258E-3</c:v>
                </c:pt>
                <c:pt idx="222">
                  <c:v>4.9289835240547428E-3</c:v>
                </c:pt>
                <c:pt idx="223">
                  <c:v>4.9205938538285851E-3</c:v>
                </c:pt>
                <c:pt idx="224">
                  <c:v>4.9120106508345474E-3</c:v>
                </c:pt>
                <c:pt idx="225">
                  <c:v>4.9032342625197111E-3</c:v>
                </c:pt>
                <c:pt idx="226">
                  <c:v>4.8942650439701653E-3</c:v>
                </c:pt>
                <c:pt idx="227">
                  <c:v>4.8851033578964226E-3</c:v>
                </c:pt>
                <c:pt idx="228">
                  <c:v>4.8757495746185216E-3</c:v>
                </c:pt>
                <c:pt idx="229">
                  <c:v>4.8662040720508348E-3</c:v>
                </c:pt>
                <c:pt idx="230">
                  <c:v>4.8564672356865533E-3</c:v>
                </c:pt>
                <c:pt idx="231">
                  <c:v>4.8465394585818543E-3</c:v>
                </c:pt>
                <c:pt idx="232">
                  <c:v>4.8364211413397763E-3</c:v>
                </c:pt>
                <c:pt idx="233">
                  <c:v>4.8261126920937916E-3</c:v>
                </c:pt>
                <c:pt idx="234">
                  <c:v>4.815614526491074E-3</c:v>
                </c:pt>
                <c:pt idx="235">
                  <c:v>4.804927067675456E-3</c:v>
                </c:pt>
                <c:pt idx="236">
                  <c:v>4.7940507462700694E-3</c:v>
                </c:pt>
                <c:pt idx="237">
                  <c:v>4.7829860003596692E-3</c:v>
                </c:pt>
                <c:pt idx="238">
                  <c:v>4.7717332754726597E-3</c:v>
                </c:pt>
                <c:pt idx="239">
                  <c:v>4.7602930245627976E-3</c:v>
                </c:pt>
                <c:pt idx="240">
                  <c:v>4.7486657079906089E-3</c:v>
                </c:pt>
                <c:pt idx="241">
                  <c:v>4.7368517935044629E-3</c:v>
                </c:pt>
                <c:pt idx="242">
                  <c:v>4.7248517562213706E-3</c:v>
                </c:pt>
                <c:pt idx="243">
                  <c:v>4.7126660786074876E-3</c:v>
                </c:pt>
                <c:pt idx="244">
                  <c:v>4.7002952504583148E-3</c:v>
                </c:pt>
                <c:pt idx="245">
                  <c:v>4.6877397688785986E-3</c:v>
                </c:pt>
                <c:pt idx="246">
                  <c:v>4.6750001382619404E-3</c:v>
                </c:pt>
                <c:pt idx="247">
                  <c:v>4.6620768702700993E-3</c:v>
                </c:pt>
                <c:pt idx="248">
                  <c:v>4.6489704838120257E-3</c:v>
                </c:pt>
                <c:pt idx="249">
                  <c:v>4.6356815050225889E-3</c:v>
                </c:pt>
                <c:pt idx="250">
                  <c:v>4.6222104672410209E-3</c:v>
                </c:pt>
                <c:pt idx="251">
                  <c:v>4.6085579109890794E-3</c:v>
                </c:pt>
                <c:pt idx="252">
                  <c:v>4.594724383948934E-3</c:v>
                </c:pt>
                <c:pt idx="253">
                  <c:v>4.5807104409407579E-3</c:v>
                </c:pt>
                <c:pt idx="254">
                  <c:v>4.5665166439000328E-3</c:v>
                </c:pt>
                <c:pt idx="255">
                  <c:v>4.5521435618545601E-3</c:v>
                </c:pt>
                <c:pt idx="256">
                  <c:v>4.5375917709011828E-3</c:v>
                </c:pt>
                <c:pt idx="257">
                  <c:v>4.5228618541822202E-3</c:v>
                </c:pt>
                <c:pt idx="258">
                  <c:v>4.5079544018616106E-3</c:v>
                </c:pt>
                <c:pt idx="259">
                  <c:v>4.4928700111007804E-3</c:v>
                </c:pt>
                <c:pt idx="260">
                  <c:v>4.4776092860342072E-3</c:v>
                </c:pt>
                <c:pt idx="261">
                  <c:v>4.4621728377447489E-3</c:v>
                </c:pt>
                <c:pt idx="262">
                  <c:v>4.4465612842386586E-3</c:v>
                </c:pt>
                <c:pt idx="263">
                  <c:v>4.4307752504203482E-3</c:v>
                </c:pt>
                <c:pt idx="264">
                  <c:v>4.4148153680668616E-3</c:v>
                </c:pt>
                <c:pt idx="265">
                  <c:v>4.3986822758020818E-3</c:v>
                </c:pt>
                <c:pt idx="266">
                  <c:v>4.3823766190706458E-3</c:v>
                </c:pt>
                <c:pt idx="267">
                  <c:v>4.3658990501116123E-3</c:v>
                </c:pt>
                <c:pt idx="268">
                  <c:v>4.3492502279318494E-3</c:v>
                </c:pt>
                <c:pt idx="269">
                  <c:v>4.3324308182791432E-3</c:v>
                </c:pt>
                <c:pt idx="270">
                  <c:v>4.3154414936150401E-3</c:v>
                </c:pt>
                <c:pt idx="271">
                  <c:v>4.2982829330874316E-3</c:v>
                </c:pt>
                <c:pt idx="272">
                  <c:v>4.2809558225028717E-3</c:v>
                </c:pt>
                <c:pt idx="273">
                  <c:v>4.2634608542986051E-3</c:v>
                </c:pt>
                <c:pt idx="274">
                  <c:v>4.245798727514365E-3</c:v>
                </c:pt>
                <c:pt idx="275">
                  <c:v>4.2279701477638829E-3</c:v>
                </c:pt>
                <c:pt idx="276">
                  <c:v>4.2099758272061581E-3</c:v>
                </c:pt>
                <c:pt idx="277">
                  <c:v>4.1918164845164722E-3</c:v>
                </c:pt>
                <c:pt idx="278">
                  <c:v>4.1734928448571374E-3</c:v>
                </c:pt>
                <c:pt idx="279">
                  <c:v>4.155005639847986E-3</c:v>
                </c:pt>
                <c:pt idx="280">
                  <c:v>4.1363556075366074E-3</c:v>
                </c:pt>
                <c:pt idx="281">
                  <c:v>4.1175434923683314E-3</c:v>
                </c:pt>
                <c:pt idx="282">
                  <c:v>4.0985700451559772E-3</c:v>
                </c:pt>
                <c:pt idx="283">
                  <c:v>4.0794360230493312E-3</c:v>
                </c:pt>
                <c:pt idx="284">
                  <c:v>4.0601421895043802E-3</c:v>
                </c:pt>
                <c:pt idx="285">
                  <c:v>4.0406893142522883E-3</c:v>
                </c:pt>
                <c:pt idx="286">
                  <c:v>4.0210781732681281E-3</c:v>
                </c:pt>
                <c:pt idx="287">
                  <c:v>4.0013095487393584E-3</c:v>
                </c:pt>
                <c:pt idx="288">
                  <c:v>3.9813842290340514E-3</c:v>
                </c:pt>
                <c:pt idx="289">
                  <c:v>3.961303008668874E-3</c:v>
                </c:pt>
                <c:pt idx="290">
                  <c:v>3.941066688276821E-3</c:v>
                </c:pt>
                <c:pt idx="291">
                  <c:v>3.9206760745747029E-3</c:v>
                </c:pt>
                <c:pt idx="292">
                  <c:v>3.90013198033039E-3</c:v>
                </c:pt>
                <c:pt idx="293">
                  <c:v>3.8794352243298191E-3</c:v>
                </c:pt>
                <c:pt idx="294">
                  <c:v>3.8585866313437548E-3</c:v>
                </c:pt>
                <c:pt idx="295">
                  <c:v>3.8375870320943432E-3</c:v>
                </c:pt>
                <c:pt idx="296">
                  <c:v>3.8164372632214149E-3</c:v>
                </c:pt>
                <c:pt idx="297">
                  <c:v>3.7951381672485791E-3</c:v>
                </c:pt>
                <c:pt idx="298">
                  <c:v>3.7736905925490629E-3</c:v>
                </c:pt>
                <c:pt idx="299">
                  <c:v>3.7520953933113449E-3</c:v>
                </c:pt>
                <c:pt idx="300">
                  <c:v>3.730353429504534E-3</c:v>
                </c:pt>
                <c:pt idx="301">
                  <c:v>3.7084655668435549E-3</c:v>
                </c:pt>
                <c:pt idx="302">
                  <c:v>3.6864326767540988E-3</c:v>
                </c:pt>
                <c:pt idx="303">
                  <c:v>3.664255636337356E-3</c:v>
                </c:pt>
                <c:pt idx="304">
                  <c:v>3.641935328334526E-3</c:v>
                </c:pt>
                <c:pt idx="305">
                  <c:v>3.6194726410911141E-3</c:v>
                </c:pt>
                <c:pt idx="306">
                  <c:v>3.596868468521018E-3</c:v>
                </c:pt>
                <c:pt idx="307">
                  <c:v>3.5741237100703998E-3</c:v>
                </c:pt>
                <c:pt idx="308">
                  <c:v>3.5512392706813448E-3</c:v>
                </c:pt>
                <c:pt idx="309">
                  <c:v>3.5282160607553038E-3</c:v>
                </c:pt>
                <c:pt idx="310">
                  <c:v>3.5050549961163388E-3</c:v>
                </c:pt>
                <c:pt idx="311">
                  <c:v>3.4817569979741459E-3</c:v>
                </c:pt>
                <c:pt idx="312">
                  <c:v>3.4583229928868602E-3</c:v>
                </c:pt>
                <c:pt idx="313">
                  <c:v>3.4347539127236428E-3</c:v>
                </c:pt>
                <c:pt idx="314">
                  <c:v>3.4110506946270751E-3</c:v>
                </c:pt>
                <c:pt idx="315">
                  <c:v>3.387214280975315E-3</c:v>
                </c:pt>
                <c:pt idx="316">
                  <c:v>3.3632456193440721E-3</c:v>
                </c:pt>
                <c:pt idx="317">
                  <c:v>3.3391456624683631E-3</c:v>
                </c:pt>
                <c:pt idx="318">
                  <c:v>3.3149153682040799E-3</c:v>
                </c:pt>
                <c:pt idx="319">
                  <c:v>3.2905556994893429E-3</c:v>
                </c:pt>
                <c:pt idx="320">
                  <c:v>3.266067624305665E-3</c:v>
                </c:pt>
                <c:pt idx="321">
                  <c:v>3.241452115638907E-3</c:v>
                </c:pt>
                <c:pt idx="322">
                  <c:v>3.2167101514400222E-3</c:v>
                </c:pt>
                <c:pt idx="323">
                  <c:v>3.1918427145856171E-3</c:v>
                </c:pt>
                <c:pt idx="324">
                  <c:v>3.166850792838322E-3</c:v>
                </c:pt>
                <c:pt idx="325">
                  <c:v>3.1417353788069789E-3</c:v>
                </c:pt>
                <c:pt idx="326">
                  <c:v>3.1164974699066398E-3</c:v>
                </c:pt>
                <c:pt idx="327">
                  <c:v>3.0911380683183928E-3</c:v>
                </c:pt>
                <c:pt idx="328">
                  <c:v>3.0656581809489891E-3</c:v>
                </c:pt>
                <c:pt idx="329">
                  <c:v>3.0400588193902939E-3</c:v>
                </c:pt>
                <c:pt idx="330">
                  <c:v>3.014340999878554E-3</c:v>
                </c:pt>
                <c:pt idx="331">
                  <c:v>2.9885057432534889E-3</c:v>
                </c:pt>
                <c:pt idx="332">
                  <c:v>2.962554074917201E-3</c:v>
                </c:pt>
                <c:pt idx="333">
                  <c:v>2.9364870247929101E-3</c:v>
                </c:pt>
                <c:pt idx="334">
                  <c:v>2.91030562728352E-3</c:v>
                </c:pt>
                <c:pt idx="335">
                  <c:v>2.8840109212300031E-3</c:v>
                </c:pt>
                <c:pt idx="336">
                  <c:v>2.8576039498696272E-3</c:v>
                </c:pt>
                <c:pt idx="337">
                  <c:v>2.8310857607940069E-3</c:v>
                </c:pt>
                <c:pt idx="338">
                  <c:v>2.804457405906994E-3</c:v>
                </c:pt>
                <c:pt idx="339">
                  <c:v>2.777719941382391E-3</c:v>
                </c:pt>
                <c:pt idx="340">
                  <c:v>2.7508744276215089E-3</c:v>
                </c:pt>
                <c:pt idx="341">
                  <c:v>2.723921929210569E-3</c:v>
                </c:pt>
                <c:pt idx="342">
                  <c:v>2.6968635148779409E-3</c:v>
                </c:pt>
                <c:pt idx="343">
                  <c:v>2.6697002574512341E-3</c:v>
                </c:pt>
                <c:pt idx="344">
                  <c:v>2.642433233814231E-3</c:v>
                </c:pt>
                <c:pt idx="345">
                  <c:v>2.6150635248636798E-3</c:v>
                </c:pt>
                <c:pt idx="346">
                  <c:v>2.587592215465913E-3</c:v>
                </c:pt>
                <c:pt idx="347">
                  <c:v>2.560020394413315E-3</c:v>
                </c:pt>
                <c:pt idx="348">
                  <c:v>2.5323491543806499E-3</c:v>
                </c:pt>
                <c:pt idx="349">
                  <c:v>2.5045795918812409E-3</c:v>
                </c:pt>
                <c:pt idx="350">
                  <c:v>2.4767128072229879E-3</c:v>
                </c:pt>
                <c:pt idx="351">
                  <c:v>2.4487499044642488E-3</c:v>
                </c:pt>
                <c:pt idx="352">
                  <c:v>2.4206919913695689E-3</c:v>
                </c:pt>
                <c:pt idx="353">
                  <c:v>2.3925401793652751E-3</c:v>
                </c:pt>
                <c:pt idx="354">
                  <c:v>2.3642955834949279E-3</c:v>
                </c:pt>
                <c:pt idx="355">
                  <c:v>2.3359593223746542E-3</c:v>
                </c:pt>
                <c:pt idx="356">
                  <c:v>2.3075325181483291E-3</c:v>
                </c:pt>
                <c:pt idx="357">
                  <c:v>2.2790162964426508E-3</c:v>
                </c:pt>
                <c:pt idx="358">
                  <c:v>2.2504117863220612E-3</c:v>
                </c:pt>
                <c:pt idx="359">
                  <c:v>2.2217201202435481E-3</c:v>
                </c:pt>
                <c:pt idx="360">
                  <c:v>2.192942434011321E-3</c:v>
                </c:pt>
                <c:pt idx="361">
                  <c:v>2.1640798667313739E-3</c:v>
                </c:pt>
                <c:pt idx="362">
                  <c:v>2.1351335607659211E-3</c:v>
                </c:pt>
                <c:pt idx="363">
                  <c:v>2.106104661687723E-3</c:v>
                </c:pt>
                <c:pt idx="364">
                  <c:v>2.0769943182342922E-3</c:v>
                </c:pt>
                <c:pt idx="365">
                  <c:v>2.047803682261973E-3</c:v>
                </c:pt>
                <c:pt idx="366">
                  <c:v>2.0185339086999212E-3</c:v>
                </c:pt>
                <c:pt idx="367">
                  <c:v>1.9891861555039539E-3</c:v>
                </c:pt>
                <c:pt idx="368">
                  <c:v>1.9597615836103098E-3</c:v>
                </c:pt>
                <c:pt idx="369">
                  <c:v>1.9302613568892889E-3</c:v>
                </c:pt>
                <c:pt idx="370">
                  <c:v>1.900686642098791E-3</c:v>
                </c:pt>
                <c:pt idx="371">
                  <c:v>1.8710386088377491E-3</c:v>
                </c:pt>
                <c:pt idx="372">
                  <c:v>1.8413184294994681E-3</c:v>
                </c:pt>
                <c:pt idx="373">
                  <c:v>1.8115272792248529E-3</c:v>
                </c:pt>
                <c:pt idx="374">
                  <c:v>1.7816663358555451E-3</c:v>
                </c:pt>
                <c:pt idx="375">
                  <c:v>1.7517367798869411E-3</c:v>
                </c:pt>
                <c:pt idx="376">
                  <c:v>1.721739794421131E-3</c:v>
                </c:pt>
                <c:pt idx="377">
                  <c:v>1.6916765651197299E-3</c:v>
                </c:pt>
                <c:pt idx="378">
                  <c:v>1.66154828015662E-3</c:v>
                </c:pt>
                <c:pt idx="379">
                  <c:v>1.6313561301706081E-3</c:v>
                </c:pt>
                <c:pt idx="380">
                  <c:v>1.6011013082179941E-3</c:v>
                </c:pt>
                <c:pt idx="381">
                  <c:v>1.5707850097250451E-3</c:v>
                </c:pt>
                <c:pt idx="382">
                  <c:v>1.540408432440388E-3</c:v>
                </c:pt>
                <c:pt idx="383">
                  <c:v>1.509972776387323E-3</c:v>
                </c:pt>
                <c:pt idx="384">
                  <c:v>1.479479243816048E-3</c:v>
                </c:pt>
                <c:pt idx="385">
                  <c:v>1.448929039155821E-3</c:v>
                </c:pt>
                <c:pt idx="386">
                  <c:v>1.418323368967034E-3</c:v>
                </c:pt>
                <c:pt idx="387">
                  <c:v>1.387663441893219E-3</c:v>
                </c:pt>
                <c:pt idx="388">
                  <c:v>1.356950468612977E-3</c:v>
                </c:pt>
                <c:pt idx="389">
                  <c:v>1.3261856617918361E-3</c:v>
                </c:pt>
                <c:pt idx="390">
                  <c:v>1.2953702360340509E-3</c:v>
                </c:pt>
                <c:pt idx="391">
                  <c:v>1.264505407834326E-3</c:v>
                </c:pt>
                <c:pt idx="392">
                  <c:v>1.2335923955294841E-3</c:v>
                </c:pt>
                <c:pt idx="393">
                  <c:v>1.202632419250068E-3</c:v>
                </c:pt>
                <c:pt idx="394">
                  <c:v>1.171626700871894E-3</c:v>
                </c:pt>
                <c:pt idx="395">
                  <c:v>1.1405764639675379E-3</c:v>
                </c:pt>
                <c:pt idx="396">
                  <c:v>1.1094829337577809E-3</c:v>
                </c:pt>
                <c:pt idx="397">
                  <c:v>1.0783473370629881E-3</c:v>
                </c:pt>
                <c:pt idx="398">
                  <c:v>1.0471709022544439E-3</c:v>
                </c:pt>
                <c:pt idx="399">
                  <c:v>1.0159548592056349E-3</c:v>
                </c:pt>
                <c:pt idx="400">
                  <c:v>9.8470043924348493E-4</c:v>
                </c:pt>
                <c:pt idx="401">
                  <c:v>9.5340887509953981E-4</c:v>
                </c:pt>
                <c:pt idx="402">
                  <c:v>9.2208140086111302E-4</c:v>
                </c:pt>
                <c:pt idx="403">
                  <c:v>8.9071925192238746E-4</c:v>
                </c:pt>
                <c:pt idx="404">
                  <c:v>8.5932366493547793E-4</c:v>
                </c:pt>
                <c:pt idx="405">
                  <c:v>8.2789587776145525E-4</c:v>
                </c:pt>
                <c:pt idx="406">
                  <c:v>7.9643712942133627E-4</c:v>
                </c:pt>
                <c:pt idx="407">
                  <c:v>7.6494866004704165E-4</c:v>
                </c:pt>
                <c:pt idx="408">
                  <c:v>7.3343171083232127E-4</c:v>
                </c:pt>
                <c:pt idx="409">
                  <c:v>7.0188752398365041E-4</c:v>
                </c:pt>
                <c:pt idx="410">
                  <c:v>6.7031734267109942E-4</c:v>
                </c:pt>
                <c:pt idx="411">
                  <c:v>6.3872241097917722E-4</c:v>
                </c:pt>
                <c:pt idx="412">
                  <c:v>6.071039738576537E-4</c:v>
                </c:pt>
                <c:pt idx="413">
                  <c:v>5.7546327707235856E-4</c:v>
                </c:pt>
                <c:pt idx="414">
                  <c:v>5.4380156715595849E-4</c:v>
                </c:pt>
                <c:pt idx="415">
                  <c:v>5.1212009135871781E-4</c:v>
                </c:pt>
                <c:pt idx="416">
                  <c:v>4.8042009759923979E-4</c:v>
                </c:pt>
                <c:pt idx="417">
                  <c:v>4.4870283441519621E-4</c:v>
                </c:pt>
                <c:pt idx="418">
                  <c:v>4.1696955091404322E-4</c:v>
                </c:pt>
                <c:pt idx="419">
                  <c:v>3.8522149672372968E-4</c:v>
                </c:pt>
                <c:pt idx="420">
                  <c:v>3.5345992194339622E-4</c:v>
                </c:pt>
                <c:pt idx="421">
                  <c:v>3.2168607709406731E-4</c:v>
                </c:pt>
                <c:pt idx="422">
                  <c:v>2.8990121306933883E-4</c:v>
                </c:pt>
                <c:pt idx="423">
                  <c:v>2.5810658108606471E-4</c:v>
                </c:pt>
                <c:pt idx="424">
                  <c:v>2.2630343263504239E-4</c:v>
                </c:pt>
                <c:pt idx="425">
                  <c:v>1.944930194317011E-4</c:v>
                </c:pt>
                <c:pt idx="426">
                  <c:v>1.6267659336679209E-4</c:v>
                </c:pt>
                <c:pt idx="427">
                  <c:v>1.3085540645708509E-4</c:v>
                </c:pt>
                <c:pt idx="428">
                  <c:v>9.9030710796071272E-5</c:v>
                </c:pt>
                <c:pt idx="429">
                  <c:v>6.7203758504675857E-5</c:v>
                </c:pt>
                <c:pt idx="430">
                  <c:v>3.5375801681981622E-5</c:v>
                </c:pt>
                <c:pt idx="431">
                  <c:v>3.5480923559654141E-6</c:v>
                </c:pt>
                <c:pt idx="432">
                  <c:v>-2.827811756575014E-5</c:v>
                </c:pt>
                <c:pt idx="433">
                  <c:v>-6.0101576345128143E-5</c:v>
                </c:pt>
                <c:pt idx="434">
                  <c:v>-9.1921032462929822E-5</c:v>
                </c:pt>
                <c:pt idx="435">
                  <c:v>-1.237352346679061E-4</c:v>
                </c:pt>
                <c:pt idx="436">
                  <c:v>-1.5554293202596641E-4</c:v>
                </c:pt>
                <c:pt idx="437">
                  <c:v>-1.873428739693227E-4</c:v>
                </c:pt>
                <c:pt idx="438">
                  <c:v>-2.1913381034560661E-4</c:v>
                </c:pt>
                <c:pt idx="439">
                  <c:v>-2.5091449146695852E-4</c:v>
                </c:pt>
                <c:pt idx="440">
                  <c:v>-2.8268366815908588E-4</c:v>
                </c:pt>
                <c:pt idx="441">
                  <c:v>-3.1444009181028819E-4</c:v>
                </c:pt>
                <c:pt idx="442">
                  <c:v>-3.4618251442044851E-4</c:v>
                </c:pt>
                <c:pt idx="443">
                  <c:v>-3.7790968864998719E-4</c:v>
                </c:pt>
                <c:pt idx="444">
                  <c:v>-4.0962036786877822E-4</c:v>
                </c:pt>
                <c:pt idx="445">
                  <c:v>-4.4131330620502529E-4</c:v>
                </c:pt>
                <c:pt idx="446">
                  <c:v>-4.7298725859409732E-4</c:v>
                </c:pt>
                <c:pt idx="447">
                  <c:v>-5.046409808273179E-4</c:v>
                </c:pt>
                <c:pt idx="448">
                  <c:v>-5.3627322960071277E-4</c:v>
                </c:pt>
                <c:pt idx="449">
                  <c:v>-5.678827625637073E-4</c:v>
                </c:pt>
                <c:pt idx="450">
                  <c:v>-5.9946833836777599E-4</c:v>
                </c:pt>
                <c:pt idx="451">
                  <c:v>-6.310287167150372E-4</c:v>
                </c:pt>
                <c:pt idx="452">
                  <c:v>-6.6256265840679382E-4</c:v>
                </c:pt>
                <c:pt idx="453">
                  <c:v>-6.9406892539202185E-4</c:v>
                </c:pt>
                <c:pt idx="454">
                  <c:v>-7.2554628081579822E-4</c:v>
                </c:pt>
                <c:pt idx="455">
                  <c:v>-7.5699348906767272E-4</c:v>
                </c:pt>
                <c:pt idx="456">
                  <c:v>-7.8840931582997503E-4</c:v>
                </c:pt>
                <c:pt idx="457">
                  <c:v>-8.1979252812606064E-4</c:v>
                </c:pt>
                <c:pt idx="458">
                  <c:v>-8.5114189436849238E-4</c:v>
                </c:pt>
                <c:pt idx="459">
                  <c:v>-8.8245618440715664E-4</c:v>
                </c:pt>
                <c:pt idx="460">
                  <c:v>-9.1373416957731316E-4</c:v>
                </c:pt>
                <c:pt idx="461">
                  <c:v>-9.4497462274757335E-4</c:v>
                </c:pt>
                <c:pt idx="462">
                  <c:v>-9.7617631836781035E-4</c:v>
                </c:pt>
                <c:pt idx="463">
                  <c:v>-1.0073380325169971E-3</c:v>
                </c:pt>
                <c:pt idx="464">
                  <c:v>-1.038458542950971E-3</c:v>
                </c:pt>
                <c:pt idx="465">
                  <c:v>-1.069536629150119E-3</c:v>
                </c:pt>
                <c:pt idx="466">
                  <c:v>-1.1005710723669931E-3</c:v>
                </c:pt>
                <c:pt idx="467">
                  <c:v>-1.131560655673834E-3</c:v>
                </c:pt>
                <c:pt idx="468">
                  <c:v>-1.162504164010023E-3</c:v>
                </c:pt>
                <c:pt idx="469">
                  <c:v>-1.193400384229443E-3</c:v>
                </c:pt>
                <c:pt idx="470">
                  <c:v>-1.224248105147751E-3</c:v>
                </c:pt>
                <c:pt idx="471">
                  <c:v>-1.2550461175895699E-3</c:v>
                </c:pt>
                <c:pt idx="472">
                  <c:v>-1.2857932144355909E-3</c:v>
                </c:pt>
                <c:pt idx="473">
                  <c:v>-1.316488190669581E-3</c:v>
                </c:pt>
                <c:pt idx="474">
                  <c:v>-1.347129843425301E-3</c:v>
                </c:pt>
                <c:pt idx="475">
                  <c:v>-1.377716972033334E-3</c:v>
                </c:pt>
                <c:pt idx="476">
                  <c:v>-1.408248378067804E-3</c:v>
                </c:pt>
                <c:pt idx="477">
                  <c:v>-1.438722865393005E-3</c:v>
                </c:pt>
                <c:pt idx="478">
                  <c:v>-1.469139240209927E-3</c:v>
                </c:pt>
                <c:pt idx="479">
                  <c:v>-1.4994963111026761E-3</c:v>
                </c:pt>
                <c:pt idx="480">
                  <c:v>-1.5297928890847939E-3</c:v>
                </c:pt>
                <c:pt idx="481">
                  <c:v>-1.5600277876454719E-3</c:v>
                </c:pt>
                <c:pt idx="482">
                  <c:v>-1.590199822795655E-3</c:v>
                </c:pt>
                <c:pt idx="483">
                  <c:v>-1.6203078131140341E-3</c:v>
                </c:pt>
                <c:pt idx="484">
                  <c:v>-1.6503505797929379E-3</c:v>
                </c:pt>
                <c:pt idx="485">
                  <c:v>-1.680326946684102E-3</c:v>
                </c:pt>
                <c:pt idx="486">
                  <c:v>-1.710235740344326E-3</c:v>
                </c:pt>
                <c:pt idx="487">
                  <c:v>-1.7400757900810149E-3</c:v>
                </c:pt>
                <c:pt idx="488">
                  <c:v>-1.7698459279976021E-3</c:v>
                </c:pt>
                <c:pt idx="489">
                  <c:v>-1.7995449890388529E-3</c:v>
                </c:pt>
                <c:pt idx="490">
                  <c:v>-1.8291718110360589E-3</c:v>
                </c:pt>
                <c:pt idx="491">
                  <c:v>-1.8587252347520939E-3</c:v>
                </c:pt>
                <c:pt idx="492">
                  <c:v>-1.88820410392635E-3</c:v>
                </c:pt>
                <c:pt idx="493">
                  <c:v>-1.91760726531955E-3</c:v>
                </c:pt>
                <c:pt idx="494">
                  <c:v>-1.9469335687584269E-3</c:v>
                </c:pt>
                <c:pt idx="495">
                  <c:v>-1.9761818671802751E-3</c:v>
                </c:pt>
                <c:pt idx="496">
                  <c:v>-2.0053510166773759E-3</c:v>
                </c:pt>
                <c:pt idx="497">
                  <c:v>-2.0344398765412778E-3</c:v>
                </c:pt>
                <c:pt idx="498">
                  <c:v>-2.0634473093069428E-3</c:v>
                </c:pt>
                <c:pt idx="499">
                  <c:v>-2.092372180796762E-3</c:v>
                </c:pt>
                <c:pt idx="500">
                  <c:v>-2.1212133601644229E-3</c:v>
                </c:pt>
                <c:pt idx="501">
                  <c:v>-2.1499697199386541E-3</c:v>
                </c:pt>
                <c:pt idx="502">
                  <c:v>-2.1786401360668079E-3</c:v>
                </c:pt>
                <c:pt idx="503">
                  <c:v>-2.2072234879583221E-3</c:v>
                </c:pt>
                <c:pt idx="504">
                  <c:v>-2.235718658528018E-3</c:v>
                </c:pt>
                <c:pt idx="505">
                  <c:v>-2.264124534239275E-3</c:v>
                </c:pt>
                <c:pt idx="506">
                  <c:v>-2.2924400051470371E-3</c:v>
                </c:pt>
                <c:pt idx="507">
                  <c:v>-2.3206639649406718E-3</c:v>
                </c:pt>
                <c:pt idx="508">
                  <c:v>-2.3487953109866812E-3</c:v>
                </c:pt>
                <c:pt idx="509">
                  <c:v>-2.3768329443712701E-3</c:v>
                </c:pt>
                <c:pt idx="510">
                  <c:v>-2.4047757699427511E-3</c:v>
                </c:pt>
                <c:pt idx="511">
                  <c:v>-2.432622696353802E-3</c:v>
                </c:pt>
                <c:pt idx="512">
                  <c:v>-2.4603726361035558E-3</c:v>
                </c:pt>
                <c:pt idx="513">
                  <c:v>-2.4880245055795441E-3</c:v>
                </c:pt>
                <c:pt idx="514">
                  <c:v>-2.5155772250994679E-3</c:v>
                </c:pt>
                <c:pt idx="515">
                  <c:v>-2.5430297189528292E-3</c:v>
                </c:pt>
                <c:pt idx="516">
                  <c:v>-2.5703809154423848E-3</c:v>
                </c:pt>
                <c:pt idx="517">
                  <c:v>-2.5976297469254531E-3</c:v>
                </c:pt>
                <c:pt idx="518">
                  <c:v>-2.6247751498550348E-3</c:v>
                </c:pt>
                <c:pt idx="519">
                  <c:v>-2.6518160648207729E-3</c:v>
                </c:pt>
                <c:pt idx="520">
                  <c:v>-2.6787514365897479E-3</c:v>
                </c:pt>
                <c:pt idx="521">
                  <c:v>-2.7055802141470928E-3</c:v>
                </c:pt>
                <c:pt idx="522">
                  <c:v>-2.7323013507364441E-3</c:v>
                </c:pt>
                <c:pt idx="523">
                  <c:v>-2.7589138039002159E-3</c:v>
                </c:pt>
                <c:pt idx="524">
                  <c:v>-2.785416535519703E-3</c:v>
                </c:pt>
                <c:pt idx="525">
                  <c:v>-2.8118085118549879E-3</c:v>
                </c:pt>
                <c:pt idx="526">
                  <c:v>-2.8380887035846809E-3</c:v>
                </c:pt>
                <c:pt idx="527">
                  <c:v>-2.864256085845463E-3</c:v>
                </c:pt>
                <c:pt idx="528">
                  <c:v>-2.8903096382714619E-3</c:v>
                </c:pt>
                <c:pt idx="529">
                  <c:v>-2.9162483450334261E-3</c:v>
                </c:pt>
                <c:pt idx="530">
                  <c:v>-2.942071194877726E-3</c:v>
                </c:pt>
                <c:pt idx="531">
                  <c:v>-2.9677771811651701E-3</c:v>
                </c:pt>
                <c:pt idx="532">
                  <c:v>-2.9933653019096362E-3</c:v>
                </c:pt>
                <c:pt idx="533">
                  <c:v>-3.018834559816518E-3</c:v>
                </c:pt>
                <c:pt idx="534">
                  <c:v>-3.0441839623209809E-3</c:v>
                </c:pt>
                <c:pt idx="535">
                  <c:v>-3.0694125216260181E-3</c:v>
                </c:pt>
                <c:pt idx="536">
                  <c:v>-3.09451925474031E-3</c:v>
                </c:pt>
                <c:pt idx="537">
                  <c:v>-3.1195031835158931E-3</c:v>
                </c:pt>
                <c:pt idx="538">
                  <c:v>-3.1443633346856371E-3</c:v>
                </c:pt>
                <c:pt idx="539">
                  <c:v>-3.1690987399005232E-3</c:v>
                </c:pt>
                <c:pt idx="540">
                  <c:v>-3.1937084357667382E-3</c:v>
                </c:pt>
                <c:pt idx="541">
                  <c:v>-3.2181914638825578E-3</c:v>
                </c:pt>
                <c:pt idx="542">
                  <c:v>-3.242546870875029E-3</c:v>
                </c:pt>
                <c:pt idx="543">
                  <c:v>-3.2667737084364499E-3</c:v>
                </c:pt>
                <c:pt idx="544">
                  <c:v>-3.2908710333606462E-3</c:v>
                </c:pt>
                <c:pt idx="545">
                  <c:v>-3.3148379075790351E-3</c:v>
                </c:pt>
                <c:pt idx="546">
                  <c:v>-3.338673398196477E-3</c:v>
                </c:pt>
                <c:pt idx="547">
                  <c:v>-3.362376577526928E-3</c:v>
                </c:pt>
                <c:pt idx="548">
                  <c:v>-3.3859465231288921E-3</c:v>
                </c:pt>
                <c:pt idx="549">
                  <c:v>-3.4093823178406781E-3</c:v>
                </c:pt>
                <c:pt idx="550">
                  <c:v>-3.4326830498154419E-3</c:v>
                </c:pt>
                <c:pt idx="551">
                  <c:v>-3.4558478125560192E-3</c:v>
                </c:pt>
                <c:pt idx="552">
                  <c:v>-3.4788757049495581E-3</c:v>
                </c:pt>
                <c:pt idx="553">
                  <c:v>-3.501765831301937E-3</c:v>
                </c:pt>
                <c:pt idx="554">
                  <c:v>-3.524517301371979E-3</c:v>
                </c:pt>
                <c:pt idx="555">
                  <c:v>-3.5471292304054482E-3</c:v>
                </c:pt>
                <c:pt idx="556">
                  <c:v>-3.5696007391688399E-3</c:v>
                </c:pt>
                <c:pt idx="557">
                  <c:v>-3.591930953982947E-3</c:v>
                </c:pt>
                <c:pt idx="558">
                  <c:v>-3.6141190067562E-3</c:v>
                </c:pt>
                <c:pt idx="559">
                  <c:v>-3.6361640350177971E-3</c:v>
                </c:pt>
                <c:pt idx="560">
                  <c:v>-3.658065181950592E-3</c:v>
                </c:pt>
                <c:pt idx="561">
                  <c:v>-3.679821596423783E-3</c:v>
                </c:pt>
                <c:pt idx="562">
                  <c:v>-3.7014324330253631E-3</c:v>
                </c:pt>
                <c:pt idx="563">
                  <c:v>-3.7228968520943511E-3</c:v>
                </c:pt>
                <c:pt idx="564">
                  <c:v>-3.7442140197528032E-3</c:v>
                </c:pt>
                <c:pt idx="565">
                  <c:v>-3.7653831079375978E-3</c:v>
                </c:pt>
                <c:pt idx="566">
                  <c:v>-3.7864032944319929E-3</c:v>
                </c:pt>
                <c:pt idx="567">
                  <c:v>-3.8072737628969638E-3</c:v>
                </c:pt>
                <c:pt idx="568">
                  <c:v>-3.8279937029022959E-3</c:v>
                </c:pt>
                <c:pt idx="569">
                  <c:v>-3.8485623099574571E-3</c:v>
                </c:pt>
                <c:pt idx="570">
                  <c:v>-3.8689787855422258E-3</c:v>
                </c:pt>
                <c:pt idx="571">
                  <c:v>-3.8892423371370988E-3</c:v>
                </c:pt>
                <c:pt idx="572">
                  <c:v>-3.9093521782534359E-3</c:v>
                </c:pt>
                <c:pt idx="573">
                  <c:v>-3.929307528463385E-3</c:v>
                </c:pt>
                <c:pt idx="574">
                  <c:v>-3.9491076134295601E-3</c:v>
                </c:pt>
                <c:pt idx="575">
                  <c:v>-3.9687516649345002E-3</c:v>
                </c:pt>
                <c:pt idx="576">
                  <c:v>-3.9882389209098812E-3</c:v>
                </c:pt>
                <c:pt idx="577">
                  <c:v>-4.0075686254654984E-3</c:v>
                </c:pt>
                <c:pt idx="578">
                  <c:v>-4.0267400289180043E-3</c:v>
                </c:pt>
                <c:pt idx="579">
                  <c:v>-4.0457523878194178E-3</c:v>
                </c:pt>
                <c:pt idx="580">
                  <c:v>-4.0646049649853671E-3</c:v>
                </c:pt>
                <c:pt idx="581">
                  <c:v>-4.0832970295230971E-3</c:v>
                </c:pt>
                <c:pt idx="582">
                  <c:v>-4.1018278568592309E-3</c:v>
                </c:pt>
                <c:pt idx="583">
                  <c:v>-4.1201967287672709E-3</c:v>
                </c:pt>
                <c:pt idx="584">
                  <c:v>-4.1384029333948703E-3</c:v>
                </c:pt>
                <c:pt idx="585">
                  <c:v>-4.1564457652908584E-3</c:v>
                </c:pt>
                <c:pt idx="586">
                  <c:v>-4.1743245254320252E-3</c:v>
                </c:pt>
                <c:pt idx="587">
                  <c:v>-4.1920385212496549E-3</c:v>
                </c:pt>
                <c:pt idx="588">
                  <c:v>-4.2095870666558188E-3</c:v>
                </c:pt>
                <c:pt idx="589">
                  <c:v>-4.2269694820694231E-3</c:v>
                </c:pt>
                <c:pt idx="590">
                  <c:v>-4.2441850944420177E-3</c:v>
                </c:pt>
                <c:pt idx="591">
                  <c:v>-4.2612332372833446E-3</c:v>
                </c:pt>
                <c:pt idx="592">
                  <c:v>-4.2781132506866503E-3</c:v>
                </c:pt>
                <c:pt idx="593">
                  <c:v>-4.2948244813537208E-3</c:v>
                </c:pt>
                <c:pt idx="594">
                  <c:v>-4.3113662826196721E-3</c:v>
                </c:pt>
                <c:pt idx="595">
                  <c:v>-4.3277380144774759E-3</c:v>
                </c:pt>
                <c:pt idx="596">
                  <c:v>-4.3439390436022449E-3</c:v>
                </c:pt>
                <c:pt idx="597">
                  <c:v>-4.3599687433752499E-3</c:v>
                </c:pt>
                <c:pt idx="598">
                  <c:v>-4.3758264939076771E-3</c:v>
                </c:pt>
                <c:pt idx="599">
                  <c:v>-4.391511682064116E-3</c:v>
                </c:pt>
                <c:pt idx="600">
                  <c:v>-4.4070237014857917E-3</c:v>
                </c:pt>
                <c:pt idx="601">
                  <c:v>-4.4223619526135493E-3</c:v>
                </c:pt>
                <c:pt idx="602">
                  <c:v>-4.437525842710557E-3</c:v>
                </c:pt>
                <c:pt idx="603">
                  <c:v>-4.4525147858847603E-3</c:v>
                </c:pt>
                <c:pt idx="604">
                  <c:v>-4.4673282031110501E-3</c:v>
                </c:pt>
                <c:pt idx="605">
                  <c:v>-4.4819655222531731E-3</c:v>
                </c:pt>
                <c:pt idx="606">
                  <c:v>-4.4964261780853672E-3</c:v>
                </c:pt>
                <c:pt idx="607">
                  <c:v>-4.5107096123137404E-3</c:v>
                </c:pt>
                <c:pt idx="608">
                  <c:v>-4.5248152735973624E-3</c:v>
                </c:pt>
                <c:pt idx="609">
                  <c:v>-4.5387426175690897E-3</c:v>
                </c:pt>
                <c:pt idx="610">
                  <c:v>-4.5524911068561104E-3</c:v>
                </c:pt>
                <c:pt idx="611">
                  <c:v>-4.5660602111002079E-3</c:v>
                </c:pt>
                <c:pt idx="612">
                  <c:v>-4.5794494069777633E-3</c:v>
                </c:pt>
                <c:pt idx="613">
                  <c:v>-4.5926581782194543E-3</c:v>
                </c:pt>
                <c:pt idx="614">
                  <c:v>-4.6056860156296984E-3</c:v>
                </c:pt>
                <c:pt idx="615">
                  <c:v>-4.6185324171058072E-3</c:v>
                </c:pt>
                <c:pt idx="616">
                  <c:v>-4.6311968876568696E-3</c:v>
                </c:pt>
                <c:pt idx="617">
                  <c:v>-4.6436789394223481E-3</c:v>
                </c:pt>
                <c:pt idx="618">
                  <c:v>-4.6559780916904129E-3</c:v>
                </c:pt>
                <c:pt idx="619">
                  <c:v>-4.6680938709160172E-3</c:v>
                </c:pt>
                <c:pt idx="620">
                  <c:v>-4.6800258107386984E-3</c:v>
                </c:pt>
                <c:pt idx="621">
                  <c:v>-4.6917734520001064E-3</c:v>
                </c:pt>
                <c:pt idx="622">
                  <c:v>-4.7033363427612836E-3</c:v>
                </c:pt>
                <c:pt idx="623">
                  <c:v>-4.7147140383196392E-3</c:v>
                </c:pt>
                <c:pt idx="624">
                  <c:v>-4.7259061012256669E-3</c:v>
                </c:pt>
                <c:pt idx="625">
                  <c:v>-4.7369121012993936E-3</c:v>
                </c:pt>
                <c:pt idx="626">
                  <c:v>-4.7477316156465449E-3</c:v>
                </c:pt>
                <c:pt idx="627">
                  <c:v>-4.7583642286744346E-3</c:v>
                </c:pt>
                <c:pt idx="628">
                  <c:v>-4.7688095321075938E-3</c:v>
                </c:pt>
                <c:pt idx="629">
                  <c:v>-4.7790671250030874E-3</c:v>
                </c:pt>
                <c:pt idx="630">
                  <c:v>-4.7891366137655707E-3</c:v>
                </c:pt>
                <c:pt idx="631">
                  <c:v>-4.799017612162065E-3</c:v>
                </c:pt>
                <c:pt idx="632">
                  <c:v>-4.8087097413364458E-3</c:v>
                </c:pt>
                <c:pt idx="633">
                  <c:v>-4.8182126298236547E-3</c:v>
                </c:pt>
                <c:pt idx="634">
                  <c:v>-4.8275259135636276E-3</c:v>
                </c:pt>
                <c:pt idx="635">
                  <c:v>-4.8366492359149414E-3</c:v>
                </c:pt>
                <c:pt idx="636">
                  <c:v>-4.8455822476681648E-3</c:v>
                </c:pt>
                <c:pt idx="637">
                  <c:v>-4.8543246070589709E-3</c:v>
                </c:pt>
                <c:pt idx="638">
                  <c:v>-4.8628759797809187E-3</c:v>
                </c:pt>
                <c:pt idx="639">
                  <c:v>-4.871236038997976E-3</c:v>
                </c:pt>
                <c:pt idx="640">
                  <c:v>-4.8794044653567414E-3</c:v>
                </c:pt>
                <c:pt idx="641">
                  <c:v>-4.887380946998394E-3</c:v>
                </c:pt>
                <c:pt idx="642">
                  <c:v>-4.8951651795703377E-3</c:v>
                </c:pt>
                <c:pt idx="643">
                  <c:v>-4.9027568662375724E-3</c:v>
                </c:pt>
                <c:pt idx="644">
                  <c:v>-4.9101557176937788E-3</c:v>
                </c:pt>
                <c:pt idx="645">
                  <c:v>-4.9173614521721056E-3</c:v>
                </c:pt>
                <c:pt idx="646">
                  <c:v>-4.9243737954556928E-3</c:v>
                </c:pt>
                <c:pt idx="647">
                  <c:v>-4.9311924808879042E-3</c:v>
                </c:pt>
                <c:pt idx="648">
                  <c:v>-4.9378172493822776E-3</c:v>
                </c:pt>
                <c:pt idx="649">
                  <c:v>-4.9442478494321979E-3</c:v>
                </c:pt>
                <c:pt idx="650">
                  <c:v>-4.950484037120245E-3</c:v>
                </c:pt>
                <c:pt idx="651">
                  <c:v>-4.9565255761272664E-3</c:v>
                </c:pt>
                <c:pt idx="652">
                  <c:v>-4.9623722377411328E-3</c:v>
                </c:pt>
                <c:pt idx="653">
                  <c:v>-4.9680238008652077E-3</c:v>
                </c:pt>
                <c:pt idx="654">
                  <c:v>-4.9734800520265044E-3</c:v>
                </c:pt>
                <c:pt idx="655">
                  <c:v>-4.9787407853835626E-3</c:v>
                </c:pt>
                <c:pt idx="656">
                  <c:v>-4.9838058027340294E-3</c:v>
                </c:pt>
                <c:pt idx="657">
                  <c:v>-4.9886749135219371E-3</c:v>
                </c:pt>
                <c:pt idx="658">
                  <c:v>-4.9933479348447029E-3</c:v>
                </c:pt>
                <c:pt idx="659">
                  <c:v>-4.9978246914598344E-3</c:v>
                </c:pt>
                <c:pt idx="660">
                  <c:v>-5.0021050157913393E-3</c:v>
                </c:pt>
                <c:pt idx="661">
                  <c:v>-5.0061887479358573E-3</c:v>
                </c:pt>
                <c:pt idx="662">
                  <c:v>-5.0100757356684716E-3</c:v>
                </c:pt>
                <c:pt idx="663">
                  <c:v>-5.0137658344482309E-3</c:v>
                </c:pt>
                <c:pt idx="664">
                  <c:v>-5.0172589074233692E-3</c:v>
                </c:pt>
                <c:pt idx="665">
                  <c:v>-5.0205548254362367E-3</c:v>
                </c:pt>
                <c:pt idx="666">
                  <c:v>-5.0236534670279167E-3</c:v>
                </c:pt>
                <c:pt idx="667">
                  <c:v>-5.0265547184425458E-3</c:v>
                </c:pt>
                <c:pt idx="668">
                  <c:v>-5.0292584736313277E-3</c:v>
                </c:pt>
                <c:pt idx="669">
                  <c:v>-5.0317646342562614E-3</c:v>
                </c:pt>
                <c:pt idx="670">
                  <c:v>-5.0340731096935728E-3</c:v>
                </c:pt>
                <c:pt idx="671">
                  <c:v>-5.0361838170368519E-3</c:v>
                </c:pt>
                <c:pt idx="672">
                  <c:v>-5.0380966810998733E-3</c:v>
                </c:pt>
                <c:pt idx="673">
                  <c:v>-5.0398116344191283E-3</c:v>
                </c:pt>
                <c:pt idx="674">
                  <c:v>-5.0413286172560703E-3</c:v>
                </c:pt>
                <c:pt idx="675">
                  <c:v>-5.0426475775990709E-3</c:v>
                </c:pt>
                <c:pt idx="676">
                  <c:v>-5.0437684711650858E-3</c:v>
                </c:pt>
                <c:pt idx="677">
                  <c:v>-5.0446912614010176E-3</c:v>
                </c:pt>
                <c:pt idx="678">
                  <c:v>-5.045415919484814E-3</c:v>
                </c:pt>
                <c:pt idx="679">
                  <c:v>-5.0459424243262342E-3</c:v>
                </c:pt>
                <c:pt idx="680">
                  <c:v>-5.0462707625673446E-3</c:v>
                </c:pt>
                <c:pt idx="681">
                  <c:v>-5.0464009285827137E-3</c:v>
                </c:pt>
                <c:pt idx="682">
                  <c:v>-5.0463329244792906E-3</c:v>
                </c:pt>
                <c:pt idx="683">
                  <c:v>-5.0460667600960322E-3</c:v>
                </c:pt>
                <c:pt idx="684">
                  <c:v>-5.0456024530032006E-3</c:v>
                </c:pt>
                <c:pt idx="685">
                  <c:v>-5.0449400285013891E-3</c:v>
                </c:pt>
                <c:pt idx="686">
                  <c:v>-5.0440795196202391E-3</c:v>
                </c:pt>
                <c:pt idx="687">
                  <c:v>-5.0430209671168862E-3</c:v>
                </c:pt>
                <c:pt idx="688">
                  <c:v>-5.0417644194741106E-3</c:v>
                </c:pt>
                <c:pt idx="689">
                  <c:v>-5.0403099328981994E-3</c:v>
                </c:pt>
                <c:pt idx="690">
                  <c:v>-5.0386575713165134E-3</c:v>
                </c:pt>
                <c:pt idx="691">
                  <c:v>-5.0368074063747506E-3</c:v>
                </c:pt>
                <c:pt idx="692">
                  <c:v>-5.0347595174339444E-3</c:v>
                </c:pt>
                <c:pt idx="693">
                  <c:v>-5.032513991567138E-3</c:v>
                </c:pt>
                <c:pt idx="694">
                  <c:v>-5.0300709235558006E-3</c:v>
                </c:pt>
                <c:pt idx="695">
                  <c:v>-5.0274304158859258E-3</c:v>
                </c:pt>
                <c:pt idx="696">
                  <c:v>-5.024592578743845E-3</c:v>
                </c:pt>
                <c:pt idx="697">
                  <c:v>-5.0215575300117353E-3</c:v>
                </c:pt>
                <c:pt idx="698">
                  <c:v>-5.0183253952628421E-3</c:v>
                </c:pt>
                <c:pt idx="699">
                  <c:v>-5.0148963077563903E-3</c:v>
                </c:pt>
                <c:pt idx="700">
                  <c:v>-5.0112704084322003E-3</c:v>
                </c:pt>
                <c:pt idx="701">
                  <c:v>-5.0074478459050031E-3</c:v>
                </c:pt>
                <c:pt idx="702">
                  <c:v>-5.003428776458459E-3</c:v>
                </c:pt>
                <c:pt idx="703">
                  <c:v>-4.999213364038896E-3</c:v>
                </c:pt>
                <c:pt idx="704">
                  <c:v>-4.9948017802487641E-3</c:v>
                </c:pt>
                <c:pt idx="705">
                  <c:v>-4.9901942043397906E-3</c:v>
                </c:pt>
                <c:pt idx="706">
                  <c:v>-4.985390823205837E-3</c:v>
                </c:pt>
                <c:pt idx="707">
                  <c:v>-4.9803918313754336E-3</c:v>
                </c:pt>
                <c:pt idx="708">
                  <c:v>-4.9751974310040534E-3</c:v>
                </c:pt>
                <c:pt idx="709">
                  <c:v>-4.969807831866054E-3</c:v>
                </c:pt>
                <c:pt idx="710">
                  <c:v>-4.9642232513463823E-3</c:v>
                </c:pt>
                <c:pt idx="711">
                  <c:v>-4.958443914431951E-3</c:v>
                </c:pt>
                <c:pt idx="712">
                  <c:v>-4.9524700537027424E-3</c:v>
                </c:pt>
                <c:pt idx="713">
                  <c:v>-4.9463019093226087E-3</c:v>
                </c:pt>
                <c:pt idx="714">
                  <c:v>-4.9399397290297896E-3</c:v>
                </c:pt>
                <c:pt idx="715">
                  <c:v>-4.9333837681271517E-3</c:v>
                </c:pt>
                <c:pt idx="716">
                  <c:v>-4.9266342894721494E-3</c:v>
                </c:pt>
                <c:pt idx="717">
                  <c:v>-4.9196915634664839E-3</c:v>
                </c:pt>
                <c:pt idx="718">
                  <c:v>-4.9125558680454904E-3</c:v>
                </c:pt>
                <c:pt idx="719">
                  <c:v>-4.9052274886672367E-3</c:v>
                </c:pt>
                <c:pt idx="720">
                  <c:v>-4.8977067183013359E-3</c:v>
                </c:pt>
                <c:pt idx="721">
                  <c:v>-4.8899938574174543E-3</c:v>
                </c:pt>
                <c:pt idx="722">
                  <c:v>-4.8820892139735386E-3</c:v>
                </c:pt>
                <c:pt idx="723">
                  <c:v>-4.8739931034037752E-3</c:v>
                </c:pt>
                <c:pt idx="724">
                  <c:v>-4.8657058486062396E-3</c:v>
                </c:pt>
                <c:pt idx="725">
                  <c:v>-4.8572277799302918E-3</c:v>
                </c:pt>
                <c:pt idx="726">
                  <c:v>-4.8485592351636773E-3</c:v>
                </c:pt>
                <c:pt idx="727">
                  <c:v>-4.8397005595193559E-3</c:v>
                </c:pt>
                <c:pt idx="728">
                  <c:v>-4.8306521056220644E-3</c:v>
                </c:pt>
                <c:pt idx="729">
                  <c:v>-4.8214142334945869E-3</c:v>
                </c:pt>
                <c:pt idx="730">
                  <c:v>-4.8119873105437576E-3</c:v>
                </c:pt>
                <c:pt idx="731">
                  <c:v>-4.8023717115461637E-3</c:v>
                </c:pt>
                <c:pt idx="732">
                  <c:v>-4.7925678186335743E-3</c:v>
                </c:pt>
                <c:pt idx="733">
                  <c:v>-4.7825760212780819E-3</c:v>
                </c:pt>
                <c:pt idx="734">
                  <c:v>-4.7723967162769587E-3</c:v>
                </c:pt>
                <c:pt idx="735">
                  <c:v>-4.7620303077372554E-3</c:v>
                </c:pt>
                <c:pt idx="736">
                  <c:v>-4.7514772070601091E-3</c:v>
                </c:pt>
                <c:pt idx="737">
                  <c:v>-4.7407378329248004E-3</c:v>
                </c:pt>
                <c:pt idx="738">
                  <c:v>-4.7298126112725099E-3</c:v>
                </c:pt>
                <c:pt idx="739">
                  <c:v>-4.7187019752898216E-3</c:v>
                </c:pt>
                <c:pt idx="740">
                  <c:v>-4.7074063653919172E-3</c:v>
                </c:pt>
                <c:pt idx="741">
                  <c:v>-4.6959262292055144E-3</c:v>
                </c:pt>
                <c:pt idx="742">
                  <c:v>-4.6842620215515156E-3</c:v>
                </c:pt>
                <c:pt idx="743">
                  <c:v>-4.6724142044274018E-3</c:v>
                </c:pt>
                <c:pt idx="744">
                  <c:v>-4.6603832469893367E-3</c:v>
                </c:pt>
                <c:pt idx="745">
                  <c:v>-4.6481696255339993E-3</c:v>
                </c:pt>
                <c:pt idx="746">
                  <c:v>-4.635773823480141E-3</c:v>
                </c:pt>
                <c:pt idx="747">
                  <c:v>-4.6231963313498672E-3</c:v>
                </c:pt>
                <c:pt idx="748">
                  <c:v>-4.6104376467496506E-3</c:v>
                </c:pt>
                <c:pt idx="749">
                  <c:v>-4.5974982743510681E-3</c:v>
                </c:pt>
                <c:pt idx="750">
                  <c:v>-4.5843787258712564E-3</c:v>
                </c:pt>
                <c:pt idx="751">
                  <c:v>-4.5710795200530939E-3</c:v>
                </c:pt>
                <c:pt idx="752">
                  <c:v>-4.5576011826451244E-3</c:v>
                </c:pt>
                <c:pt idx="753">
                  <c:v>-4.5439442463811944E-3</c:v>
                </c:pt>
                <c:pt idx="754">
                  <c:v>-4.5301092509598267E-3</c:v>
                </c:pt>
                <c:pt idx="755">
                  <c:v>-4.5160967430233172E-3</c:v>
                </c:pt>
                <c:pt idx="756">
                  <c:v>-4.5019072761365627E-3</c:v>
                </c:pt>
                <c:pt idx="757">
                  <c:v>-4.487541410765624E-3</c:v>
                </c:pt>
                <c:pt idx="758">
                  <c:v>-4.4729997142560146E-3</c:v>
                </c:pt>
                <c:pt idx="759">
                  <c:v>-4.4582827608107174E-3</c:v>
                </c:pt>
                <c:pt idx="760">
                  <c:v>-4.4433911314679499E-3</c:v>
                </c:pt>
                <c:pt idx="761">
                  <c:v>-4.4283254140786788E-3</c:v>
                </c:pt>
                <c:pt idx="762">
                  <c:v>-4.4130862032838716E-3</c:v>
                </c:pt>
                <c:pt idx="763">
                  <c:v>-4.3976741004914909E-3</c:v>
                </c:pt>
                <c:pt idx="764">
                  <c:v>-4.3820897138532331E-3</c:v>
                </c:pt>
                <c:pt idx="765">
                  <c:v>-4.3663336582410086E-3</c:v>
                </c:pt>
                <c:pt idx="766">
                  <c:v>-4.3504065552231906E-3</c:v>
                </c:pt>
                <c:pt idx="767">
                  <c:v>-4.3343090330405804E-3</c:v>
                </c:pt>
                <c:pt idx="768">
                  <c:v>-4.3180417265821294E-3</c:v>
                </c:pt>
                <c:pt idx="769">
                  <c:v>-4.3016052773603907E-3</c:v>
                </c:pt>
                <c:pt idx="770">
                  <c:v>-4.2850003334867189E-3</c:v>
                </c:pt>
                <c:pt idx="771">
                  <c:v>-4.2682275496462073E-3</c:v>
                </c:pt>
                <c:pt idx="772">
                  <c:v>-4.2512875870723771E-3</c:v>
                </c:pt>
                <c:pt idx="773">
                  <c:v>-4.2341811135216184E-3</c:v>
                </c:pt>
                <c:pt idx="774">
                  <c:v>-4.2169088032473732E-3</c:v>
                </c:pt>
                <c:pt idx="775">
                  <c:v>-4.1994713369740821E-3</c:v>
                </c:pt>
                <c:pt idx="776">
                  <c:v>-4.1818694018708842E-3</c:v>
                </c:pt>
                <c:pt idx="777">
                  <c:v>-4.1641036915250488E-3</c:v>
                </c:pt>
                <c:pt idx="778">
                  <c:v>-4.1461749059151743E-3</c:v>
                </c:pt>
                <c:pt idx="779">
                  <c:v>-4.1280837513841297E-3</c:v>
                </c:pt>
                <c:pt idx="780">
                  <c:v>-4.1098309406117622E-3</c:v>
                </c:pt>
                <c:pt idx="781">
                  <c:v>-4.0914171925873627E-3</c:v>
                </c:pt>
                <c:pt idx="782">
                  <c:v>-4.0728432325818943E-3</c:v>
                </c:pt>
                <c:pt idx="783">
                  <c:v>-4.0541097921199696E-3</c:v>
                </c:pt>
                <c:pt idx="784">
                  <c:v>-4.0352176089516016E-3</c:v>
                </c:pt>
                <c:pt idx="785">
                  <c:v>-4.0161674270236926E-3</c:v>
                </c:pt>
                <c:pt idx="786">
                  <c:v>-3.9969599964513203E-3</c:v>
                </c:pt>
                <c:pt idx="787">
                  <c:v>-3.9775960734887723E-3</c:v>
                </c:pt>
                <c:pt idx="788">
                  <c:v>-3.9580764205003408E-3</c:v>
                </c:pt>
                <c:pt idx="789">
                  <c:v>-3.9384018059308761E-3</c:v>
                </c:pt>
                <c:pt idx="790">
                  <c:v>-3.9185730042761184E-3</c:v>
                </c:pt>
                <c:pt idx="791">
                  <c:v>-3.8985907960527922E-3</c:v>
                </c:pt>
                <c:pt idx="792">
                  <c:v>-3.878455967768462E-3</c:v>
                </c:pt>
                <c:pt idx="793">
                  <c:v>-3.8581693118911499E-3</c:v>
                </c:pt>
                <c:pt idx="794">
                  <c:v>-3.8377316268187259E-3</c:v>
                </c:pt>
                <c:pt idx="795">
                  <c:v>-3.817143716848069E-3</c:v>
                </c:pt>
                <c:pt idx="796">
                  <c:v>-3.7964063921439879E-3</c:v>
                </c:pt>
                <c:pt idx="797">
                  <c:v>-3.7755204687079181E-3</c:v>
                </c:pt>
                <c:pt idx="798">
                  <c:v>-3.7544867683463809E-3</c:v>
                </c:pt>
                <c:pt idx="799">
                  <c:v>-3.7333061186392161E-3</c:v>
                </c:pt>
                <c:pt idx="800">
                  <c:v>-3.7119793529075832E-3</c:v>
                </c:pt>
                <c:pt idx="801">
                  <c:v>-3.6905073101817418E-3</c:v>
                </c:pt>
                <c:pt idx="802">
                  <c:v>-3.6688908351686141E-3</c:v>
                </c:pt>
                <c:pt idx="803">
                  <c:v>-3.64713077821912E-3</c:v>
                </c:pt>
                <c:pt idx="804">
                  <c:v>-3.625227995295298E-3</c:v>
                </c:pt>
                <c:pt idx="805">
                  <c:v>-3.6031833479371902E-3</c:v>
                </c:pt>
                <c:pt idx="806">
                  <c:v>-3.5809977032295001E-3</c:v>
                </c:pt>
                <c:pt idx="807">
                  <c:v>-3.5586719337680249E-3</c:v>
                </c:pt>
                <c:pt idx="808">
                  <c:v>-3.5362069176258859E-3</c:v>
                </c:pt>
                <c:pt idx="809">
                  <c:v>-3.5136035383195301E-3</c:v>
                </c:pt>
                <c:pt idx="810">
                  <c:v>-3.49086268477452E-3</c:v>
                </c:pt>
                <c:pt idx="811">
                  <c:v>-3.467985251291131E-3</c:v>
                </c:pt>
                <c:pt idx="812">
                  <c:v>-3.4449721375097281E-3</c:v>
                </c:pt>
                <c:pt idx="813">
                  <c:v>-3.421824248375943E-3</c:v>
                </c:pt>
                <c:pt idx="814">
                  <c:v>-3.3985424941056432E-3</c:v>
                </c:pt>
                <c:pt idx="815">
                  <c:v>-3.3751277901496639E-3</c:v>
                </c:pt>
                <c:pt idx="816">
                  <c:v>-3.351581057158362E-3</c:v>
                </c:pt>
                <c:pt idx="817">
                  <c:v>-3.327903220945957E-3</c:v>
                </c:pt>
                <c:pt idx="818">
                  <c:v>-3.3040952124546771E-3</c:v>
                </c:pt>
                <c:pt idx="819">
                  <c:v>-3.280157967718723E-3</c:v>
                </c:pt>
                <c:pt idx="820">
                  <c:v>-3.2560924278280312E-3</c:v>
                </c:pt>
                <c:pt idx="821">
                  <c:v>-3.2318995388918542E-3</c:v>
                </c:pt>
                <c:pt idx="822">
                  <c:v>-3.2075802520021468E-3</c:v>
                </c:pt>
                <c:pt idx="823">
                  <c:v>-3.183135523196743E-3</c:v>
                </c:pt>
                <c:pt idx="824">
                  <c:v>-3.1585663134223452E-3</c:v>
                </c:pt>
                <c:pt idx="825">
                  <c:v>-3.1338735884973079E-3</c:v>
                </c:pt>
                <c:pt idx="826">
                  <c:v>-3.109058319074248E-3</c:v>
                </c:pt>
                <c:pt idx="827">
                  <c:v>-3.0841214806024389E-3</c:v>
                </c:pt>
                <c:pt idx="828">
                  <c:v>-3.059064053290054E-3</c:v>
                </c:pt>
                <c:pt idx="829">
                  <c:v>-3.0338870220661899E-3</c:v>
                </c:pt>
                <c:pt idx="830">
                  <c:v>-3.0085913765427342E-3</c:v>
                </c:pt>
                <c:pt idx="831">
                  <c:v>-2.983178110976023E-3</c:v>
                </c:pt>
                <c:pt idx="832">
                  <c:v>-2.9576482242283319E-3</c:v>
                </c:pt>
                <c:pt idx="833">
                  <c:v>-2.9320027197291699E-3</c:v>
                </c:pt>
                <c:pt idx="834">
                  <c:v>-2.9062426054363918E-3</c:v>
                </c:pt>
                <c:pt idx="835">
                  <c:v>-2.8803688937971399E-3</c:v>
                </c:pt>
                <c:pt idx="836">
                  <c:v>-2.85438260170859E-3</c:v>
                </c:pt>
                <c:pt idx="837">
                  <c:v>-2.8282847504785338E-3</c:v>
                </c:pt>
                <c:pt idx="838">
                  <c:v>-2.8020763657857751E-3</c:v>
                </c:pt>
                <c:pt idx="839">
                  <c:v>-2.7757584776403601E-3</c:v>
                </c:pt>
                <c:pt idx="840">
                  <c:v>-2.7493321203436432E-3</c:v>
                </c:pt>
                <c:pt idx="841">
                  <c:v>-2.7227983324481691E-3</c:v>
                </c:pt>
                <c:pt idx="842">
                  <c:v>-2.696158156717397E-3</c:v>
                </c:pt>
                <c:pt idx="843">
                  <c:v>-2.6694126400852581E-3</c:v>
                </c:pt>
                <c:pt idx="844">
                  <c:v>-2.6425628336155462E-3</c:v>
                </c:pt>
                <c:pt idx="845">
                  <c:v>-2.6156097924611471E-3</c:v>
                </c:pt>
                <c:pt idx="846">
                  <c:v>-2.588554575823103E-3</c:v>
                </c:pt>
                <c:pt idx="847">
                  <c:v>-2.5613982469095162E-3</c:v>
                </c:pt>
                <c:pt idx="848">
                  <c:v>-2.5341418728942952E-3</c:v>
                </c:pt>
                <c:pt idx="849">
                  <c:v>-2.506786524875747E-3</c:v>
                </c:pt>
                <c:pt idx="850">
                  <c:v>-2.4793332778350039E-3</c:v>
                </c:pt>
                <c:pt idx="851">
                  <c:v>-2.4517832105943032E-3</c:v>
                </c:pt>
                <c:pt idx="852">
                  <c:v>-2.4241374057751099E-3</c:v>
                </c:pt>
                <c:pt idx="853">
                  <c:v>-2.3963969497560948E-3</c:v>
                </c:pt>
                <c:pt idx="854">
                  <c:v>-2.3685629326309411E-3</c:v>
                </c:pt>
                <c:pt idx="855">
                  <c:v>-2.3406364481660179E-3</c:v>
                </c:pt>
                <c:pt idx="856">
                  <c:v>-2.3126185937578981E-3</c:v>
                </c:pt>
                <c:pt idx="857">
                  <c:v>-2.284510470390729E-3</c:v>
                </c:pt>
                <c:pt idx="858">
                  <c:v>-2.2563131825934671E-3</c:v>
                </c:pt>
                <c:pt idx="859">
                  <c:v>-2.2280278383969552E-3</c:v>
                </c:pt>
                <c:pt idx="860">
                  <c:v>-2.1996555492908819E-3</c:v>
                </c:pt>
                <c:pt idx="861">
                  <c:v>-2.1711974301805818E-3</c:v>
                </c:pt>
                <c:pt idx="862">
                  <c:v>-2.142654599343707E-3</c:v>
                </c:pt>
                <c:pt idx="863">
                  <c:v>-2.114028178386775E-3</c:v>
                </c:pt>
                <c:pt idx="864">
                  <c:v>-2.0853192922015628E-3</c:v>
                </c:pt>
                <c:pt idx="865">
                  <c:v>-2.056529068921386E-3</c:v>
                </c:pt>
                <c:pt idx="866">
                  <c:v>-2.0276586398772318E-3</c:v>
                </c:pt>
                <c:pt idx="867">
                  <c:v>-1.9987091395537631E-3</c:v>
                </c:pt>
                <c:pt idx="868">
                  <c:v>-1.9696817055452022E-3</c:v>
                </c:pt>
                <c:pt idx="869">
                  <c:v>-1.9405774785110741E-3</c:v>
                </c:pt>
                <c:pt idx="870">
                  <c:v>-1.911397602131845E-3</c:v>
                </c:pt>
                <c:pt idx="871">
                  <c:v>-1.8821432230644219E-3</c:v>
                </c:pt>
                <c:pt idx="872">
                  <c:v>-1.8528154908975349E-3</c:v>
                </c:pt>
                <c:pt idx="873">
                  <c:v>-1.8234155581069961E-3</c:v>
                </c:pt>
                <c:pt idx="874">
                  <c:v>-1.7939445800108499E-3</c:v>
                </c:pt>
                <c:pt idx="875">
                  <c:v>-1.7644037147244E-3</c:v>
                </c:pt>
                <c:pt idx="876">
                  <c:v>-1.7347941231151301E-3</c:v>
                </c:pt>
                <c:pt idx="877">
                  <c:v>-1.705116968757508E-3</c:v>
                </c:pt>
                <c:pt idx="878">
                  <c:v>-1.6753734178876849E-3</c:v>
                </c:pt>
                <c:pt idx="879">
                  <c:v>-1.645564639358079E-3</c:v>
                </c:pt>
                <c:pt idx="880">
                  <c:v>-1.6156918045918641E-3</c:v>
                </c:pt>
                <c:pt idx="881">
                  <c:v>-1.5857560875373331E-3</c:v>
                </c:pt>
                <c:pt idx="882">
                  <c:v>-1.5557586646221661E-3</c:v>
                </c:pt>
                <c:pt idx="883">
                  <c:v>-1.5257007147075831E-3</c:v>
                </c:pt>
                <c:pt idx="884">
                  <c:v>-1.4955834190424099E-3</c:v>
                </c:pt>
                <c:pt idx="885">
                  <c:v>-1.4654079612170369E-3</c:v>
                </c:pt>
                <c:pt idx="886">
                  <c:v>-1.435175527117284E-3</c:v>
                </c:pt>
                <c:pt idx="887">
                  <c:v>-1.4048873048781679E-3</c:v>
                </c:pt>
                <c:pt idx="888">
                  <c:v>-1.374544484837576E-3</c:v>
                </c:pt>
                <c:pt idx="889">
                  <c:v>-1.3441482594898481E-3</c:v>
                </c:pt>
                <c:pt idx="890">
                  <c:v>-1.3136998234392671E-3</c:v>
                </c:pt>
                <c:pt idx="891">
                  <c:v>-1.2832003733534651E-3</c:v>
                </c:pt>
                <c:pt idx="892">
                  <c:v>-1.252651107916742E-3</c:v>
                </c:pt>
                <c:pt idx="893">
                  <c:v>-1.2220532277833001E-3</c:v>
                </c:pt>
                <c:pt idx="894">
                  <c:v>-1.1914079355303921E-3</c:v>
                </c:pt>
                <c:pt idx="895">
                  <c:v>-1.1607164356113931E-3</c:v>
                </c:pt>
                <c:pt idx="896">
                  <c:v>-1.1299799343087869E-3</c:v>
                </c:pt>
                <c:pt idx="897">
                  <c:v>-1.099199639687083E-3</c:v>
                </c:pt>
                <c:pt idx="898">
                  <c:v>-1.068376761545649E-3</c:v>
                </c:pt>
                <c:pt idx="899">
                  <c:v>-1.0375125113714729E-3</c:v>
                </c:pt>
                <c:pt idx="900">
                  <c:v>-1.006608102291851E-3</c:v>
                </c:pt>
                <c:pt idx="901">
                  <c:v>-9.7566474902700926E-4</c:v>
                </c:pt>
                <c:pt idx="902">
                  <c:v>-9.4468366784264336E-4</c:v>
                </c:pt>
                <c:pt idx="903">
                  <c:v>-9.1366607650239821E-4</c:v>
                </c:pt>
                <c:pt idx="904">
                  <c:v>-8.8261319422027655E-4</c:v>
                </c:pt>
                <c:pt idx="905">
                  <c:v>-8.5152624161298593E-4</c:v>
                </c:pt>
                <c:pt idx="906">
                  <c:v>-8.2040644065222215E-4</c:v>
                </c:pt>
                <c:pt idx="907">
                  <c:v>-7.892550146168933E-4</c:v>
                </c:pt>
                <c:pt idx="908">
                  <c:v>-7.5807318804528632E-4</c:v>
                </c:pt>
                <c:pt idx="909">
                  <c:v>-7.2686218668717916E-4</c:v>
                </c:pt>
                <c:pt idx="910">
                  <c:v>-6.9562323745589688E-4</c:v>
                </c:pt>
                <c:pt idx="911">
                  <c:v>-6.6435756838031511E-4</c:v>
                </c:pt>
                <c:pt idx="912">
                  <c:v>-6.3306640855681311E-4</c:v>
                </c:pt>
                <c:pt idx="913">
                  <c:v>-6.0175098810117821E-4</c:v>
                </c:pt>
                <c:pt idx="914">
                  <c:v>-5.7041253810046399E-4</c:v>
                </c:pt>
                <c:pt idx="915">
                  <c:v>-5.3905229056480186E-4</c:v>
                </c:pt>
                <c:pt idx="916">
                  <c:v>-5.0767147837916832E-4</c:v>
                </c:pt>
                <c:pt idx="917">
                  <c:v>-4.762713352551109E-4</c:v>
                </c:pt>
                <c:pt idx="918">
                  <c:v>-4.4485309568243549E-4</c:v>
                </c:pt>
                <c:pt idx="919">
                  <c:v>-4.1341799488085621E-4</c:v>
                </c:pt>
                <c:pt idx="920">
                  <c:v>-3.819672687516089E-4</c:v>
                </c:pt>
                <c:pt idx="921">
                  <c:v>-3.5050215382903229E-4</c:v>
                </c:pt>
                <c:pt idx="922">
                  <c:v>-3.1902388723211431E-4</c:v>
                </c:pt>
                <c:pt idx="923">
                  <c:v>-2.8753370661600928E-4</c:v>
                </c:pt>
                <c:pt idx="924">
                  <c:v>-2.5603285012352638E-4</c:v>
                </c:pt>
                <c:pt idx="925">
                  <c:v>-2.2452255633659049E-4</c:v>
                </c:pt>
                <c:pt idx="926">
                  <c:v>-1.9300406422767869E-4</c:v>
                </c:pt>
                <c:pt idx="927">
                  <c:v>-1.614786131112323E-4</c:v>
                </c:pt>
                <c:pt idx="928">
                  <c:v>-1.299474425950489E-4</c:v>
                </c:pt>
                <c:pt idx="929">
                  <c:v>-9.8411792531653968E-5</c:v>
                </c:pt>
                <c:pt idx="930">
                  <c:v>-6.6872902969655054E-5</c:v>
                </c:pt>
                <c:pt idx="931">
                  <c:v>-3.533201410508052E-5</c:v>
                </c:pt>
                <c:pt idx="932">
                  <c:v>-3.7903662327041919E-6</c:v>
                </c:pt>
                <c:pt idx="933">
                  <c:v>2.775080030264155E-5</c:v>
                </c:pt>
                <c:pt idx="934">
                  <c:v>5.9290245154762508E-5</c:v>
                </c:pt>
                <c:pt idx="935">
                  <c:v>9.0826728024807107E-5</c:v>
                </c:pt>
                <c:pt idx="936">
                  <c:v>1.2235900870997661E-4</c:v>
                </c:pt>
                <c:pt idx="937">
                  <c:v>1.538858471522391E-4</c:v>
                </c:pt>
                <c:pt idx="938">
                  <c:v>1.854060034870458E-4</c:v>
                </c:pt>
                <c:pt idx="939">
                  <c:v>2.1691823809204581E-4</c:v>
                </c:pt>
                <c:pt idx="940">
                  <c:v>2.4842131163580031E-4</c:v>
                </c:pt>
                <c:pt idx="941">
                  <c:v>2.7991398512649038E-4</c:v>
                </c:pt>
                <c:pt idx="942">
                  <c:v>3.1139501996062138E-4</c:v>
                </c:pt>
                <c:pt idx="943">
                  <c:v>3.4286317797171701E-4</c:v>
                </c:pt>
                <c:pt idx="944">
                  <c:v>3.7431722147900559E-4</c:v>
                </c:pt>
                <c:pt idx="945">
                  <c:v>4.0575591333609479E-4</c:v>
                </c:pt>
                <c:pt idx="946">
                  <c:v>4.3717801697963122E-4</c:v>
                </c:pt>
                <c:pt idx="947">
                  <c:v>4.6858229647794559E-4</c:v>
                </c:pt>
                <c:pt idx="948">
                  <c:v>4.9996751657968162E-4</c:v>
                </c:pt>
                <c:pt idx="949">
                  <c:v>5.3133244276240478E-4</c:v>
                </c:pt>
                <c:pt idx="950">
                  <c:v>5.6267584128119152E-4</c:v>
                </c:pt>
                <c:pt idx="951">
                  <c:v>5.9399647921719594E-4</c:v>
                </c:pt>
                <c:pt idx="952">
                  <c:v>6.252931245261913E-4</c:v>
                </c:pt>
                <c:pt idx="953">
                  <c:v>6.5656454608708668E-4</c:v>
                </c:pt>
                <c:pt idx="954">
                  <c:v>6.8780951375041509E-4</c:v>
                </c:pt>
                <c:pt idx="955">
                  <c:v>7.1902679838679157E-4</c:v>
                </c:pt>
                <c:pt idx="956">
                  <c:v>7.5021517193533775E-4</c:v>
                </c:pt>
                <c:pt idx="957">
                  <c:v>7.81373407452072E-4</c:v>
                </c:pt>
                <c:pt idx="958">
                  <c:v>8.1250027915826472E-4</c:v>
                </c:pt>
                <c:pt idx="959">
                  <c:v>8.4359456248875417E-4</c:v>
                </c:pt>
                <c:pt idx="960">
                  <c:v>8.7465503414022256E-4</c:v>
                </c:pt>
                <c:pt idx="961">
                  <c:v>9.0568047211942728E-4</c:v>
                </c:pt>
                <c:pt idx="962">
                  <c:v>9.366696557913868E-4</c:v>
                </c:pt>
                <c:pt idx="963">
                  <c:v>9.6762136592752363E-4</c:v>
                </c:pt>
                <c:pt idx="964">
                  <c:v>9.9853438475375612E-4</c:v>
                </c:pt>
                <c:pt idx="965">
                  <c:v>1.0294074959985419E-3</c:v>
                </c:pt>
                <c:pt idx="966">
                  <c:v>1.060239484940868E-3</c:v>
                </c:pt>
                <c:pt idx="967">
                  <c:v>1.0910291384581829E-3</c:v>
                </c:pt>
                <c:pt idx="968">
                  <c:v>1.121775245074277E-3</c:v>
                </c:pt>
                <c:pt idx="969">
                  <c:v>1.1524765950071071E-3</c:v>
                </c:pt>
                <c:pt idx="970">
                  <c:v>1.1831319802165471E-3</c:v>
                </c:pt>
                <c:pt idx="971">
                  <c:v>1.2137401944520871E-3</c:v>
                </c:pt>
                <c:pt idx="972">
                  <c:v>1.2443000333004731E-3</c:v>
                </c:pt>
                <c:pt idx="973">
                  <c:v>1.274810294233269E-3</c:v>
                </c:pt>
                <c:pt idx="974">
                  <c:v>1.305269776654358E-3</c:v>
                </c:pt>
                <c:pt idx="975">
                  <c:v>1.335677281947374E-3</c:v>
                </c:pt>
                <c:pt idx="976">
                  <c:v>1.3660316135230589E-3</c:v>
                </c:pt>
                <c:pt idx="977">
                  <c:v>1.39633157686655E-3</c:v>
                </c:pt>
                <c:pt idx="978">
                  <c:v>1.4265759795845899E-3</c:v>
                </c:pt>
                <c:pt idx="979">
                  <c:v>1.456763631452669E-3</c:v>
                </c:pt>
                <c:pt idx="980">
                  <c:v>1.48689334446207E-3</c:v>
                </c:pt>
                <c:pt idx="981">
                  <c:v>1.5169639328668531E-3</c:v>
                </c:pt>
                <c:pt idx="982">
                  <c:v>1.5469742132307399E-3</c:v>
                </c:pt>
                <c:pt idx="983">
                  <c:v>1.576923004473926E-3</c:v>
                </c:pt>
                <c:pt idx="984">
                  <c:v>1.606809127919789E-3</c:v>
                </c:pt>
                <c:pt idx="985">
                  <c:v>1.6366314073415231E-3</c:v>
                </c:pt>
                <c:pt idx="986">
                  <c:v>1.666388669008672E-3</c:v>
                </c:pt>
                <c:pt idx="987">
                  <c:v>1.6960797417335731E-3</c:v>
                </c:pt>
                <c:pt idx="988">
                  <c:v>1.7257034569177091E-3</c:v>
                </c:pt>
                <c:pt idx="989">
                  <c:v>1.755258648597954E-3</c:v>
                </c:pt>
                <c:pt idx="990">
                  <c:v>1.7847441534927281E-3</c:v>
                </c:pt>
                <c:pt idx="991">
                  <c:v>1.8141588110480429E-3</c:v>
                </c:pt>
                <c:pt idx="992">
                  <c:v>1.843501463483451E-3</c:v>
                </c:pt>
                <c:pt idx="993">
                  <c:v>1.872770955837886E-3</c:v>
                </c:pt>
                <c:pt idx="994">
                  <c:v>1.9019661360154089E-3</c:v>
                </c:pt>
                <c:pt idx="995">
                  <c:v>1.931085854830843E-3</c:v>
                </c:pt>
                <c:pt idx="996">
                  <c:v>1.9601289660552911E-3</c:v>
                </c:pt>
                <c:pt idx="997">
                  <c:v>1.9890943264615529E-3</c:v>
                </c:pt>
                <c:pt idx="998">
                  <c:v>2.0179807958694181E-3</c:v>
                </c:pt>
                <c:pt idx="999">
                  <c:v>2.0467872371908551E-3</c:v>
                </c:pt>
                <c:pt idx="1000">
                  <c:v>2.0755125164750622E-3</c:v>
                </c:pt>
                <c:pt idx="1001">
                  <c:v>2.1041555029534249E-3</c:v>
                </c:pt>
                <c:pt idx="1002">
                  <c:v>2.1327150690843379E-3</c:v>
                </c:pt>
                <c:pt idx="1003">
                  <c:v>2.1611900905979119E-3</c:v>
                </c:pt>
                <c:pt idx="1004">
                  <c:v>2.189579446540552E-3</c:v>
                </c:pt>
                <c:pt idx="1005">
                  <c:v>2.2178820193194228E-3</c:v>
                </c:pt>
                <c:pt idx="1006">
                  <c:v>2.2460966947467761E-3</c:v>
                </c:pt>
                <c:pt idx="1007">
                  <c:v>2.2742223620841572E-3</c:v>
                </c:pt>
                <c:pt idx="1008">
                  <c:v>2.3022579140864782E-3</c:v>
                </c:pt>
                <c:pt idx="1009">
                  <c:v>2.330202247045967E-3</c:v>
                </c:pt>
                <c:pt idx="1010">
                  <c:v>2.3580542608359822E-3</c:v>
                </c:pt>
                <c:pt idx="1011">
                  <c:v>2.3858128589546962E-3</c:v>
                </c:pt>
                <c:pt idx="1012">
                  <c:v>2.413476948568632E-3</c:v>
                </c:pt>
                <c:pt idx="1013">
                  <c:v>2.4410454405560558E-3</c:v>
                </c:pt>
                <c:pt idx="1014">
                  <c:v>2.4685172495502402E-3</c:v>
                </c:pt>
                <c:pt idx="1015">
                  <c:v>2.4958912939825788E-3</c:v>
                </c:pt>
                <c:pt idx="1016">
                  <c:v>2.5231664961255671E-3</c:v>
                </c:pt>
                <c:pt idx="1017">
                  <c:v>2.5503417821356282E-3</c:v>
                </c:pt>
                <c:pt idx="1018">
                  <c:v>2.577416082095791E-3</c:v>
                </c:pt>
                <c:pt idx="1019">
                  <c:v>2.6043883300582169E-3</c:v>
                </c:pt>
                <c:pt idx="1020">
                  <c:v>2.631257464086584E-3</c:v>
                </c:pt>
                <c:pt idx="1021">
                  <c:v>2.6580224262983151E-3</c:v>
                </c:pt>
                <c:pt idx="1022">
                  <c:v>2.6846821629066498E-3</c:v>
                </c:pt>
                <c:pt idx="1023">
                  <c:v>2.711235624262565E-3</c:v>
                </c:pt>
                <c:pt idx="1024">
                  <c:v>2.7376817648965359E-3</c:v>
                </c:pt>
                <c:pt idx="1025">
                  <c:v>2.7640195435601369E-3</c:v>
                </c:pt>
                <c:pt idx="1026">
                  <c:v>2.790247923267479E-3</c:v>
                </c:pt>
                <c:pt idx="1027">
                  <c:v>2.816365871336473E-3</c:v>
                </c:pt>
                <c:pt idx="1028">
                  <c:v>2.8423723594299339E-3</c:v>
                </c:pt>
                <c:pt idx="1029">
                  <c:v>2.868266363596517E-3</c:v>
                </c:pt>
                <c:pt idx="1030">
                  <c:v>2.8940468643114761E-3</c:v>
                </c:pt>
                <c:pt idx="1031">
                  <c:v>2.9197128465172722E-3</c:v>
                </c:pt>
                <c:pt idx="1032">
                  <c:v>2.9452632996640029E-3</c:v>
                </c:pt>
                <c:pt idx="1033">
                  <c:v>2.970697217749659E-3</c:v>
                </c:pt>
                <c:pt idx="1034">
                  <c:v>2.9960135993602091E-3</c:v>
                </c:pt>
                <c:pt idx="1035">
                  <c:v>3.0212114477095129E-3</c:v>
                </c:pt>
                <c:pt idx="1036">
                  <c:v>3.046289770679052E-3</c:v>
                </c:pt>
                <c:pt idx="1037">
                  <c:v>3.0712475808574841E-3</c:v>
                </c:pt>
                <c:pt idx="1038">
                  <c:v>3.0960838955800241E-3</c:v>
                </c:pt>
                <c:pt idx="1039">
                  <c:v>3.120797736967633E-3</c:v>
                </c:pt>
                <c:pt idx="1040">
                  <c:v>3.1453881319660291E-3</c:v>
                </c:pt>
                <c:pt idx="1041">
                  <c:v>3.169854112384509E-3</c:v>
                </c:pt>
                <c:pt idx="1042">
                  <c:v>3.1941947149345881E-3</c:v>
                </c:pt>
                <c:pt idx="1043">
                  <c:v>3.2184089812684492E-3</c:v>
                </c:pt>
                <c:pt idx="1044">
                  <c:v>3.2424959580172031E-3</c:v>
                </c:pt>
                <c:pt idx="1045">
                  <c:v>3.2664546968289489E-3</c:v>
                </c:pt>
                <c:pt idx="1046">
                  <c:v>3.2902842544066438E-3</c:v>
                </c:pt>
                <c:pt idx="1047">
                  <c:v>3.3139836925457859E-3</c:v>
                </c:pt>
                <c:pt idx="1048">
                  <c:v>3.3375520781718962E-3</c:v>
                </c:pt>
                <c:pt idx="1049">
                  <c:v>3.3609884833778079E-3</c:v>
                </c:pt>
                <c:pt idx="1050">
                  <c:v>3.384291985460767E-3</c:v>
                </c:pt>
                <c:pt idx="1051">
                  <c:v>3.4074616669593312E-3</c:v>
                </c:pt>
                <c:pt idx="1052">
                  <c:v>3.4304966156900609E-3</c:v>
                </c:pt>
                <c:pt idx="1053">
                  <c:v>3.453395924784023E-3</c:v>
                </c:pt>
                <c:pt idx="1054">
                  <c:v>3.4761586927230751E-3</c:v>
                </c:pt>
                <c:pt idx="1055">
                  <c:v>3.498784023375957E-3</c:v>
                </c:pt>
                <c:pt idx="1056">
                  <c:v>3.521271026034169E-3</c:v>
                </c:pt>
                <c:pt idx="1057">
                  <c:v>3.5436188154476509E-3</c:v>
                </c:pt>
                <c:pt idx="1058">
                  <c:v>3.565826511860245E-3</c:v>
                </c:pt>
                <c:pt idx="1059">
                  <c:v>3.5878932410449379E-3</c:v>
                </c:pt>
                <c:pt idx="1060">
                  <c:v>3.609818134338888E-3</c:v>
                </c:pt>
                <c:pt idx="1061">
                  <c:v>3.6316003286782231E-3</c:v>
                </c:pt>
                <c:pt idx="1062">
                  <c:v>3.653238966632616E-3</c:v>
                </c:pt>
                <c:pt idx="1063">
                  <c:v>3.6747331964396409E-3</c:v>
                </c:pt>
                <c:pt idx="1064">
                  <c:v>3.696082172038899E-3</c:v>
                </c:pt>
                <c:pt idx="1065">
                  <c:v>3.7172850531059409E-3</c:v>
                </c:pt>
                <c:pt idx="1066">
                  <c:v>3.7383410050859552E-3</c:v>
                </c:pt>
                <c:pt idx="1067">
                  <c:v>3.7592491992272359E-3</c:v>
                </c:pt>
                <c:pt idx="1068">
                  <c:v>3.780008812614425E-3</c:v>
                </c:pt>
                <c:pt idx="1069">
                  <c:v>3.800619028201536E-3</c:v>
                </c:pt>
                <c:pt idx="1070">
                  <c:v>3.8210790348447319E-3</c:v>
                </c:pt>
                <c:pt idx="1071">
                  <c:v>3.841388027334895E-3</c:v>
                </c:pt>
                <c:pt idx="1072">
                  <c:v>3.8615452064299379E-3</c:v>
                </c:pt>
                <c:pt idx="1073">
                  <c:v>3.8815497788868918E-3</c:v>
                </c:pt>
                <c:pt idx="1074">
                  <c:v>3.9014009574937442E-3</c:v>
                </c:pt>
                <c:pt idx="1075">
                  <c:v>3.92109796110104E-3</c:v>
                </c:pt>
                <c:pt idx="1076">
                  <c:v>3.9406400146532504E-3</c:v>
                </c:pt>
                <c:pt idx="1077">
                  <c:v>3.9600263492198867E-3</c:v>
                </c:pt>
                <c:pt idx="1078">
                  <c:v>3.9792562020263883E-3</c:v>
                </c:pt>
                <c:pt idx="1079">
                  <c:v>3.998328816484745E-3</c:v>
                </c:pt>
                <c:pt idx="1080">
                  <c:v>4.0172434422238914E-3</c:v>
                </c:pt>
                <c:pt idx="1081">
                  <c:v>4.0359993351198357E-3</c:v>
                </c:pt>
                <c:pt idx="1082">
                  <c:v>4.0545957573255532E-3</c:v>
                </c:pt>
                <c:pt idx="1083">
                  <c:v>4.0730319773006072E-3</c:v>
                </c:pt>
                <c:pt idx="1084">
                  <c:v>4.0913072698405273E-3</c:v>
                </c:pt>
                <c:pt idx="1085">
                  <c:v>4.1094209161059566E-3</c:v>
                </c:pt>
                <c:pt idx="1086">
                  <c:v>4.1273722036515468E-3</c:v>
                </c:pt>
                <c:pt idx="1087">
                  <c:v>4.145160426454594E-3</c:v>
                </c:pt>
                <c:pt idx="1088">
                  <c:v>4.1627848849434277E-3</c:v>
                </c:pt>
                <c:pt idx="1089">
                  <c:v>4.1802448860255269E-3</c:v>
                </c:pt>
                <c:pt idx="1090">
                  <c:v>4.1975397431153949E-3</c:v>
                </c:pt>
                <c:pt idx="1091">
                  <c:v>4.2146687761621567E-3</c:v>
                </c:pt>
                <c:pt idx="1092">
                  <c:v>4.2316313116769009E-3</c:v>
                </c:pt>
                <c:pt idx="1093">
                  <c:v>4.2484266827597572E-3</c:v>
                </c:pt>
                <c:pt idx="1094">
                  <c:v>4.2650542291267218E-3</c:v>
                </c:pt>
                <c:pt idx="1095">
                  <c:v>4.2815132971362043E-3</c:v>
                </c:pt>
                <c:pt idx="1096">
                  <c:v>4.297803239815318E-3</c:v>
                </c:pt>
                <c:pt idx="1097">
                  <c:v>4.3139234168858981E-3</c:v>
                </c:pt>
                <c:pt idx="1098">
                  <c:v>4.3298731947902557E-3</c:v>
                </c:pt>
                <c:pt idx="1099">
                  <c:v>4.3456519467166563E-3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8D1F-4ADB-9C2E-DE1375307BFA}"/>
            </c:ext>
          </c:extLst>
        </c:ser>
        <c:ser>
          <c:idx val="1"/>
          <c:order val="1"/>
          <c:tx>
            <c:v>10 Hz</c:v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v2ref0_90min_v6_f10!$A$2:$A$251</c:f>
              <c:numCache>
                <c:formatCode>General</c:formatCode>
                <c:ptCount val="250"/>
                <c:pt idx="0">
                  <c:v>4.5050286876044312E-4</c:v>
                </c:pt>
                <c:pt idx="1">
                  <c:v>4.5701407463728583E-4</c:v>
                </c:pt>
                <c:pt idx="2">
                  <c:v>4.6171416113999811E-4</c:v>
                </c:pt>
                <c:pt idx="3">
                  <c:v>4.6458458444851821E-4</c:v>
                </c:pt>
                <c:pt idx="4">
                  <c:v>4.6561399748572252E-4</c:v>
                </c:pt>
                <c:pt idx="5">
                  <c:v>4.647982923755895E-4</c:v>
                </c:pt>
                <c:pt idx="6">
                  <c:v>4.6214061494792357E-4</c:v>
                </c:pt>
                <c:pt idx="7">
                  <c:v>4.5765135124859168E-4</c:v>
                </c:pt>
                <c:pt idx="8">
                  <c:v>4.5134808611374289E-4</c:v>
                </c:pt>
                <c:pt idx="9">
                  <c:v>4.4325553396569272E-4</c:v>
                </c:pt>
                <c:pt idx="10">
                  <c:v>4.334054420822619E-4</c:v>
                </c:pt>
                <c:pt idx="11">
                  <c:v>4.218364666872948E-4</c:v>
                </c:pt>
                <c:pt idx="12">
                  <c:v>4.085940223163961E-4</c:v>
                </c:pt>
                <c:pt idx="13">
                  <c:v>3.9373010502099089E-4</c:v>
                </c:pt>
                <c:pt idx="14">
                  <c:v>3.7730309006924671E-4</c:v>
                </c:pt>
                <c:pt idx="15">
                  <c:v>3.5937750488499121E-4</c:v>
                </c:pt>
                <c:pt idx="16">
                  <c:v>3.4002377805413849E-4</c:v>
                </c:pt>
                <c:pt idx="17">
                  <c:v>3.1931796532791109E-4</c:v>
                </c:pt>
                <c:pt idx="18">
                  <c:v>2.9734145364484002E-4</c:v>
                </c:pt>
                <c:pt idx="19">
                  <c:v>2.7418064426776669E-4</c:v>
                </c:pt>
                <c:pt idx="20">
                  <c:v>2.4992661620246972E-4</c:v>
                </c:pt>
                <c:pt idx="21">
                  <c:v>2.246747711446553E-4</c:v>
                </c:pt>
                <c:pt idx="22">
                  <c:v>1.9852446128246161E-4</c:v>
                </c:pt>
                <c:pt idx="23">
                  <c:v>1.7157860135010749E-4</c:v>
                </c:pt>
                <c:pt idx="24">
                  <c:v>1.4394326638961691E-4</c:v>
                </c:pt>
                <c:pt idx="25">
                  <c:v>1.157272767409744E-4</c:v>
                </c:pt>
                <c:pt idx="26">
                  <c:v>8.7041771846120894E-5</c:v>
                </c:pt>
                <c:pt idx="27">
                  <c:v>5.7999774513178952E-5</c:v>
                </c:pt>
                <c:pt idx="28">
                  <c:v>2.8715747339674949E-5</c:v>
                </c:pt>
                <c:pt idx="29">
                  <c:v>-6.9485696621099238E-7</c:v>
                </c:pt>
                <c:pt idx="30">
                  <c:v>-3.0116049599928481E-5</c:v>
                </c:pt>
                <c:pt idx="31">
                  <c:v>-5.9431762225464997E-5</c:v>
                </c:pt>
                <c:pt idx="32">
                  <c:v>-8.8526304291418423E-5</c:v>
                </c:pt>
                <c:pt idx="33">
                  <c:v>-1.1728481928680081E-4</c:v>
                </c:pt>
                <c:pt idx="34">
                  <c:v>-1.455937381178532E-4</c:v>
                </c:pt>
                <c:pt idx="35">
                  <c:v>-1.7334122778757391E-4</c:v>
                </c:pt>
                <c:pt idx="36">
                  <c:v>-2.0041763357153119E-4</c:v>
                </c:pt>
                <c:pt idx="37">
                  <c:v>-2.2671591291020311E-4</c:v>
                </c:pt>
                <c:pt idx="38">
                  <c:v>-2.5213205927673561E-4</c:v>
                </c:pt>
                <c:pt idx="39">
                  <c:v>-2.7656551431945762E-4</c:v>
                </c:pt>
                <c:pt idx="40">
                  <c:v>-2.9991956661561912E-4</c:v>
                </c:pt>
                <c:pt idx="41">
                  <c:v>-3.2210173541591202E-4</c:v>
                </c:pt>
                <c:pt idx="42">
                  <c:v>-3.4302413781903411E-4</c:v>
                </c:pt>
                <c:pt idx="43">
                  <c:v>-3.6260383788776251E-4</c:v>
                </c:pt>
                <c:pt idx="44">
                  <c:v>-3.8076317629135012E-4</c:v>
                </c:pt>
                <c:pt idx="45">
                  <c:v>-3.9743007913073088E-4</c:v>
                </c:pt>
                <c:pt idx="46">
                  <c:v>-4.1253834467940839E-4</c:v>
                </c:pt>
                <c:pt idx="47">
                  <c:v>-4.2602790686231028E-4</c:v>
                </c:pt>
                <c:pt idx="48">
                  <c:v>-4.3784507440265349E-4</c:v>
                </c:pt>
                <c:pt idx="49">
                  <c:v>-4.4794274468830408E-4</c:v>
                </c:pt>
                <c:pt idx="50">
                  <c:v>-4.5628059152804702E-4</c:v>
                </c:pt>
                <c:pt idx="51">
                  <c:v>-4.6282522607159649E-4</c:v>
                </c:pt>
                <c:pt idx="52">
                  <c:v>-4.6755033026046812E-4</c:v>
                </c:pt>
                <c:pt idx="53">
                  <c:v>-4.7043676227525482E-4</c:v>
                </c:pt>
                <c:pt idx="54">
                  <c:v>-4.7147263355194757E-4</c:v>
                </c:pt>
                <c:pt idx="55">
                  <c:v>-4.7065335704684822E-4</c:v>
                </c:pt>
                <c:pt idx="56">
                  <c:v>-4.6798166653572621E-4</c:v>
                </c:pt>
                <c:pt idx="57">
                  <c:v>-4.6346760685050812E-4</c:v>
                </c:pt>
                <c:pt idx="58">
                  <c:v>-4.5712849508955437E-4</c:v>
                </c:pt>
                <c:pt idx="59">
                  <c:v>-4.4898885297105538E-4</c:v>
                </c:pt>
                <c:pt idx="60">
                  <c:v>-4.3908031062022302E-4</c:v>
                </c:pt>
                <c:pt idx="61">
                  <c:v>-4.274414821912222E-4</c:v>
                </c:pt>
                <c:pt idx="62">
                  <c:v>-4.1411781382875312E-4</c:v>
                </c:pt>
                <c:pt idx="63">
                  <c:v>-3.9916140457164581E-4</c:v>
                </c:pt>
                <c:pt idx="64">
                  <c:v>-3.8263080089460022E-4</c:v>
                </c:pt>
                <c:pt idx="65">
                  <c:v>-3.6459076568253791E-4</c:v>
                </c:pt>
                <c:pt idx="66">
                  <c:v>-3.4511202253977892E-4</c:v>
                </c:pt>
                <c:pt idx="67">
                  <c:v>-3.2427097644953178E-4</c:v>
                </c:pt>
                <c:pt idx="68">
                  <c:v>-3.0214941190715848E-4</c:v>
                </c:pt>
                <c:pt idx="69">
                  <c:v>-2.7883416974218412E-4</c:v>
                </c:pt>
                <c:pt idx="70">
                  <c:v>-2.5441680391858539E-4</c:v>
                </c:pt>
                <c:pt idx="71">
                  <c:v>-2.2899321967274281E-4</c:v>
                </c:pt>
                <c:pt idx="72">
                  <c:v>-2.026632944227617E-4</c:v>
                </c:pt>
                <c:pt idx="73">
                  <c:v>-1.7553048295567959E-4</c:v>
                </c:pt>
                <c:pt idx="74">
                  <c:v>-1.477014084616278E-4</c:v>
                </c:pt>
                <c:pt idx="75">
                  <c:v>-1.1928544104136729E-4</c:v>
                </c:pt>
                <c:pt idx="76">
                  <c:v>-9.0394265375602233E-5</c:v>
                </c:pt>
                <c:pt idx="77">
                  <c:v>-6.1141439306107784E-5</c:v>
                </c:pt>
                <c:pt idx="78">
                  <c:v>-3.1641945124066423E-5</c:v>
                </c:pt>
                <c:pt idx="79">
                  <c:v>-2.011735383969809E-6</c:v>
                </c:pt>
                <c:pt idx="80">
                  <c:v>2.7632724928681261E-5</c:v>
                </c:pt>
                <c:pt idx="81">
                  <c:v>5.7174918040302861E-5</c:v>
                </c:pt>
                <c:pt idx="82">
                  <c:v>8.6498733002678273E-5</c:v>
                </c:pt>
                <c:pt idx="83">
                  <c:v>1.1548892344264751E-4</c:v>
                </c:pt>
                <c:pt idx="84">
                  <c:v>1.440315616304951E-4</c:v>
                </c:pt>
                <c:pt idx="85">
                  <c:v>1.7201448706559471E-4</c:v>
                </c:pt>
                <c:pt idx="86">
                  <c:v>1.9932774778689849E-4</c:v>
                </c:pt>
                <c:pt idx="87">
                  <c:v>2.2586403263342419E-4</c:v>
                </c:pt>
                <c:pt idx="88">
                  <c:v>2.5151909272702491E-4</c:v>
                </c:pt>
                <c:pt idx="89">
                  <c:v>2.7619215052224248E-4</c:v>
                </c:pt>
                <c:pt idx="90">
                  <c:v>2.9978629484030128E-4</c:v>
                </c:pt>
                <c:pt idx="91">
                  <c:v>3.2220886036343088E-4</c:v>
                </c:pt>
                <c:pt idx="92">
                  <c:v>3.4337179012449559E-4</c:v>
                </c:pt>
                <c:pt idx="93">
                  <c:v>3.6319197960097901E-4</c:v>
                </c:pt>
                <c:pt idx="94">
                  <c:v>3.8159160111115383E-4</c:v>
                </c:pt>
                <c:pt idx="95">
                  <c:v>3.984984073045068E-4</c:v>
                </c:pt>
                <c:pt idx="96">
                  <c:v>4.1384601263170611E-4</c:v>
                </c:pt>
                <c:pt idx="97">
                  <c:v>4.2757415176841572E-4</c:v>
                </c:pt>
                <c:pt idx="98">
                  <c:v>4.3962891405294771E-4</c:v>
                </c:pt>
                <c:pt idx="99">
                  <c:v>4.4996295308639609E-4</c:v>
                </c:pt>
                <c:pt idx="100">
                  <c:v>4.5853567073930371E-4</c:v>
                </c:pt>
                <c:pt idx="101">
                  <c:v>4.6531337490635419E-4</c:v>
                </c:pt>
                <c:pt idx="102">
                  <c:v>4.7026941044622512E-4</c:v>
                </c:pt>
                <c:pt idx="103">
                  <c:v>4.7338426284239111E-4</c:v>
                </c:pt>
                <c:pt idx="104">
                  <c:v>4.7464563422507111E-4</c:v>
                </c:pt>
                <c:pt idx="105">
                  <c:v>4.7404849149677749E-4</c:v>
                </c:pt>
                <c:pt idx="106">
                  <c:v>4.7159508639745408E-4</c:v>
                </c:pt>
                <c:pt idx="107">
                  <c:v>4.6729494743466218E-4</c:v>
                </c:pt>
                <c:pt idx="108">
                  <c:v>4.6116484369682889E-4</c:v>
                </c:pt>
                <c:pt idx="109">
                  <c:v>4.532287206644924E-4</c:v>
                </c:pt>
                <c:pt idx="110">
                  <c:v>4.4351760823557062E-4</c:v>
                </c:pt>
                <c:pt idx="111">
                  <c:v>4.3206950128746362E-4</c:v>
                </c:pt>
                <c:pt idx="112">
                  <c:v>4.1892921320944642E-4</c:v>
                </c:pt>
                <c:pt idx="113">
                  <c:v>4.0414820294496038E-4</c:v>
                </c:pt>
                <c:pt idx="114">
                  <c:v>3.8778437617646038E-4</c:v>
                </c:pt>
                <c:pt idx="115">
                  <c:v>3.6990186136725661E-4</c:v>
                </c:pt>
                <c:pt idx="116">
                  <c:v>3.5057076145791731E-4</c:v>
                </c:pt>
                <c:pt idx="117">
                  <c:v>3.2986688210820522E-4</c:v>
                </c:pt>
                <c:pt idx="118">
                  <c:v>3.0787143747379979E-4</c:v>
                </c:pt>
                <c:pt idx="119">
                  <c:v>2.846707345997808E-4</c:v>
                </c:pt>
                <c:pt idx="120">
                  <c:v>2.6035583759868609E-4</c:v>
                </c:pt>
                <c:pt idx="121">
                  <c:v>2.3502221286409469E-4</c:v>
                </c:pt>
                <c:pt idx="122">
                  <c:v>2.087693566496149E-4</c:v>
                </c:pt>
                <c:pt idx="123">
                  <c:v>1.817004064135126E-4</c:v>
                </c:pt>
                <c:pt idx="124">
                  <c:v>1.539217373935763E-4</c:v>
                </c:pt>
                <c:pt idx="125">
                  <c:v>1.2554254594251621E-4</c:v>
                </c:pt>
                <c:pt idx="126">
                  <c:v>9.6674421222380872E-5</c:v>
                </c:pt>
                <c:pt idx="127">
                  <c:v>6.7430906918992904E-5</c:v>
                </c:pt>
                <c:pt idx="128">
                  <c:v>3.7927054686624571E-5</c:v>
                </c:pt>
                <c:pt idx="129">
                  <c:v>8.2789710723398397E-6</c:v>
                </c:pt>
                <c:pt idx="130">
                  <c:v>-2.1396640292205961E-5</c:v>
                </c:pt>
                <c:pt idx="131">
                  <c:v>-5.0982939406457443E-5</c:v>
                </c:pt>
                <c:pt idx="132">
                  <c:v>-8.0363411674327998E-5</c:v>
                </c:pt>
                <c:pt idx="133">
                  <c:v>-1.094223288803498E-4</c:v>
                </c:pt>
                <c:pt idx="134">
                  <c:v>-1.3804520752203371E-4</c:v>
                </c:pt>
                <c:pt idx="135">
                  <c:v>-1.6611926266264199E-4</c:v>
                </c:pt>
                <c:pt idx="136">
                  <c:v>-1.935338554791765E-4</c:v>
                </c:pt>
                <c:pt idx="137">
                  <c:v>-2.201809326965654E-4</c:v>
                </c:pt>
                <c:pt idx="138">
                  <c:v>-2.4595545612457161E-4</c:v>
                </c:pt>
                <c:pt idx="139">
                  <c:v>-2.7075582054681129E-4</c:v>
                </c:pt>
                <c:pt idx="140">
                  <c:v>-2.9448425824950758E-4</c:v>
                </c:pt>
                <c:pt idx="141">
                  <c:v>-3.1704722852287292E-4</c:v>
                </c:pt>
                <c:pt idx="142">
                  <c:v>-3.3835579052479573E-4</c:v>
                </c:pt>
                <c:pt idx="143">
                  <c:v>-3.583259579688259E-4</c:v>
                </c:pt>
                <c:pt idx="144">
                  <c:v>-3.7687903418335059E-4</c:v>
                </c:pt>
                <c:pt idx="145">
                  <c:v>-3.939419261766018E-4</c:v>
                </c:pt>
                <c:pt idx="146">
                  <c:v>-4.0944743642911129E-4</c:v>
                </c:pt>
                <c:pt idx="147">
                  <c:v>-4.2333453122887289E-4</c:v>
                </c:pt>
                <c:pt idx="148">
                  <c:v>-4.3554858446823348E-4</c:v>
                </c:pt>
                <c:pt idx="149">
                  <c:v>-4.4604159592616588E-4</c:v>
                </c:pt>
                <c:pt idx="150">
                  <c:v>-4.5477238315754772E-4</c:v>
                </c:pt>
                <c:pt idx="151">
                  <c:v>-4.6170674620779232E-4</c:v>
                </c:pt>
                <c:pt idx="152">
                  <c:v>-4.6681760447564891E-4</c:v>
                </c:pt>
                <c:pt idx="153">
                  <c:v>-4.7008510516149878E-4</c:v>
                </c:pt>
                <c:pt idx="154">
                  <c:v>-4.7149670285985388E-4</c:v>
                </c:pt>
                <c:pt idx="155">
                  <c:v>-4.7104720997777328E-4</c:v>
                </c:pt>
                <c:pt idx="156">
                  <c:v>-4.6873881778191641E-4</c:v>
                </c:pt>
                <c:pt idx="157">
                  <c:v>-4.6458108799595909E-4</c:v>
                </c:pt>
                <c:pt idx="158">
                  <c:v>-4.5859091498650013E-4</c:v>
                </c:pt>
                <c:pt idx="159">
                  <c:v>-4.5079245868580298E-4</c:v>
                </c:pt>
                <c:pt idx="160">
                  <c:v>-4.4121704850434088E-4</c:v>
                </c:pt>
                <c:pt idx="161">
                  <c:v>-4.299030585946507E-4</c:v>
                </c:pt>
                <c:pt idx="162">
                  <c:v>-4.1689575494994059E-4</c:v>
                </c:pt>
                <c:pt idx="163">
                  <c:v>-4.0224711495230478E-4</c:v>
                </c:pt>
                <c:pt idx="164">
                  <c:v>-3.8601562011071822E-4</c:v>
                </c:pt>
                <c:pt idx="165">
                  <c:v>-3.6826602283779818E-4</c:v>
                </c:pt>
                <c:pt idx="166">
                  <c:v>-3.4906908821076609E-4</c:v>
                </c:pt>
                <c:pt idx="167">
                  <c:v>-3.2850131175647901E-4</c:v>
                </c:pt>
                <c:pt idx="168">
                  <c:v>-3.0664461439590672E-4</c:v>
                </c:pt>
                <c:pt idx="169">
                  <c:v>-2.8358601577283563E-4</c:v>
                </c:pt>
                <c:pt idx="170">
                  <c:v>-2.5941728726871051E-4</c:v>
                </c:pt>
                <c:pt idx="171">
                  <c:v>-2.3423458607688789E-4</c:v>
                </c:pt>
                <c:pt idx="172">
                  <c:v>-2.0813807178684821E-4</c:v>
                </c:pt>
                <c:pt idx="173">
                  <c:v>-1.8123150701249561E-4</c:v>
                </c:pt>
                <c:pt idx="174">
                  <c:v>-1.536218436778797E-4</c:v>
                </c:pt>
                <c:pt idx="175">
                  <c:v>-1.2541879664016201E-4</c:v>
                </c:pt>
                <c:pt idx="176">
                  <c:v>-9.6734406383544599E-5</c:v>
                </c:pt>
                <c:pt idx="177">
                  <c:v>-6.7682592563371316E-5</c:v>
                </c:pt>
                <c:pt idx="178">
                  <c:v>-3.8378700218026178E-5</c:v>
                </c:pt>
                <c:pt idx="179">
                  <c:v>-8.9390404947611769E-6</c:v>
                </c:pt>
                <c:pt idx="180">
                  <c:v>2.0519572247030131E-5</c:v>
                </c:pt>
                <c:pt idx="181">
                  <c:v>4.9880285081448808E-5</c:v>
                </c:pt>
                <c:pt idx="182">
                  <c:v>7.9026671030106452E-5</c:v>
                </c:pt>
                <c:pt idx="183">
                  <c:v>1.0784319156171209E-4</c:v>
                </c:pt>
                <c:pt idx="184">
                  <c:v>1.3621565520118391E-4</c:v>
                </c:pt>
                <c:pt idx="185">
                  <c:v>1.6403167038969599E-4</c:v>
                </c:pt>
                <c:pt idx="186">
                  <c:v>1.91181090764591E-4</c:v>
                </c:pt>
                <c:pt idx="187">
                  <c:v>2.1755645106765181E-4</c:v>
                </c:pt>
                <c:pt idx="188">
                  <c:v>2.4305339194439989E-4</c:v>
                </c:pt>
                <c:pt idx="189">
                  <c:v>2.6757107196117842E-4</c:v>
                </c:pt>
                <c:pt idx="190">
                  <c:v>2.9101256522946702E-4</c:v>
                </c:pt>
                <c:pt idx="191">
                  <c:v>3.1328524308302708E-4</c:v>
                </c:pt>
                <c:pt idx="192">
                  <c:v>3.3430113831377678E-4</c:v>
                </c:pt>
                <c:pt idx="193">
                  <c:v>3.539772905530025E-4</c:v>
                </c:pt>
                <c:pt idx="194">
                  <c:v>3.7223607148598843E-4</c:v>
                </c:pt>
                <c:pt idx="195">
                  <c:v>3.8900548869200342E-4</c:v>
                </c:pt>
                <c:pt idx="196">
                  <c:v>4.0421946699220992E-4</c:v>
                </c:pt>
                <c:pt idx="197">
                  <c:v>4.1781810626960702E-4</c:v>
                </c:pt>
                <c:pt idx="198">
                  <c:v>4.2974791481403861E-4</c:v>
                </c:pt>
                <c:pt idx="199">
                  <c:v>4.3996201735125142E-4</c:v>
                </c:pt>
                <c:pt idx="200">
                  <c:v>4.4842033703067588E-4</c:v>
                </c:pt>
                <c:pt idx="201">
                  <c:v>4.5508975075491672E-4</c:v>
                </c:pt>
                <c:pt idx="202">
                  <c:v>4.5994421732491419E-4</c:v>
                </c:pt>
                <c:pt idx="203">
                  <c:v>4.6296487795594152E-4</c:v>
                </c:pt>
                <c:pt idx="204">
                  <c:v>4.641401288083952E-4</c:v>
                </c:pt>
                <c:pt idx="205">
                  <c:v>4.6346566528157889E-4</c:v>
                </c:pt>
                <c:pt idx="206">
                  <c:v>4.609444979284736E-4</c:v>
                </c:pt>
                <c:pt idx="207">
                  <c:v>4.5658693995275602E-4</c:v>
                </c:pt>
                <c:pt idx="208">
                  <c:v>4.5041056634769053E-4</c:v>
                </c:pt>
                <c:pt idx="209">
                  <c:v>4.4244014483674199E-4</c:v>
                </c:pt>
                <c:pt idx="210">
                  <c:v>4.3270753887498983E-4</c:v>
                </c:pt>
                <c:pt idx="211">
                  <c:v>4.2125158306298302E-4</c:v>
                </c:pt>
                <c:pt idx="212">
                  <c:v>4.0811793141607669E-4</c:v>
                </c:pt>
                <c:pt idx="213">
                  <c:v>3.9335887903314858E-4</c:v>
                </c:pt>
                <c:pt idx="214">
                  <c:v>3.7703315781832929E-4</c:v>
                </c:pt>
                <c:pt idx="215">
                  <c:v>3.5920570701621031E-4</c:v>
                </c:pt>
                <c:pt idx="216">
                  <c:v>3.3994741941746653E-4</c:v>
                </c:pt>
                <c:pt idx="217">
                  <c:v>3.1933486418155672E-4</c:v>
                </c:pt>
                <c:pt idx="218">
                  <c:v>2.9744998731028678E-4</c:v>
                </c:pt>
                <c:pt idx="219">
                  <c:v>2.7437979088817098E-4</c:v>
                </c:pt>
                <c:pt idx="220">
                  <c:v>2.5021599228185871E-4</c:v>
                </c:pt>
                <c:pt idx="221">
                  <c:v>2.250546645674476E-4</c:v>
                </c:pt>
                <c:pt idx="222">
                  <c:v>1.9899585953525261E-4</c:v>
                </c:pt>
                <c:pt idx="223">
                  <c:v>1.7214321470100449E-4</c:v>
                </c:pt>
                <c:pt idx="224">
                  <c:v>1.4460354582194839E-4</c:v>
                </c:pt>
                <c:pt idx="225">
                  <c:v>1.1648642647561101E-4</c:v>
                </c:pt>
                <c:pt idx="226">
                  <c:v>8.790375631632134E-5</c:v>
                </c:pt>
                <c:pt idx="227">
                  <c:v>5.8969319684779988E-5</c:v>
                </c:pt>
                <c:pt idx="228">
                  <c:v>2.9798336303413471E-5</c:v>
                </c:pt>
                <c:pt idx="229">
                  <c:v>5.0700583600430215E-7</c:v>
                </c:pt>
                <c:pt idx="230">
                  <c:v>-2.8787951878798758E-5</c:v>
                </c:pt>
                <c:pt idx="231">
                  <c:v>-5.796975909162021E-5</c:v>
                </c:pt>
                <c:pt idx="232">
                  <c:v>-8.6922043065934112E-5</c:v>
                </c:pt>
                <c:pt idx="233">
                  <c:v>-1.155292978202841E-4</c:v>
                </c:pt>
                <c:pt idx="234">
                  <c:v>-1.4367734285285921E-4</c:v>
                </c:pt>
                <c:pt idx="235">
                  <c:v>-1.7125377702401811E-4</c:v>
                </c:pt>
                <c:pt idx="236">
                  <c:v>-1.9814842578859439E-4</c:v>
                </c:pt>
                <c:pt idx="237">
                  <c:v>-2.242537799853556E-4</c:v>
                </c:pt>
                <c:pt idx="238">
                  <c:v>-2.4946542440625269E-4</c:v>
                </c:pt>
                <c:pt idx="239">
                  <c:v>-2.7368245439225269E-4</c:v>
                </c:pt>
                <c:pt idx="240">
                  <c:v>-2.9680787874434769E-4</c:v>
                </c:pt>
                <c:pt idx="241">
                  <c:v>-3.1874900729442202E-4</c:v>
                </c:pt>
                <c:pt idx="242">
                  <c:v>-3.3941782154199742E-4</c:v>
                </c:pt>
                <c:pt idx="243">
                  <c:v>-3.5873132683317071E-4</c:v>
                </c:pt>
                <c:pt idx="244">
                  <c:v>-3.7661188464896639E-4</c:v>
                </c:pt>
                <c:pt idx="245">
                  <c:v>-3.9298752367467803E-4</c:v>
                </c:pt>
                <c:pt idx="246">
                  <c:v>-4.0779222841452951E-4</c:v>
                </c:pt>
                <c:pt idx="247">
                  <c:v>-4.2096620419062323E-4</c:v>
                </c:pt>
                <c:pt idx="248">
                  <c:v>-4.324561174459957E-4</c:v>
                </c:pt>
                <c:pt idx="249">
                  <c:v>-4.4221531037835857E-4</c:v>
                </c:pt>
              </c:numCache>
            </c:numRef>
          </c:xVal>
          <c:yVal>
            <c:numRef>
              <c:f>v2ref0_90min_v6_f10!$C$2:$C$251</c:f>
              <c:numCache>
                <c:formatCode>General</c:formatCode>
                <c:ptCount val="250"/>
                <c:pt idx="0">
                  <c:v>3.5484501842988569E-3</c:v>
                </c:pt>
                <c:pt idx="1">
                  <c:v>3.5290963416036419E-3</c:v>
                </c:pt>
                <c:pt idx="2">
                  <c:v>3.4957048796182841E-3</c:v>
                </c:pt>
                <c:pt idx="3">
                  <c:v>3.4484072710671788E-3</c:v>
                </c:pt>
                <c:pt idx="4">
                  <c:v>3.3873904031333541E-3</c:v>
                </c:pt>
                <c:pt idx="5">
                  <c:v>3.312895823039307E-3</c:v>
                </c:pt>
                <c:pt idx="6">
                  <c:v>3.2252187614955322E-3</c:v>
                </c:pt>
                <c:pt idx="7">
                  <c:v>3.124706937938918E-3</c:v>
                </c:pt>
                <c:pt idx="8">
                  <c:v>3.011759152381179E-3</c:v>
                </c:pt>
                <c:pt idx="9">
                  <c:v>2.8868236696159618E-3</c:v>
                </c:pt>
                <c:pt idx="10">
                  <c:v>2.750396402554707E-3</c:v>
                </c:pt>
                <c:pt idx="11">
                  <c:v>2.6030189025357999E-3</c:v>
                </c:pt>
                <c:pt idx="12">
                  <c:v>2.4452761653851211E-3</c:v>
                </c:pt>
                <c:pt idx="13">
                  <c:v>2.277794262750201E-3</c:v>
                </c:pt>
                <c:pt idx="14">
                  <c:v>2.101237809015527E-3</c:v>
                </c:pt>
                <c:pt idx="15">
                  <c:v>1.9163072750457951E-3</c:v>
                </c:pt>
                <c:pt idx="16">
                  <c:v>1.7237361608345219E-3</c:v>
                </c:pt>
                <c:pt idx="17">
                  <c:v>1.5242880395725589E-3</c:v>
                </c:pt>
                <c:pt idx="18">
                  <c:v>1.31875348585966E-3</c:v>
                </c:pt>
                <c:pt idx="19">
                  <c:v>1.107946901154041E-3</c:v>
                </c:pt>
                <c:pt idx="20">
                  <c:v>8.9270325004273479E-4</c:v>
                </c:pt>
                <c:pt idx="21">
                  <c:v>6.7387472113957826E-4</c:v>
                </c:pt>
                <c:pt idx="22">
                  <c:v>4.5232732640849082E-4</c:v>
                </c:pt>
                <c:pt idx="23">
                  <c:v>2.289374528466682E-4</c:v>
                </c:pt>
                <c:pt idx="24">
                  <c:v>4.5883807367290196E-6</c:v>
                </c:pt>
                <c:pt idx="25">
                  <c:v>-2.1983321725296169E-4</c:v>
                </c:pt>
                <c:pt idx="26">
                  <c:v>-4.4344078202756371E-4</c:v>
                </c:pt>
                <c:pt idx="27">
                  <c:v>-6.6535136522797645E-4</c:v>
                </c:pt>
                <c:pt idx="28">
                  <c:v>-8.8468910393411796E-4</c:v>
                </c:pt>
                <c:pt idx="29">
                  <c:v>-1.100588659465515E-3</c:v>
                </c:pt>
                <c:pt idx="30">
                  <c:v>-1.3121986071408811E-3</c:v>
                </c:pt>
                <c:pt idx="31">
                  <c:v>-1.518684764216702E-3</c:v>
                </c:pt>
                <c:pt idx="32">
                  <c:v>-1.7192334435702789E-3</c:v>
                </c:pt>
                <c:pt idx="33">
                  <c:v>-1.913054621028752E-3</c:v>
                </c:pt>
                <c:pt idx="34">
                  <c:v>-2.0993850045855559E-3</c:v>
                </c:pt>
                <c:pt idx="35">
                  <c:v>-2.2774909941178601E-3</c:v>
                </c:pt>
                <c:pt idx="36">
                  <c:v>-2.4466715207010982E-3</c:v>
                </c:pt>
                <c:pt idx="37">
                  <c:v>-2.6062607551973899E-3</c:v>
                </c:pt>
                <c:pt idx="38">
                  <c:v>-2.7556306763915879E-3</c:v>
                </c:pt>
                <c:pt idx="39">
                  <c:v>-2.8941934895557529E-3</c:v>
                </c:pt>
                <c:pt idx="40">
                  <c:v>-3.0214038869310579E-3</c:v>
                </c:pt>
                <c:pt idx="41">
                  <c:v>-3.13676114218241E-3</c:v>
                </c:pt>
                <c:pt idx="42">
                  <c:v>-3.2398110314374611E-3</c:v>
                </c:pt>
                <c:pt idx="43">
                  <c:v>-3.330147574139861E-3</c:v>
                </c:pt>
                <c:pt idx="44">
                  <c:v>-3.4074145876384142E-3</c:v>
                </c:pt>
                <c:pt idx="45">
                  <c:v>-3.4713070501463691E-3</c:v>
                </c:pt>
                <c:pt idx="46">
                  <c:v>-3.5215722673985618E-3</c:v>
                </c:pt>
                <c:pt idx="47">
                  <c:v>-3.5580108390337629E-3</c:v>
                </c:pt>
                <c:pt idx="48">
                  <c:v>-3.5804774214501008E-3</c:v>
                </c:pt>
                <c:pt idx="49">
                  <c:v>-3.5888812845909519E-3</c:v>
                </c:pt>
                <c:pt idx="50">
                  <c:v>-3.5831866608253761E-3</c:v>
                </c:pt>
                <c:pt idx="51">
                  <c:v>-3.5634128848142902E-3</c:v>
                </c:pt>
                <c:pt idx="52">
                  <c:v>-3.5296343239473939E-3</c:v>
                </c:pt>
                <c:pt idx="53">
                  <c:v>-3.4819800995603638E-3</c:v>
                </c:pt>
                <c:pt idx="54">
                  <c:v>-3.4206335997802478E-3</c:v>
                </c:pt>
                <c:pt idx="55">
                  <c:v>-3.3458317855703679E-3</c:v>
                </c:pt>
                <c:pt idx="56">
                  <c:v>-3.2578642922810449E-3</c:v>
                </c:pt>
                <c:pt idx="57">
                  <c:v>-3.1570723296782989E-3</c:v>
                </c:pt>
                <c:pt idx="58">
                  <c:v>-3.0438473840862629E-3</c:v>
                </c:pt>
                <c:pt idx="59">
                  <c:v>-2.918629727022966E-3</c:v>
                </c:pt>
                <c:pt idx="60">
                  <c:v>-2.7819067354785051E-3</c:v>
                </c:pt>
                <c:pt idx="61">
                  <c:v>-2.634211029690386E-3</c:v>
                </c:pt>
                <c:pt idx="62">
                  <c:v>-2.4761184349245619E-3</c:v>
                </c:pt>
                <c:pt idx="63">
                  <c:v>-2.3082457744317731E-3</c:v>
                </c:pt>
                <c:pt idx="64">
                  <c:v>-2.1312485014083971E-3</c:v>
                </c:pt>
                <c:pt idx="65">
                  <c:v>-1.945818178397574E-3</c:v>
                </c:pt>
                <c:pt idx="66">
                  <c:v>-1.7526798131267281E-3</c:v>
                </c:pt>
                <c:pt idx="67">
                  <c:v>-1.5525890603360071E-3</c:v>
                </c:pt>
                <c:pt idx="68">
                  <c:v>-1.3463292997174599E-3</c:v>
                </c:pt>
                <c:pt idx="69">
                  <c:v>-1.13470860062515E-3</c:v>
                </c:pt>
                <c:pt idx="70">
                  <c:v>-9.1855658471792897E-4</c:v>
                </c:pt>
                <c:pt idx="71">
                  <c:v>-6.9872119819859471E-4</c:v>
                </c:pt>
                <c:pt idx="72">
                  <c:v>-4.7606540579837159E-4</c:v>
                </c:pt>
                <c:pt idx="73">
                  <c:v>-2.514638190212826E-4</c:v>
                </c:pt>
                <c:pt idx="74">
                  <c:v>-2.579927141235474E-5</c:v>
                </c:pt>
                <c:pt idx="75">
                  <c:v>2.0004064613935869E-4</c:v>
                </c:pt>
                <c:pt idx="76">
                  <c:v>4.2516707679236018E-4</c:v>
                </c:pt>
                <c:pt idx="77">
                  <c:v>6.4869340237104262E-4</c:v>
                </c:pt>
                <c:pt idx="78">
                  <c:v>8.6973874760431396E-4</c:v>
                </c:pt>
                <c:pt idx="79">
                  <c:v>1.087431470220511E-3</c:v>
                </c:pt>
                <c:pt idx="80">
                  <c:v>1.300912622964038E-3</c:v>
                </c:pt>
                <c:pt idx="81">
                  <c:v>1.5093393734942799E-3</c:v>
                </c:pt>
                <c:pt idx="82">
                  <c:v>1.7118883681100619E-3</c:v>
                </c:pt>
                <c:pt idx="83">
                  <c:v>1.907759025341656E-3</c:v>
                </c:pt>
                <c:pt idx="84">
                  <c:v>2.0961767456615268E-3</c:v>
                </c:pt>
                <c:pt idx="85">
                  <c:v>2.2763960237519088E-3</c:v>
                </c:pt>
                <c:pt idx="86">
                  <c:v>2.4477034499775772E-3</c:v>
                </c:pt>
                <c:pt idx="87">
                  <c:v>2.609420588151023E-3</c:v>
                </c:pt>
                <c:pt idx="88">
                  <c:v>2.7609067172345838E-3</c:v>
                </c:pt>
                <c:pt idx="89">
                  <c:v>2.9015614250723978E-3</c:v>
                </c:pt>
                <c:pt idx="90">
                  <c:v>3.0308270427112571E-3</c:v>
                </c:pt>
                <c:pt idx="91">
                  <c:v>3.1481909085896219E-3</c:v>
                </c:pt>
                <c:pt idx="92">
                  <c:v>3.2531874527597969E-3</c:v>
                </c:pt>
                <c:pt idx="93">
                  <c:v>3.345400092055121E-3</c:v>
                </c:pt>
                <c:pt idx="94">
                  <c:v>3.424462927692998E-3</c:v>
                </c:pt>
                <c:pt idx="95">
                  <c:v>3.490062237562513E-3</c:v>
                </c:pt>
                <c:pt idx="96">
                  <c:v>3.5419377565432471E-3</c:v>
                </c:pt>
                <c:pt idx="97">
                  <c:v>3.57988373937786E-3</c:v>
                </c:pt>
                <c:pt idx="98">
                  <c:v>3.603749801661278E-3</c:v>
                </c:pt>
                <c:pt idx="99">
                  <c:v>3.613441535458966E-3</c:v>
                </c:pt>
                <c:pt idx="100">
                  <c:v>3.6089208969938649E-3</c:v>
                </c:pt>
                <c:pt idx="101">
                  <c:v>3.5902063647663381E-3</c:v>
                </c:pt>
                <c:pt idx="102">
                  <c:v>3.5573728674166251E-3</c:v>
                </c:pt>
                <c:pt idx="103">
                  <c:v>3.510551481593932E-3</c:v>
                </c:pt>
                <c:pt idx="104">
                  <c:v>3.4499289010328262E-3</c:v>
                </c:pt>
                <c:pt idx="105">
                  <c:v>3.3757466789626749E-3</c:v>
                </c:pt>
                <c:pt idx="106">
                  <c:v>3.2883002469055352E-3</c:v>
                </c:pt>
                <c:pt idx="107">
                  <c:v>3.1879377138425602E-3</c:v>
                </c:pt>
                <c:pt idx="108">
                  <c:v>3.0750584506355652E-3</c:v>
                </c:pt>
                <c:pt idx="109">
                  <c:v>2.9501114655173769E-3</c:v>
                </c:pt>
                <c:pt idx="110">
                  <c:v>2.813593577496346E-3</c:v>
                </c:pt>
                <c:pt idx="111">
                  <c:v>2.6660473956151838E-3</c:v>
                </c:pt>
                <c:pt idx="112">
                  <c:v>2.5080591129561592E-3</c:v>
                </c:pt>
                <c:pt idx="113">
                  <c:v>2.3402561250494649E-3</c:v>
                </c:pt>
                <c:pt idx="114">
                  <c:v>2.1633044831455288E-3</c:v>
                </c:pt>
                <c:pt idx="115">
                  <c:v>1.977906193752437E-3</c:v>
                </c:pt>
                <c:pt idx="116">
                  <c:v>1.7847963766572581E-3</c:v>
                </c:pt>
                <c:pt idx="117">
                  <c:v>1.5847402940742581E-3</c:v>
                </c:pt>
                <c:pt idx="118">
                  <c:v>1.378530263767047E-3</c:v>
                </c:pt>
                <c:pt idx="119">
                  <c:v>1.1669824693694741E-3</c:v>
                </c:pt>
                <c:pt idx="120">
                  <c:v>9.5093368162896231E-4</c:v>
                </c:pt>
                <c:pt idx="121">
                  <c:v>7.3123790452725131E-4</c:v>
                </c:pt>
                <c:pt idx="122">
                  <c:v>5.0876296021709296E-4</c:v>
                </c:pt>
                <c:pt idx="123">
                  <c:v>2.8438702682470938E-4</c:v>
                </c:pt>
                <c:pt idx="124">
                  <c:v>5.8995143423877809E-5</c:v>
                </c:pt>
                <c:pt idx="125">
                  <c:v>-1.6652430342193179E-4</c:v>
                </c:pt>
                <c:pt idx="126">
                  <c:v>-3.9128309730249823E-4</c:v>
                </c:pt>
                <c:pt idx="127">
                  <c:v>-6.1439669978094903E-4</c:v>
                </c:pt>
                <c:pt idx="128">
                  <c:v>-8.349877346293615E-4</c:v>
                </c:pt>
                <c:pt idx="129">
                  <c:v>-1.0521894349760021E-3</c:v>
                </c:pt>
                <c:pt idx="130">
                  <c:v>-1.2651490401558039E-3</c:v>
                </c:pt>
                <c:pt idx="131">
                  <c:v>-1.473031129387892E-3</c:v>
                </c:pt>
                <c:pt idx="132">
                  <c:v>-1.6750208797515101E-3</c:v>
                </c:pt>
                <c:pt idx="133">
                  <c:v>-1.870327236301669E-3</c:v>
                </c:pt>
                <c:pt idx="134">
                  <c:v>-2.058185982538189E-3</c:v>
                </c:pt>
                <c:pt idx="135">
                  <c:v>-2.2378626998168132E-3</c:v>
                </c:pt>
                <c:pt idx="136">
                  <c:v>-2.408655604772777E-3</c:v>
                </c:pt>
                <c:pt idx="137">
                  <c:v>-2.569898254440625E-3</c:v>
                </c:pt>
                <c:pt idx="138">
                  <c:v>-2.720962109394329E-3</c:v>
                </c:pt>
                <c:pt idx="139">
                  <c:v>-2.8612589458529062E-3</c:v>
                </c:pt>
                <c:pt idx="140">
                  <c:v>-2.990243108296195E-3</c:v>
                </c:pt>
                <c:pt idx="141">
                  <c:v>-3.1074135947011588E-3</c:v>
                </c:pt>
                <c:pt idx="142">
                  <c:v>-3.2123159670850261E-3</c:v>
                </c:pt>
                <c:pt idx="143">
                  <c:v>-3.3045440806834031E-3</c:v>
                </c:pt>
                <c:pt idx="144">
                  <c:v>-3.383741625788075E-3</c:v>
                </c:pt>
                <c:pt idx="145">
                  <c:v>-3.4496034769710719E-3</c:v>
                </c:pt>
                <c:pt idx="146">
                  <c:v>-3.5018768451151061E-3</c:v>
                </c:pt>
                <c:pt idx="147">
                  <c:v>-3.5403622283842729E-3</c:v>
                </c:pt>
                <c:pt idx="148">
                  <c:v>-3.5649141589963718E-3</c:v>
                </c:pt>
                <c:pt idx="149">
                  <c:v>-3.5754417433693331E-3</c:v>
                </c:pt>
                <c:pt idx="150">
                  <c:v>-3.5719089939352951E-3</c:v>
                </c:pt>
                <c:pt idx="151">
                  <c:v>-3.5543349516610119E-3</c:v>
                </c:pt>
                <c:pt idx="152">
                  <c:v>-3.5227935990109101E-3</c:v>
                </c:pt>
                <c:pt idx="153">
                  <c:v>-3.4774135637134721E-3</c:v>
                </c:pt>
                <c:pt idx="154">
                  <c:v>-3.4183776143441088E-3</c:v>
                </c:pt>
                <c:pt idx="155">
                  <c:v>-3.345921949472289E-3</c:v>
                </c:pt>
                <c:pt idx="156">
                  <c:v>-3.2603352828415688E-3</c:v>
                </c:pt>
                <c:pt idx="157">
                  <c:v>-3.161957727696816E-3</c:v>
                </c:pt>
                <c:pt idx="158">
                  <c:v>-3.051179484034485E-3</c:v>
                </c:pt>
                <c:pt idx="159">
                  <c:v>-2.928439333300864E-3</c:v>
                </c:pt>
                <c:pt idx="160">
                  <c:v>-2.7942229458324049E-3</c:v>
                </c:pt>
                <c:pt idx="161">
                  <c:v>-2.649061007037394E-3</c:v>
                </c:pt>
                <c:pt idx="162">
                  <c:v>-2.493527168966031E-3</c:v>
                </c:pt>
                <c:pt idx="163">
                  <c:v>-2.328235834556552E-3</c:v>
                </c:pt>
                <c:pt idx="164">
                  <c:v>-2.1538397824818032E-3</c:v>
                </c:pt>
                <c:pt idx="165">
                  <c:v>-1.9710276411183578E-3</c:v>
                </c:pt>
                <c:pt idx="166">
                  <c:v>-1.7805212207137741E-3</c:v>
                </c:pt>
                <c:pt idx="167">
                  <c:v>-1.5830727133658679E-3</c:v>
                </c:pt>
                <c:pt idx="168">
                  <c:v>-1.3794617709753619E-3</c:v>
                </c:pt>
                <c:pt idx="169">
                  <c:v>-1.170492471874153E-3</c:v>
                </c:pt>
                <c:pt idx="170">
                  <c:v>-9.5699018733709929E-4</c:v>
                </c:pt>
                <c:pt idx="171">
                  <c:v>-7.3979835967610374E-4</c:v>
                </c:pt>
                <c:pt idx="172">
                  <c:v>-5.1977520407481238E-4</c:v>
                </c:pt>
                <c:pt idx="173">
                  <c:v>-2.9779034665464599E-4</c:v>
                </c:pt>
                <c:pt idx="174">
                  <c:v>-7.4721411478574648E-5</c:v>
                </c:pt>
                <c:pt idx="175">
                  <c:v>1.485494305716311E-4</c:v>
                </c:pt>
                <c:pt idx="176">
                  <c:v>3.7113893784027969E-4</c:v>
                </c:pt>
                <c:pt idx="177">
                  <c:v>5.9216628544492115E-4</c:v>
                </c:pt>
                <c:pt idx="178">
                  <c:v>8.1075655076308969E-4</c:v>
                </c:pt>
                <c:pt idx="179">
                  <c:v>1.026044183151689E-3</c:v>
                </c:pt>
                <c:pt idx="180">
                  <c:v>1.2371764440509421E-3</c:v>
                </c:pt>
                <c:pt idx="181">
                  <c:v>1.443316803561022E-3</c:v>
                </c:pt>
                <c:pt idx="182">
                  <c:v>1.6436482795957549E-3</c:v>
                </c:pt>
                <c:pt idx="183">
                  <c:v>1.8373767058180029E-3</c:v>
                </c:pt>
                <c:pt idx="184">
                  <c:v>2.0237339147441882E-3</c:v>
                </c:pt>
                <c:pt idx="185">
                  <c:v>2.2019808225791251E-3</c:v>
                </c:pt>
                <c:pt idx="186">
                  <c:v>2.3714104025709158E-3</c:v>
                </c:pt>
                <c:pt idx="187">
                  <c:v>2.5313505341447531E-3</c:v>
                </c:pt>
                <c:pt idx="188">
                  <c:v>2.6811667156655889E-3</c:v>
                </c:pt>
                <c:pt idx="189">
                  <c:v>2.8202646291478912E-3</c:v>
                </c:pt>
                <c:pt idx="190">
                  <c:v>2.9480925456769401E-3</c:v>
                </c:pt>
                <c:pt idx="191">
                  <c:v>3.06414356099331E-3</c:v>
                </c:pt>
                <c:pt idx="192">
                  <c:v>3.167957651574297E-3</c:v>
                </c:pt>
                <c:pt idx="193">
                  <c:v>3.259123542303591E-3</c:v>
                </c:pt>
                <c:pt idx="194">
                  <c:v>3.3372803773922882E-3</c:v>
                </c:pt>
                <c:pt idx="195">
                  <c:v>3.402119186956007E-3</c:v>
                </c:pt>
                <c:pt idx="196">
                  <c:v>3.453384142748807E-3</c:v>
                </c:pt>
                <c:pt idx="197">
                  <c:v>3.4908735977397121E-3</c:v>
                </c:pt>
                <c:pt idx="198">
                  <c:v>3.5144409052571901E-3</c:v>
                </c:pt>
                <c:pt idx="199">
                  <c:v>3.5239950143639118E-3</c:v>
                </c:pt>
                <c:pt idx="200">
                  <c:v>3.519500839040087E-3</c:v>
                </c:pt>
                <c:pt idx="201">
                  <c:v>3.5009793996621458E-3</c:v>
                </c:pt>
                <c:pt idx="202">
                  <c:v>3.4685077361810402E-3</c:v>
                </c:pt>
                <c:pt idx="203">
                  <c:v>3.422218593344671E-3</c:v>
                </c:pt>
                <c:pt idx="204">
                  <c:v>3.3622998792533858E-3</c:v>
                </c:pt>
                <c:pt idx="205">
                  <c:v>3.2889938994590411E-3</c:v>
                </c:pt>
                <c:pt idx="206">
                  <c:v>3.2025963697181799E-3</c:v>
                </c:pt>
                <c:pt idx="207">
                  <c:v>3.1034552114093282E-3</c:v>
                </c:pt>
                <c:pt idx="208">
                  <c:v>2.9919691345292139E-3</c:v>
                </c:pt>
                <c:pt idx="209">
                  <c:v>2.868586014110597E-3</c:v>
                </c:pt>
                <c:pt idx="210">
                  <c:v>2.733801066922897E-3</c:v>
                </c:pt>
                <c:pt idx="211">
                  <c:v>2.5881548363974262E-3</c:v>
                </c:pt>
                <c:pt idx="212">
                  <c:v>2.4322309946482419E-3</c:v>
                </c:pt>
                <c:pt idx="213">
                  <c:v>2.2666539711750778E-3</c:v>
                </c:pt>
                <c:pt idx="214">
                  <c:v>2.0920864185960128E-3</c:v>
                </c:pt>
                <c:pt idx="215">
                  <c:v>1.909226526693016E-3</c:v>
                </c:pt>
                <c:pt idx="216">
                  <c:v>1.718805196874573E-3</c:v>
                </c:pt>
                <c:pt idx="217">
                  <c:v>1.5215830895836621E-3</c:v>
                </c:pt>
                <c:pt idx="218">
                  <c:v>1.3183475573952711E-3</c:v>
                </c:pt>
                <c:pt idx="219">
                  <c:v>1.109909476922242E-3</c:v>
                </c:pt>
                <c:pt idx="220">
                  <c:v>8.9709999311253659E-4</c:v>
                </c:pt>
                <c:pt idx="221">
                  <c:v>6.8076718972631342E-4</c:v>
                </c:pt>
                <c:pt idx="222">
                  <c:v>4.617726997593176E-4</c:v>
                </c:pt>
                <c:pt idx="223">
                  <c:v>2.40988269680757E-4</c:v>
                </c:pt>
                <c:pt idx="224">
                  <c:v>1.9292291605568679E-5</c:v>
                </c:pt>
                <c:pt idx="225">
                  <c:v>-2.0243368238351701E-4</c:v>
                </c:pt>
                <c:pt idx="226">
                  <c:v>-4.2330842970811269E-4</c:v>
                </c:pt>
                <c:pt idx="227">
                  <c:v>-6.4245453675599337E-4</c:v>
                </c:pt>
                <c:pt idx="228">
                  <c:v>-8.5900185476283438E-4</c:v>
                </c:pt>
                <c:pt idx="229">
                  <c:v>-1.072090918785172E-3</c:v>
                </c:pt>
                <c:pt idx="230">
                  <c:v>-1.2808763167382171E-3</c:v>
                </c:pt>
                <c:pt idx="231">
                  <c:v>-1.4845299958260361E-3</c:v>
                </c:pt>
                <c:pt idx="232">
                  <c:v>-1.682244494048689E-3</c:v>
                </c:pt>
                <c:pt idx="233">
                  <c:v>-1.8732360848252849E-3</c:v>
                </c:pt>
                <c:pt idx="234">
                  <c:v>-2.0567478231158709E-3</c:v>
                </c:pt>
                <c:pt idx="235">
                  <c:v>-2.23205248178445E-3</c:v>
                </c:pt>
                <c:pt idx="236">
                  <c:v>-2.3984553674323882E-3</c:v>
                </c:pt>
                <c:pt idx="237">
                  <c:v>-2.5552970055490341E-3</c:v>
                </c:pt>
                <c:pt idx="238">
                  <c:v>-2.701955685448159E-3</c:v>
                </c:pt>
                <c:pt idx="239">
                  <c:v>-2.8378498560542292E-3</c:v>
                </c:pt>
                <c:pt idx="240">
                  <c:v>-2.9624403641927521E-3</c:v>
                </c:pt>
                <c:pt idx="241">
                  <c:v>-3.075232527598989E-3</c:v>
                </c:pt>
                <c:pt idx="242">
                  <c:v>-3.1757780354162101E-3</c:v>
                </c:pt>
                <c:pt idx="243">
                  <c:v>-3.263676669573811E-3</c:v>
                </c:pt>
                <c:pt idx="244">
                  <c:v>-3.338577841123627E-3</c:v>
                </c:pt>
                <c:pt idx="245">
                  <c:v>-3.4001819363212089E-3</c:v>
                </c:pt>
                <c:pt idx="246">
                  <c:v>-3.4482414679293289E-3</c:v>
                </c:pt>
                <c:pt idx="247">
                  <c:v>-3.4825620278986138E-3</c:v>
                </c:pt>
                <c:pt idx="248">
                  <c:v>-3.5030030382555001E-3</c:v>
                </c:pt>
                <c:pt idx="249">
                  <c:v>-3.5094782977065312E-3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8D1F-4ADB-9C2E-DE1375307BFA}"/>
            </c:ext>
          </c:extLst>
        </c:ser>
        <c:ser>
          <c:idx val="2"/>
          <c:order val="2"/>
          <c:tx>
            <c:v>20 Hz</c:v>
          </c:tx>
          <c:spPr>
            <a:ln w="19050" cap="rnd">
              <a:solidFill>
                <a:schemeClr val="accent1">
                  <a:tint val="65000"/>
                </a:schemeClr>
              </a:solidFill>
              <a:round/>
            </a:ln>
            <a:effectLst/>
          </c:spPr>
          <c:marker>
            <c:symbol val="none"/>
          </c:marker>
          <c:xVal>
            <c:numRef>
              <c:f>v2ref0_90min_v6_f20!$A$2:$A$251</c:f>
              <c:numCache>
                <c:formatCode>General</c:formatCode>
                <c:ptCount val="250"/>
                <c:pt idx="0">
                  <c:v>3.2582056353555692E-4</c:v>
                </c:pt>
                <c:pt idx="1">
                  <c:v>3.6430595330757322E-4</c:v>
                </c:pt>
                <c:pt idx="2">
                  <c:v>3.9704611228117358E-4</c:v>
                </c:pt>
                <c:pt idx="3">
                  <c:v>4.2352454835621768E-4</c:v>
                </c:pt>
                <c:pt idx="4">
                  <c:v>4.4332341362083747E-4</c:v>
                </c:pt>
                <c:pt idx="5">
                  <c:v>4.5613009389429171E-4</c:v>
                </c:pt>
                <c:pt idx="6">
                  <c:v>4.6174214250507378E-4</c:v>
                </c:pt>
                <c:pt idx="7">
                  <c:v>4.6007048045206738E-4</c:v>
                </c:pt>
                <c:pt idx="8">
                  <c:v>4.5114081231086771E-4</c:v>
                </c:pt>
                <c:pt idx="9">
                  <c:v>4.3509323525617961E-4</c:v>
                </c:pt>
                <c:pt idx="10">
                  <c:v>4.1218004695336811E-4</c:v>
                </c:pt>
                <c:pt idx="11">
                  <c:v>3.8276178639318258E-4</c:v>
                </c:pt>
                <c:pt idx="12">
                  <c:v>3.4730156954904649E-4</c:v>
                </c:pt>
                <c:pt idx="13">
                  <c:v>3.0635780857394488E-4</c:v>
                </c:pt>
                <c:pt idx="14">
                  <c:v>2.6057542870212808E-4</c:v>
                </c:pt>
                <c:pt idx="15">
                  <c:v>2.1067572069407211E-4</c:v>
                </c:pt>
                <c:pt idx="16">
                  <c:v>1.57444988197424E-4</c:v>
                </c:pt>
                <c:pt idx="17">
                  <c:v>1.0172216844106061E-4</c:v>
                </c:pt>
                <c:pt idx="18">
                  <c:v>4.4385620916168148E-5</c:v>
                </c:pt>
                <c:pt idx="19">
                  <c:v>-1.3660708128597219E-5</c:v>
                </c:pt>
                <c:pt idx="20">
                  <c:v>-7.1501527638992182E-5</c:v>
                </c:pt>
                <c:pt idx="21">
                  <c:v>-1.2822462592474389E-4</c:v>
                </c:pt>
                <c:pt idx="22">
                  <c:v>-1.8293524986189629E-4</c:v>
                </c:pt>
                <c:pt idx="23">
                  <c:v>-2.3477021256713569E-4</c:v>
                </c:pt>
                <c:pt idx="24">
                  <c:v>-2.829115071696097E-4</c:v>
                </c:pt>
                <c:pt idx="25">
                  <c:v>-3.265992119925193E-4</c:v>
                </c:pt>
                <c:pt idx="26">
                  <c:v>-3.6514348352947483E-4</c:v>
                </c:pt>
                <c:pt idx="27">
                  <c:v>-3.9793544788139932E-4</c:v>
                </c:pt>
                <c:pt idx="28">
                  <c:v>-4.2445681858313761E-4</c:v>
                </c:pt>
                <c:pt idx="29">
                  <c:v>-4.442880887379445E-4</c:v>
                </c:pt>
                <c:pt idx="30">
                  <c:v>-4.5711516779438582E-4</c:v>
                </c:pt>
                <c:pt idx="31">
                  <c:v>-4.6273435779111202E-4</c:v>
                </c:pt>
                <c:pt idx="32">
                  <c:v>-4.6105559006209292E-4</c:v>
                </c:pt>
                <c:pt idx="33">
                  <c:v>-4.521038708147862E-4</c:v>
                </c:pt>
                <c:pt idx="34">
                  <c:v>-4.3601891223271708E-4</c:v>
                </c:pt>
                <c:pt idx="35">
                  <c:v>-4.1305295437422501E-4</c:v>
                </c:pt>
                <c:pt idx="36">
                  <c:v>-3.8356681169608351E-4</c:v>
                </c:pt>
                <c:pt idx="37">
                  <c:v>-3.4802420606945561E-4</c:v>
                </c:pt>
                <c:pt idx="38">
                  <c:v>-3.0698447522160561E-4</c:v>
                </c:pt>
                <c:pt idx="39">
                  <c:v>-2.6109377119895902E-4</c:v>
                </c:pt>
                <c:pt idx="40">
                  <c:v>-2.1107488731018581E-4</c:v>
                </c:pt>
                <c:pt idx="41">
                  <c:v>-1.5771587370478691E-4</c:v>
                </c:pt>
                <c:pt idx="42">
                  <c:v>-1.0185762092812031E-4</c:v>
                </c:pt>
                <c:pt idx="43">
                  <c:v>-4.4380607154522038E-5</c:v>
                </c:pt>
                <c:pt idx="44">
                  <c:v>1.380898193223357E-5</c:v>
                </c:pt>
                <c:pt idx="45">
                  <c:v>7.179354168354941E-5</c:v>
                </c:pt>
                <c:pt idx="46">
                  <c:v>1.286585200397676E-4</c:v>
                </c:pt>
                <c:pt idx="47">
                  <c:v>1.8350684376200151E-4</c:v>
                </c:pt>
                <c:pt idx="48">
                  <c:v>2.3547307171119209E-4</c:v>
                </c:pt>
                <c:pt idx="49">
                  <c:v>2.8373705183821753E-4</c:v>
                </c:pt>
                <c:pt idx="50">
                  <c:v>3.2753686635946612E-4</c:v>
                </c:pt>
                <c:pt idx="51">
                  <c:v>3.6618086079150282E-4</c:v>
                </c:pt>
                <c:pt idx="52">
                  <c:v>3.9905856693336049E-4</c:v>
                </c:pt>
                <c:pt idx="53">
                  <c:v>4.2565034729567428E-4</c:v>
                </c:pt>
                <c:pt idx="54">
                  <c:v>4.4553560861349591E-4</c:v>
                </c:pt>
                <c:pt idx="55">
                  <c:v>4.5839945462517259E-4</c:v>
                </c:pt>
                <c:pt idx="56">
                  <c:v>4.6403767289071292E-4</c:v>
                </c:pt>
                <c:pt idx="57">
                  <c:v>4.6235997666957922E-4</c:v>
                </c:pt>
                <c:pt idx="58">
                  <c:v>4.5339145037059112E-4</c:v>
                </c:pt>
                <c:pt idx="59">
                  <c:v>4.3727217539325981E-4</c:v>
                </c:pt>
                <c:pt idx="60">
                  <c:v>4.142550418510293E-4</c:v>
                </c:pt>
                <c:pt idx="61">
                  <c:v>3.847017802591207E-4</c:v>
                </c:pt>
                <c:pt idx="62">
                  <c:v>3.4907727535317677E-4</c:v>
                </c:pt>
                <c:pt idx="63">
                  <c:v>3.0794225134190428E-4</c:v>
                </c:pt>
                <c:pt idx="64">
                  <c:v>2.6194444363533741E-4</c:v>
                </c:pt>
                <c:pt idx="65">
                  <c:v>2.1180839600247139E-4</c:v>
                </c:pt>
                <c:pt idx="66">
                  <c:v>1.5832404383010881E-4</c:v>
                </c:pt>
                <c:pt idx="67">
                  <c:v>1.02334263357455E-4</c:v>
                </c:pt>
                <c:pt idx="68">
                  <c:v>4.4721583145691621E-5</c:v>
                </c:pt>
                <c:pt idx="69">
                  <c:v>-1.3605732668217391E-5</c:v>
                </c:pt>
                <c:pt idx="70">
                  <c:v>-7.1728009812135915E-5</c:v>
                </c:pt>
                <c:pt idx="71">
                  <c:v>-1.2872867199353169E-4</c:v>
                </c:pt>
                <c:pt idx="72">
                  <c:v>-1.8370870273080419E-4</c:v>
                </c:pt>
                <c:pt idx="73">
                  <c:v>-2.3580083260199249E-4</c:v>
                </c:pt>
                <c:pt idx="74">
                  <c:v>-2.8418322786329711E-4</c:v>
                </c:pt>
                <c:pt idx="75">
                  <c:v>-3.2809246419037292E-4</c:v>
                </c:pt>
                <c:pt idx="76">
                  <c:v>-3.6683558053104813E-4</c:v>
                </c:pt>
                <c:pt idx="77">
                  <c:v>-3.998010225376648E-4</c:v>
                </c:pt>
                <c:pt idx="78">
                  <c:v>-4.264683025307595E-4</c:v>
                </c:pt>
                <c:pt idx="79">
                  <c:v>-4.464162231696743E-4</c:v>
                </c:pt>
                <c:pt idx="80">
                  <c:v>-4.5932953467144749E-4</c:v>
                </c:pt>
                <c:pt idx="81">
                  <c:v>-4.6500392017210937E-4</c:v>
                </c:pt>
                <c:pt idx="82">
                  <c:v>-4.6334923025676108E-4</c:v>
                </c:pt>
                <c:pt idx="83">
                  <c:v>-4.543909153623856E-4</c:v>
                </c:pt>
                <c:pt idx="84">
                  <c:v>-4.3826963324127932E-4</c:v>
                </c:pt>
                <c:pt idx="85">
                  <c:v>-4.1523903752193247E-4</c:v>
                </c:pt>
                <c:pt idx="86">
                  <c:v>-3.8566178216493078E-4</c:v>
                </c:pt>
                <c:pt idx="87">
                  <c:v>-3.5000380482144093E-4</c:v>
                </c:pt>
                <c:pt idx="88">
                  <c:v>-3.0882697931164962E-4</c:v>
                </c:pt>
                <c:pt idx="89">
                  <c:v>-2.6278025322805457E-4</c:v>
                </c:pt>
                <c:pt idx="90">
                  <c:v>-2.125894106287661E-4</c:v>
                </c:pt>
                <c:pt idx="91">
                  <c:v>-1.590456215298305E-4</c:v>
                </c:pt>
                <c:pt idx="92">
                  <c:v>-1.0299295908484851E-4</c:v>
                </c:pt>
                <c:pt idx="93">
                  <c:v>-4.5315081661298142E-5</c:v>
                </c:pt>
                <c:pt idx="94">
                  <c:v>1.3078709769404209E-5</c:v>
                </c:pt>
                <c:pt idx="95">
                  <c:v>7.1267818642563522E-5</c:v>
                </c:pt>
                <c:pt idx="96">
                  <c:v>1.2833487756875591E-4</c:v>
                </c:pt>
                <c:pt idx="97">
                  <c:v>1.8338022146534641E-4</c:v>
                </c:pt>
                <c:pt idx="98">
                  <c:v>2.3553608053066761E-4</c:v>
                </c:pt>
                <c:pt idx="99">
                  <c:v>2.8398026901271139E-4</c:v>
                </c:pt>
                <c:pt idx="100">
                  <c:v>3.279491537248664E-4</c:v>
                </c:pt>
                <c:pt idx="101">
                  <c:v>3.6674969767606659E-4</c:v>
                </c:pt>
                <c:pt idx="102">
                  <c:v>3.9977038883831038E-4</c:v>
                </c:pt>
                <c:pt idx="103">
                  <c:v>4.2649088172874592E-4</c:v>
                </c:pt>
                <c:pt idx="104">
                  <c:v>4.4649019983721418E-4</c:v>
                </c:pt>
                <c:pt idx="105">
                  <c:v>4.5945336965604538E-4</c:v>
                </c:pt>
                <c:pt idx="106">
                  <c:v>4.6517638182407142E-4</c:v>
                </c:pt>
                <c:pt idx="107">
                  <c:v>4.6356940130425973E-4</c:v>
                </c:pt>
                <c:pt idx="108">
                  <c:v>4.5465817615093171E-4</c:v>
                </c:pt>
                <c:pt idx="109">
                  <c:v>4.3858362284058243E-4</c:v>
                </c:pt>
                <c:pt idx="110">
                  <c:v>4.1559959489380181E-4</c:v>
                </c:pt>
                <c:pt idx="111">
                  <c:v>3.8606887016042759E-4</c:v>
                </c:pt>
                <c:pt idx="112">
                  <c:v>3.5045742022730389E-4</c:v>
                </c:pt>
                <c:pt idx="113">
                  <c:v>3.0932705249579111E-4</c:v>
                </c:pt>
                <c:pt idx="114">
                  <c:v>2.6332654114165729E-4</c:v>
                </c:pt>
                <c:pt idx="115">
                  <c:v>2.1318138701011141E-4</c:v>
                </c:pt>
                <c:pt idx="116">
                  <c:v>1.5968236813180249E-4</c:v>
                </c:pt>
                <c:pt idx="117">
                  <c:v>1.036730616234986E-4</c:v>
                </c:pt>
                <c:pt idx="118">
                  <c:v>4.6036533956068621E-5</c:v>
                </c:pt>
                <c:pt idx="119">
                  <c:v>-1.2318590323516919E-5</c:v>
                </c:pt>
                <c:pt idx="120">
                  <c:v>-7.047246154375917E-5</c:v>
                </c:pt>
                <c:pt idx="121">
                  <c:v>-1.2750851334314799E-4</c:v>
                </c:pt>
                <c:pt idx="122">
                  <c:v>-1.8252791764576161E-4</c:v>
                </c:pt>
                <c:pt idx="123">
                  <c:v>-2.3466375810038119E-4</c:v>
                </c:pt>
                <c:pt idx="124">
                  <c:v>-2.8309469837190741E-4</c:v>
                </c:pt>
                <c:pt idx="125">
                  <c:v>-3.270579296651623E-4</c:v>
                </c:pt>
                <c:pt idx="126">
                  <c:v>-3.6586119324657232E-4</c:v>
                </c:pt>
                <c:pt idx="127">
                  <c:v>-3.988936883308205E-4</c:v>
                </c:pt>
                <c:pt idx="128">
                  <c:v>-4.2563569329578412E-4</c:v>
                </c:pt>
                <c:pt idx="129">
                  <c:v>-4.4566674851470567E-4</c:v>
                </c:pt>
                <c:pt idx="130">
                  <c:v>-4.5867227183235087E-4</c:v>
                </c:pt>
                <c:pt idx="131">
                  <c:v>-4.6444850249354022E-4</c:v>
                </c:pt>
                <c:pt idx="132">
                  <c:v>-4.6290569575889608E-4</c:v>
                </c:pt>
                <c:pt idx="133">
                  <c:v>-4.5406951809590183E-4</c:v>
                </c:pt>
                <c:pt idx="134">
                  <c:v>-4.3808062127076588E-4</c:v>
                </c:pt>
                <c:pt idx="135">
                  <c:v>-4.1519240242871692E-4</c:v>
                </c:pt>
                <c:pt idx="136">
                  <c:v>-3.8576698588482159E-4</c:v>
                </c:pt>
                <c:pt idx="137">
                  <c:v>-3.5026949041501248E-4</c:v>
                </c:pt>
                <c:pt idx="138">
                  <c:v>-3.0926067289989049E-4</c:v>
                </c:pt>
                <c:pt idx="139">
                  <c:v>-2.6338806479701512E-4</c:v>
                </c:pt>
                <c:pt idx="140">
                  <c:v>-2.1337574168789599E-4</c:v>
                </c:pt>
                <c:pt idx="141">
                  <c:v>-1.6001288769008269E-4</c:v>
                </c:pt>
                <c:pt idx="142">
                  <c:v>-1.041413355125087E-4</c:v>
                </c:pt>
                <c:pt idx="143">
                  <c:v>-4.6642279070030307E-5</c:v>
                </c:pt>
                <c:pt idx="144">
                  <c:v>1.1577631403848179E-5</c:v>
                </c:pt>
                <c:pt idx="145">
                  <c:v>6.9600592122217209E-5</c:v>
                </c:pt>
                <c:pt idx="146">
                  <c:v>1.2651212057327739E-4</c:v>
                </c:pt>
                <c:pt idx="147">
                  <c:v>1.814154739846997E-4</c:v>
                </c:pt>
                <c:pt idx="148">
                  <c:v>2.334457839940336E-4</c:v>
                </c:pt>
                <c:pt idx="149">
                  <c:v>2.8178368468853571E-4</c:v>
                </c:pt>
                <c:pt idx="150">
                  <c:v>3.2566821928843901E-4</c:v>
                </c:pt>
                <c:pt idx="151">
                  <c:v>3.644088222311215E-4</c:v>
                </c:pt>
                <c:pt idx="152">
                  <c:v>3.9739618807666151E-4</c:v>
                </c:pt>
                <c:pt idx="153">
                  <c:v>4.2411185627097933E-4</c:v>
                </c:pt>
                <c:pt idx="154">
                  <c:v>4.4413636110636771E-4</c:v>
                </c:pt>
                <c:pt idx="155">
                  <c:v>4.5715581889383821E-4</c:v>
                </c:pt>
                <c:pt idx="156">
                  <c:v>4.6296684903654082E-4</c:v>
                </c:pt>
                <c:pt idx="157">
                  <c:v>4.6147975196632291E-4</c:v>
                </c:pt>
                <c:pt idx="158">
                  <c:v>4.5271989436914268E-4</c:v>
                </c:pt>
                <c:pt idx="159">
                  <c:v>4.3682728036672477E-4</c:v>
                </c:pt>
                <c:pt idx="160">
                  <c:v>4.1405431590418542E-4</c:v>
                </c:pt>
                <c:pt idx="161">
                  <c:v>3.8476180205522411E-4</c:v>
                </c:pt>
                <c:pt idx="162">
                  <c:v>3.494132208399805E-4</c:v>
                </c:pt>
                <c:pt idx="163">
                  <c:v>3.0856740402122841E-4</c:v>
                </c:pt>
                <c:pt idx="164">
                  <c:v>2.628697007879679E-4</c:v>
                </c:pt>
                <c:pt idx="165">
                  <c:v>2.1304178385533179E-4</c:v>
                </c:pt>
                <c:pt idx="166">
                  <c:v>1.598702549369359E-4</c:v>
                </c:pt>
                <c:pt idx="167">
                  <c:v>1.041942294406635E-4</c:v>
                </c:pt>
                <c:pt idx="168">
                  <c:v>4.6892096292169697E-5</c:v>
                </c:pt>
                <c:pt idx="169">
                  <c:v>-1.113233825625506E-5</c:v>
                </c:pt>
                <c:pt idx="170">
                  <c:v>-6.8964104313435981E-5</c:v>
                </c:pt>
                <c:pt idx="171">
                  <c:v>-1.2569149479269449E-4</c:v>
                </c:pt>
                <c:pt idx="172">
                  <c:v>-1.8042043719175899E-4</c:v>
                </c:pt>
                <c:pt idx="173">
                  <c:v>-2.3228858420579359E-4</c:v>
                </c:pt>
                <c:pt idx="174">
                  <c:v>-2.804789011551309E-4</c:v>
                </c:pt>
                <c:pt idx="175">
                  <c:v>-3.2423253618225992E-4</c:v>
                </c:pt>
                <c:pt idx="176">
                  <c:v>-3.6286077050885768E-4</c:v>
                </c:pt>
                <c:pt idx="177">
                  <c:v>-3.9575586056731188E-4</c:v>
                </c:pt>
                <c:pt idx="178">
                  <c:v>-4.2240060130365148E-4</c:v>
                </c:pt>
                <c:pt idx="179">
                  <c:v>-4.4237646012188121E-4</c:v>
                </c:pt>
                <c:pt idx="180">
                  <c:v>-4.5537015349915102E-4</c:v>
                </c:pt>
                <c:pt idx="181">
                  <c:v>-4.6117856289461099E-4</c:v>
                </c:pt>
                <c:pt idx="182">
                  <c:v>-4.5971191279984912E-4</c:v>
                </c:pt>
                <c:pt idx="183">
                  <c:v>-4.5099516120461312E-4</c:v>
                </c:pt>
                <c:pt idx="184">
                  <c:v>-4.3516758094416509E-4</c:v>
                </c:pt>
                <c:pt idx="185">
                  <c:v>-4.1248053892348419E-4</c:v>
                </c:pt>
                <c:pt idx="186">
                  <c:v>-3.8329350863800389E-4</c:v>
                </c:pt>
                <c:pt idx="187">
                  <c:v>-3.4806837927147462E-4</c:v>
                </c:pt>
                <c:pt idx="188">
                  <c:v>-3.0736215149097129E-4</c:v>
                </c:pt>
                <c:pt idx="189">
                  <c:v>-2.6181813545467447E-4</c:v>
                </c:pt>
                <c:pt idx="190">
                  <c:v>-2.1215579012072089E-4</c:v>
                </c:pt>
                <c:pt idx="191">
                  <c:v>-1.591593643373516E-4</c:v>
                </c:pt>
                <c:pt idx="192">
                  <c:v>-1.0366551905958841E-4</c:v>
                </c:pt>
                <c:pt idx="193">
                  <c:v>-4.6550126062270052E-5</c:v>
                </c:pt>
                <c:pt idx="194">
                  <c:v>1.1285548553965319E-5</c:v>
                </c:pt>
                <c:pt idx="195">
                  <c:v>6.8929058137225059E-5</c:v>
                </c:pt>
                <c:pt idx="196">
                  <c:v>1.2547116242673359E-4</c:v>
                </c:pt>
                <c:pt idx="197">
                  <c:v>1.800201609022131E-4</c:v>
                </c:pt>
                <c:pt idx="198">
                  <c:v>2.3171594670769291E-4</c:v>
                </c:pt>
                <c:pt idx="199">
                  <c:v>2.7974355980460821E-4</c:v>
                </c:pt>
                <c:pt idx="200">
                  <c:v>3.2334602598235078E-4</c:v>
                </c:pt>
                <c:pt idx="201">
                  <c:v>3.6183627968241138E-4</c:v>
                </c:pt>
                <c:pt idx="202">
                  <c:v>3.9460798309135658E-4</c:v>
                </c:pt>
                <c:pt idx="203">
                  <c:v>4.21145071398261E-4</c:v>
                </c:pt>
                <c:pt idx="204">
                  <c:v>4.4102987421480808E-4</c:v>
                </c:pt>
                <c:pt idx="205">
                  <c:v>4.5394968559603089E-4</c:v>
                </c:pt>
                <c:pt idx="206">
                  <c:v>4.5970167952380899E-4</c:v>
                </c:pt>
                <c:pt idx="207">
                  <c:v>4.5819609375185791E-4</c:v>
                </c:pt>
                <c:pt idx="208">
                  <c:v>4.4945763215729212E-4</c:v>
                </c:pt>
                <c:pt idx="209">
                  <c:v>4.3362506376488691E-4</c:v>
                </c:pt>
                <c:pt idx="210">
                  <c:v>4.1094902496202293E-4</c:v>
                </c:pt>
                <c:pt idx="211">
                  <c:v>3.8178805967004932E-4</c:v>
                </c:pt>
                <c:pt idx="212">
                  <c:v>3.4660295994861631E-4</c:v>
                </c:pt>
                <c:pt idx="213">
                  <c:v>3.0594949624517702E-4</c:v>
                </c:pt>
                <c:pt idx="214">
                  <c:v>2.6046965183098647E-4</c:v>
                </c:pt>
                <c:pt idx="215">
                  <c:v>2.1088149948317989E-4</c:v>
                </c:pt>
                <c:pt idx="216">
                  <c:v>1.57967879815712E-4</c:v>
                </c:pt>
                <c:pt idx="217">
                  <c:v>1.025640595065825E-4</c:v>
                </c:pt>
                <c:pt idx="218">
                  <c:v>4.5544563723046239E-5</c:v>
                </c:pt>
                <c:pt idx="219">
                  <c:v>-1.219060995144248E-5</c:v>
                </c:pt>
                <c:pt idx="220">
                  <c:v>-6.9730179049642E-5</c:v>
                </c:pt>
                <c:pt idx="221">
                  <c:v>-1.2616594185590351E-4</c:v>
                </c:pt>
                <c:pt idx="222">
                  <c:v>-1.8060709497859939E-4</c:v>
                </c:pt>
                <c:pt idx="223">
                  <c:v>-2.3219427743184539E-4</c:v>
                </c:pt>
                <c:pt idx="224">
                  <c:v>-2.8011312007366598E-4</c:v>
                </c:pt>
                <c:pt idx="225">
                  <c:v>-3.2360708699559747E-4</c:v>
                </c:pt>
                <c:pt idx="226">
                  <c:v>-3.6198940656471419E-4</c:v>
                </c:pt>
                <c:pt idx="227">
                  <c:v>-3.9465390411578632E-4</c:v>
                </c:pt>
                <c:pt idx="228">
                  <c:v>-4.210845655576083E-4</c:v>
                </c:pt>
                <c:pt idx="229">
                  <c:v>-4.4086368112487178E-4</c:v>
                </c:pt>
                <c:pt idx="230">
                  <c:v>-4.5367844086144788E-4</c:v>
                </c:pt>
                <c:pt idx="231">
                  <c:v>-4.5932587780116781E-4</c:v>
                </c:pt>
                <c:pt idx="232">
                  <c:v>-4.5771608082174772E-4</c:v>
                </c:pt>
                <c:pt idx="233">
                  <c:v>-4.4887362637909022E-4</c:v>
                </c:pt>
                <c:pt idx="234">
                  <c:v>-4.329372063682139E-4</c:v>
                </c:pt>
                <c:pt idx="235">
                  <c:v>-4.1015745776481561E-4</c:v>
                </c:pt>
                <c:pt idx="236">
                  <c:v>-3.8089302801745428E-4</c:v>
                </c:pt>
                <c:pt idx="237">
                  <c:v>-3.4560493793256197E-4</c:v>
                </c:pt>
                <c:pt idx="238">
                  <c:v>-3.0484933059664478E-4</c:v>
                </c:pt>
                <c:pt idx="239">
                  <c:v>-2.5926872030049682E-4</c:v>
                </c:pt>
                <c:pt idx="240">
                  <c:v>-2.095818790657778E-4</c:v>
                </c:pt>
                <c:pt idx="241">
                  <c:v>-1.565725198446841E-4</c:v>
                </c:pt>
                <c:pt idx="242">
                  <c:v>-1.010769544276034E-4</c:v>
                </c:pt>
                <c:pt idx="243">
                  <c:v>-4.3970920256387628E-5</c:v>
                </c:pt>
                <c:pt idx="244">
                  <c:v>1.384421654858599E-5</c:v>
                </c:pt>
                <c:pt idx="245">
                  <c:v>7.1455664792452695E-5</c:v>
                </c:pt>
                <c:pt idx="246">
                  <c:v>1.2795359486844819E-4</c:v>
                </c:pt>
                <c:pt idx="247">
                  <c:v>1.8244548202219759E-4</c:v>
                </c:pt>
                <c:pt idx="248">
                  <c:v>2.3407018044672219E-4</c:v>
                </c:pt>
                <c:pt idx="249">
                  <c:v>2.8201150667339869E-4</c:v>
                </c:pt>
              </c:numCache>
            </c:numRef>
          </c:xVal>
          <c:yVal>
            <c:numRef>
              <c:f>v2ref0_90min_v6_f20!$C$2:$C$251</c:f>
              <c:numCache>
                <c:formatCode>General</c:formatCode>
                <c:ptCount val="250"/>
                <c:pt idx="0">
                  <c:v>2.393673405041599E-3</c:v>
                </c:pt>
                <c:pt idx="1">
                  <c:v>2.524050016776907E-3</c:v>
                </c:pt>
                <c:pt idx="2">
                  <c:v>2.614554725449757E-3</c:v>
                </c:pt>
                <c:pt idx="3">
                  <c:v>2.6637649085360831E-3</c:v>
                </c:pt>
                <c:pt idx="4">
                  <c:v>2.6709093459912278E-3</c:v>
                </c:pt>
                <c:pt idx="5">
                  <c:v>2.635880299607876E-3</c:v>
                </c:pt>
                <c:pt idx="6">
                  <c:v>2.5592351368314841E-3</c:v>
                </c:pt>
                <c:pt idx="7">
                  <c:v>2.4421874740646801E-3</c:v>
                </c:pt>
                <c:pt idx="8">
                  <c:v>2.286587979550296E-3</c:v>
                </c:pt>
                <c:pt idx="9">
                  <c:v>2.094895138681625E-3</c:v>
                </c:pt>
                <c:pt idx="10">
                  <c:v>1.8701364425755961E-3</c:v>
                </c:pt>
                <c:pt idx="11">
                  <c:v>1.6158606117464549E-3</c:v>
                </c:pt>
                <c:pt idx="12">
                  <c:v>1.3360816084502681E-3</c:v>
                </c:pt>
                <c:pt idx="13">
                  <c:v>1.0352153211941821E-3</c:v>
                </c:pt>
                <c:pt idx="14">
                  <c:v>7.1800992059560932E-4</c:v>
                </c:pt>
                <c:pt idx="15">
                  <c:v>3.8947098533212502E-4</c:v>
                </c:pt>
                <c:pt idx="16">
                  <c:v>5.478257894807819E-5</c:v>
                </c:pt>
                <c:pt idx="17">
                  <c:v>-2.807744783156524E-4</c:v>
                </c:pt>
                <c:pt idx="18">
                  <c:v>-6.1190585467818537E-4</c:v>
                </c:pt>
                <c:pt idx="19">
                  <c:v>-9.3338715749290439E-4</c:v>
                </c:pt>
                <c:pt idx="20">
                  <c:v>-1.240146275254934E-3</c:v>
                </c:pt>
                <c:pt idx="21">
                  <c:v>-1.527343314750637E-3</c:v>
                </c:pt>
                <c:pt idx="22">
                  <c:v>-1.7904468753901089E-3</c:v>
                </c:pt>
                <c:pt idx="23">
                  <c:v>-2.0253054605806451E-3</c:v>
                </c:pt>
                <c:pt idx="24">
                  <c:v>-2.2282129026404999E-3</c:v>
                </c:pt>
                <c:pt idx="25">
                  <c:v>-2.3959667720809758E-3</c:v>
                </c:pt>
                <c:pt idx="26">
                  <c:v>-2.5259188525060729E-3</c:v>
                </c:pt>
                <c:pt idx="27">
                  <c:v>-2.6160168871342811E-3</c:v>
                </c:pt>
                <c:pt idx="28">
                  <c:v>-2.6648369401866172E-3</c:v>
                </c:pt>
                <c:pt idx="29">
                  <c:v>-2.671605863948471E-3</c:v>
                </c:pt>
                <c:pt idx="30">
                  <c:v>-2.636213517776393E-3</c:v>
                </c:pt>
                <c:pt idx="31">
                  <c:v>-2.5592145462445749E-3</c:v>
                </c:pt>
                <c:pt idx="32">
                  <c:v>-2.441819687557743E-3</c:v>
                </c:pt>
                <c:pt idx="33">
                  <c:v>-2.2858767477807371E-3</c:v>
                </c:pt>
                <c:pt idx="34">
                  <c:v>-2.093841538830589E-3</c:v>
                </c:pt>
                <c:pt idx="35">
                  <c:v>-1.868739235987342E-3</c:v>
                </c:pt>
                <c:pt idx="36">
                  <c:v>-1.614116761337762E-3</c:v>
                </c:pt>
                <c:pt idx="37">
                  <c:v>-1.333986940715058E-3</c:v>
                </c:pt>
                <c:pt idx="38">
                  <c:v>-1.0327653112384169E-3</c:v>
                </c:pt>
                <c:pt idx="39">
                  <c:v>-7.1520057249351639E-4</c:v>
                </c:pt>
                <c:pt idx="40">
                  <c:v>-3.8629977485314247E-4</c:v>
                </c:pt>
                <c:pt idx="41">
                  <c:v>-5.1249421782039982E-5</c:v>
                </c:pt>
                <c:pt idx="42">
                  <c:v>2.8466627216016711E-4</c:v>
                </c:pt>
                <c:pt idx="43">
                  <c:v>6.1614868052903087E-4</c:v>
                </c:pt>
                <c:pt idx="44">
                  <c:v>9.3796830912051593E-4</c:v>
                </c:pt>
                <c:pt idx="45">
                  <c:v>1.2450472681586971E-3</c:v>
                </c:pt>
                <c:pt idx="46">
                  <c:v>1.5325393719856791E-3</c:v>
                </c:pt>
                <c:pt idx="47">
                  <c:v>1.7959066024843041E-3</c:v>
                </c:pt>
                <c:pt idx="48">
                  <c:v>2.0309907290789772E-3</c:v>
                </c:pt>
                <c:pt idx="49">
                  <c:v>2.2340789538647888E-3</c:v>
                </c:pt>
                <c:pt idx="50">
                  <c:v>2.401962544210537E-3</c:v>
                </c:pt>
                <c:pt idx="51">
                  <c:v>2.5319875256166061E-3</c:v>
                </c:pt>
                <c:pt idx="52">
                  <c:v>2.6220966328675708E-3</c:v>
                </c:pt>
                <c:pt idx="53">
                  <c:v>2.670861855520356E-3</c:v>
                </c:pt>
                <c:pt idx="54">
                  <c:v>2.677507062296251E-3</c:v>
                </c:pt>
                <c:pt idx="55">
                  <c:v>2.6419203456502201E-3</c:v>
                </c:pt>
                <c:pt idx="56">
                  <c:v>2.5646558900646499E-3</c:v>
                </c:pt>
                <c:pt idx="57">
                  <c:v>2.4469253327761582E-3</c:v>
                </c:pt>
                <c:pt idx="58">
                  <c:v>2.290578751221602E-3</c:v>
                </c:pt>
                <c:pt idx="59">
                  <c:v>2.0980755750800799E-3</c:v>
                </c:pt>
                <c:pt idx="60">
                  <c:v>1.872445879881342E-3</c:v>
                </c:pt>
                <c:pt idx="61">
                  <c:v>1.617242671296114E-3</c:v>
                </c:pt>
                <c:pt idx="62">
                  <c:v>1.336485912020353E-3</c:v>
                </c:pt>
                <c:pt idx="63">
                  <c:v>1.034599174145445E-3</c:v>
                </c:pt>
                <c:pt idx="64">
                  <c:v>7.1633991678167366E-4</c:v>
                </c:pt>
                <c:pt idx="65">
                  <c:v>3.867244895095423E-4</c:v>
                </c:pt>
                <c:pt idx="66">
                  <c:v>5.094904530977348E-5</c:v>
                </c:pt>
                <c:pt idx="67">
                  <c:v>-2.8569238918249259E-4</c:v>
                </c:pt>
                <c:pt idx="68">
                  <c:v>-6.1789139366987043E-4</c:v>
                </c:pt>
                <c:pt idx="69">
                  <c:v>-9.4040886771599812E-4</c:v>
                </c:pt>
                <c:pt idx="70">
                  <c:v>-1.2481576576255399E-3</c:v>
                </c:pt>
                <c:pt idx="71">
                  <c:v>-1.5362827939202259E-3</c:v>
                </c:pt>
                <c:pt idx="72">
                  <c:v>-1.8002380745427691E-3</c:v>
                </c:pt>
                <c:pt idx="73">
                  <c:v>-2.0358577866297391E-3</c:v>
                </c:pt>
                <c:pt idx="74">
                  <c:v>-2.2394224363213059E-3</c:v>
                </c:pt>
                <c:pt idx="75">
                  <c:v>-2.4077174504506119E-3</c:v>
                </c:pt>
                <c:pt idx="76">
                  <c:v>-2.5380839246269471E-3</c:v>
                </c:pt>
                <c:pt idx="77">
                  <c:v>-2.6284606174648822E-3</c:v>
                </c:pt>
                <c:pt idx="78">
                  <c:v>-2.6774165285274008E-3</c:v>
                </c:pt>
                <c:pt idx="79">
                  <c:v>-2.6841735457466911E-3</c:v>
                </c:pt>
                <c:pt idx="80">
                  <c:v>-2.6486188043240472E-3</c:v>
                </c:pt>
                <c:pt idx="81">
                  <c:v>-2.57130656096121E-3</c:v>
                </c:pt>
                <c:pt idx="82">
                  <c:v>-2.4534495522242892E-3</c:v>
                </c:pt>
                <c:pt idx="83">
                  <c:v>-2.2968999713285929E-3</c:v>
                </c:pt>
                <c:pt idx="84">
                  <c:v>-2.1041203610748138E-3</c:v>
                </c:pt>
                <c:pt idx="85">
                  <c:v>-1.8781448794363169E-3</c:v>
                </c:pt>
                <c:pt idx="86">
                  <c:v>-1.6225315458744389E-3</c:v>
                </c:pt>
                <c:pt idx="87">
                  <c:v>-1.341306218587555E-3</c:v>
                </c:pt>
                <c:pt idx="88">
                  <c:v>-1.038899183439591E-3</c:v>
                </c:pt>
                <c:pt idx="89">
                  <c:v>-7.2007535212908699E-4</c:v>
                </c:pt>
                <c:pt idx="90">
                  <c:v>-3.8985916831319199E-4</c:v>
                </c:pt>
                <c:pt idx="91">
                  <c:v>-5.3455404320118519E-5</c:v>
                </c:pt>
                <c:pt idx="92">
                  <c:v>2.8383290350873438E-4</c:v>
                </c:pt>
                <c:pt idx="93">
                  <c:v>6.1668808698330392E-4</c:v>
                </c:pt>
                <c:pt idx="94">
                  <c:v>9.3986172644243697E-4</c:v>
                </c:pt>
                <c:pt idx="95">
                  <c:v>1.2482574554632309E-3</c:v>
                </c:pt>
                <c:pt idx="96">
                  <c:v>1.5370113823575469E-3</c:v>
                </c:pt>
                <c:pt idx="97">
                  <c:v>1.8015688579193789E-3</c:v>
                </c:pt>
                <c:pt idx="98">
                  <c:v>2.0377563759968222E-3</c:v>
                </c:pt>
                <c:pt idx="99">
                  <c:v>2.2418474697996822E-3</c:v>
                </c:pt>
                <c:pt idx="100">
                  <c:v>2.410621561298355E-3</c:v>
                </c:pt>
                <c:pt idx="101">
                  <c:v>2.5414148322681091E-3</c:v>
                </c:pt>
                <c:pt idx="102">
                  <c:v>2.6321623117428888E-3</c:v>
                </c:pt>
                <c:pt idx="103">
                  <c:v>2.6814305136756821E-3</c:v>
                </c:pt>
                <c:pt idx="104">
                  <c:v>2.6884401080660421E-3</c:v>
                </c:pt>
                <c:pt idx="105">
                  <c:v>2.6530782663060988E-3</c:v>
                </c:pt>
                <c:pt idx="106">
                  <c:v>2.5759004845962289E-3</c:v>
                </c:pt>
                <c:pt idx="107">
                  <c:v>2.4581218555212439E-3</c:v>
                </c:pt>
                <c:pt idx="108">
                  <c:v>2.301597924663154E-3</c:v>
                </c:pt>
                <c:pt idx="109">
                  <c:v>2.1087954337739279E-3</c:v>
                </c:pt>
                <c:pt idx="110">
                  <c:v>1.8827534119609649E-3</c:v>
                </c:pt>
                <c:pt idx="111">
                  <c:v>1.62703522915125E-3</c:v>
                </c:pt>
                <c:pt idx="112">
                  <c:v>1.3456723694290479E-3</c:v>
                </c:pt>
                <c:pt idx="113">
                  <c:v>1.043100813237314E-3</c:v>
                </c:pt>
                <c:pt idx="114">
                  <c:v>7.2409103456985431E-4</c:v>
                </c:pt>
                <c:pt idx="115">
                  <c:v>3.9367272020738512E-4</c:v>
                </c:pt>
                <c:pt idx="116">
                  <c:v>5.7055401210474012E-5</c:v>
                </c:pt>
                <c:pt idx="117">
                  <c:v>-2.8045374893135981E-4</c:v>
                </c:pt>
                <c:pt idx="118">
                  <c:v>-6.1353365080705471E-4</c:v>
                </c:pt>
                <c:pt idx="119">
                  <c:v>-9.3693326784103173E-4</c:v>
                </c:pt>
                <c:pt idx="120">
                  <c:v>-1.2455544420884E-3</c:v>
                </c:pt>
                <c:pt idx="121">
                  <c:v>-1.5345323099424451E-3</c:v>
                </c:pt>
                <c:pt idx="122">
                  <c:v>-1.7993120292391009E-3</c:v>
                </c:pt>
                <c:pt idx="123">
                  <c:v>-2.035720607771315E-3</c:v>
                </c:pt>
                <c:pt idx="124">
                  <c:v>-2.2400327008375211E-3</c:v>
                </c:pt>
                <c:pt idx="125">
                  <c:v>-2.4090293409201849E-3</c:v>
                </c:pt>
                <c:pt idx="126">
                  <c:v>-2.5400486742935152E-3</c:v>
                </c:pt>
                <c:pt idx="127">
                  <c:v>-2.631027905493443E-3</c:v>
                </c:pt>
                <c:pt idx="128">
                  <c:v>-2.6805357892672309E-3</c:v>
                </c:pt>
                <c:pt idx="129">
                  <c:v>-2.687795158727586E-3</c:v>
                </c:pt>
                <c:pt idx="130">
                  <c:v>-2.6526951355432928E-3</c:v>
                </c:pt>
                <c:pt idx="131">
                  <c:v>-2.5757928305847441E-3</c:v>
                </c:pt>
                <c:pt idx="132">
                  <c:v>-2.4583045089916441E-3</c:v>
                </c:pt>
                <c:pt idx="133">
                  <c:v>-2.3020863595613378E-3</c:v>
                </c:pt>
                <c:pt idx="134">
                  <c:v>-2.1096051720845129E-3</c:v>
                </c:pt>
                <c:pt idx="135">
                  <c:v>-1.8838993852396419E-3</c:v>
                </c:pt>
                <c:pt idx="136">
                  <c:v>-1.6285311193690219E-3</c:v>
                </c:pt>
                <c:pt idx="137">
                  <c:v>-1.347529950514929E-3</c:v>
                </c:pt>
                <c:pt idx="138">
                  <c:v>-1.0453293123392209E-3</c:v>
                </c:pt>
                <c:pt idx="139">
                  <c:v>-7.2669652893669846E-4</c:v>
                </c:pt>
                <c:pt idx="140">
                  <c:v>-3.9665758217498641E-4</c:v>
                </c:pt>
                <c:pt idx="141">
                  <c:v>-6.0417800433357922E-5</c:v>
                </c:pt>
                <c:pt idx="142">
                  <c:v>2.7672027984496761E-4</c:v>
                </c:pt>
                <c:pt idx="143">
                  <c:v>6.0944058352634502E-4</c:v>
                </c:pt>
                <c:pt idx="144">
                  <c:v>9.3249737634590844E-4</c:v>
                </c:pt>
                <c:pt idx="145">
                  <c:v>1.24079803024296E-3</c:v>
                </c:pt>
                <c:pt idx="146">
                  <c:v>1.529483367348626E-3</c:v>
                </c:pt>
                <c:pt idx="147">
                  <c:v>1.7940043134438879E-3</c:v>
                </c:pt>
                <c:pt idx="148">
                  <c:v>2.0301936497103068E-3</c:v>
                </c:pt>
                <c:pt idx="149">
                  <c:v>2.2343317288752601E-3</c:v>
                </c:pt>
                <c:pt idx="150">
                  <c:v>2.4032051172685298E-3</c:v>
                </c:pt>
                <c:pt idx="151">
                  <c:v>2.5341572363269411E-3</c:v>
                </c:pt>
                <c:pt idx="152">
                  <c:v>2.625130203902812E-3</c:v>
                </c:pt>
                <c:pt idx="153">
                  <c:v>2.6746972152941078E-3</c:v>
                </c:pt>
                <c:pt idx="154">
                  <c:v>2.6820849538844449E-3</c:v>
                </c:pt>
                <c:pt idx="155">
                  <c:v>2.6471856791118759E-3</c:v>
                </c:pt>
                <c:pt idx="156">
                  <c:v>2.5705588026328839E-3</c:v>
                </c:pt>
                <c:pt idx="157">
                  <c:v>2.4534219296087081E-3</c:v>
                </c:pt>
                <c:pt idx="158">
                  <c:v>2.2976315085731689E-3</c:v>
                </c:pt>
                <c:pt idx="159">
                  <c:v>2.1056533976782808E-3</c:v>
                </c:pt>
                <c:pt idx="160">
                  <c:v>1.8805238145268781E-3</c:v>
                </c:pt>
                <c:pt idx="161">
                  <c:v>1.6258012888118031E-3</c:v>
                </c:pt>
                <c:pt idx="162">
                  <c:v>1.3455103793425199E-3</c:v>
                </c:pt>
                <c:pt idx="163">
                  <c:v>1.0440780474520431E-3</c:v>
                </c:pt>
                <c:pt idx="164">
                  <c:v>7.2626369492372435E-4</c:v>
                </c:pt>
                <c:pt idx="165">
                  <c:v>3.9708397441712067E-4</c:v>
                </c:pt>
                <c:pt idx="166">
                  <c:v>6.1733562294142224E-5</c:v>
                </c:pt>
                <c:pt idx="167">
                  <c:v>-2.7449685333958302E-4</c:v>
                </c:pt>
                <c:pt idx="168">
                  <c:v>-6.0630407340003345E-4</c:v>
                </c:pt>
                <c:pt idx="169">
                  <c:v>-9.2845605869950785E-4</c:v>
                </c:pt>
                <c:pt idx="170">
                  <c:v>-1.2358744504163089E-3</c:v>
                </c:pt>
                <c:pt idx="171">
                  <c:v>-1.5237146386661671E-3</c:v>
                </c:pt>
                <c:pt idx="172">
                  <c:v>-1.787442117133078E-3</c:v>
                </c:pt>
                <c:pt idx="173">
                  <c:v>-2.0229039209979861E-3</c:v>
                </c:pt>
                <c:pt idx="174">
                  <c:v>-2.226394023616499E-3</c:v>
                </c:pt>
                <c:pt idx="175">
                  <c:v>-2.3947116632856941E-3</c:v>
                </c:pt>
                <c:pt idx="176">
                  <c:v>-2.525211683418566E-3</c:v>
                </c:pt>
                <c:pt idx="177">
                  <c:v>-2.615846095729085E-3</c:v>
                </c:pt>
                <c:pt idx="178">
                  <c:v>-2.665196214718871E-3</c:v>
                </c:pt>
                <c:pt idx="179">
                  <c:v>-2.672494860633538E-3</c:v>
                </c:pt>
                <c:pt idx="180">
                  <c:v>-2.6376382846052069E-3</c:v>
                </c:pt>
                <c:pt idx="181">
                  <c:v>-2.561187631470774E-3</c:v>
                </c:pt>
                <c:pt idx="182">
                  <c:v>-2.4443599203901952E-3</c:v>
                </c:pt>
                <c:pt idx="183">
                  <c:v>-2.2890086883233722E-3</c:v>
                </c:pt>
                <c:pt idx="184">
                  <c:v>-2.0975946040149829E-3</c:v>
                </c:pt>
                <c:pt idx="185">
                  <c:v>-1.87314651788949E-3</c:v>
                </c:pt>
                <c:pt idx="186">
                  <c:v>-1.6192135637152899E-3</c:v>
                </c:pt>
                <c:pt idx="187">
                  <c:v>-1.339809068616307E-3</c:v>
                </c:pt>
                <c:pt idx="188">
                  <c:v>-1.0393471567944771E-3</c:v>
                </c:pt>
                <c:pt idx="189">
                  <c:v>-7.2257304724252566E-4</c:v>
                </c:pt>
                <c:pt idx="190">
                  <c:v>-3.9448814495635109E-4</c:v>
                </c:pt>
                <c:pt idx="191">
                  <c:v>-6.0271107087898959E-5</c:v>
                </c:pt>
                <c:pt idx="192">
                  <c:v>2.7480387113914103E-4</c:v>
                </c:pt>
                <c:pt idx="193">
                  <c:v>6.054502620617988E-4</c:v>
                </c:pt>
                <c:pt idx="194">
                  <c:v>9.2645259050283155E-4</c:v>
                </c:pt>
                <c:pt idx="195">
                  <c:v>1.232748682945987E-3</c:v>
                </c:pt>
                <c:pt idx="196">
                  <c:v>1.519509483891244E-3</c:v>
                </c:pt>
                <c:pt idx="197">
                  <c:v>1.78221518063037E-3</c:v>
                </c:pt>
                <c:pt idx="198">
                  <c:v>2.0167264357877968E-3</c:v>
                </c:pt>
                <c:pt idx="199">
                  <c:v>2.2193496041359481E-3</c:v>
                </c:pt>
                <c:pt idx="200">
                  <c:v>2.3868949052606751E-3</c:v>
                </c:pt>
                <c:pt idx="201">
                  <c:v>2.5167266351228748E-3</c:v>
                </c:pt>
                <c:pt idx="202">
                  <c:v>2.6068046256931721E-3</c:v>
                </c:pt>
                <c:pt idx="203">
                  <c:v>2.6557163005319581E-3</c:v>
                </c:pt>
                <c:pt idx="204">
                  <c:v>2.662698823058935E-3</c:v>
                </c:pt>
                <c:pt idx="205">
                  <c:v>2.62765099083621E-3</c:v>
                </c:pt>
                <c:pt idx="206">
                  <c:v>2.5511346910222551E-3</c:v>
                </c:pt>
                <c:pt idx="207">
                  <c:v>2.4343658967800031E-3</c:v>
                </c:pt>
                <c:pt idx="208">
                  <c:v>2.2791953493053502E-3</c:v>
                </c:pt>
                <c:pt idx="209">
                  <c:v>2.088079232701275E-3</c:v>
                </c:pt>
                <c:pt idx="210">
                  <c:v>1.8640403066930481E-3</c:v>
                </c:pt>
                <c:pt idx="211">
                  <c:v>1.610620112819063E-3</c:v>
                </c:pt>
                <c:pt idx="212">
                  <c:v>1.331823010813996E-3</c:v>
                </c:pt>
                <c:pt idx="213">
                  <c:v>1.032052930939206E-3</c:v>
                </c:pt>
                <c:pt idx="214">
                  <c:v>7.1604384276660517E-4</c:v>
                </c:pt>
                <c:pt idx="215">
                  <c:v>3.8878503954840258E-4</c:v>
                </c:pt>
                <c:pt idx="216">
                  <c:v>5.5442418336981913E-5</c:v>
                </c:pt>
                <c:pt idx="217">
                  <c:v>-2.7872300169964171E-4</c:v>
                </c:pt>
                <c:pt idx="218">
                  <c:v>-6.0843803766457924E-4</c:v>
                </c:pt>
                <c:pt idx="219">
                  <c:v>-9.285004705073042E-4</c:v>
                </c:pt>
                <c:pt idx="220">
                  <c:v>-1.233861032514828E-3</c:v>
                </c:pt>
                <c:pt idx="221">
                  <c:v>-1.5197029643888101E-3</c:v>
                </c:pt>
                <c:pt idx="222">
                  <c:v>-1.7815178907513659E-3</c:v>
                </c:pt>
                <c:pt idx="223">
                  <c:v>-2.0151768215405218E-3</c:v>
                </c:pt>
                <c:pt idx="224">
                  <c:v>-2.2169951639353959E-3</c:v>
                </c:pt>
                <c:pt idx="225">
                  <c:v>-2.3837907240866888E-3</c:v>
                </c:pt>
                <c:pt idx="226">
                  <c:v>-2.512933788550394E-3</c:v>
                </c:pt>
                <c:pt idx="227">
                  <c:v>-2.6023885001445141E-3</c:v>
                </c:pt>
                <c:pt idx="228">
                  <c:v>-2.650744879977089E-3</c:v>
                </c:pt>
                <c:pt idx="229">
                  <c:v>-2.6572409944532389E-3</c:v>
                </c:pt>
                <c:pt idx="230">
                  <c:v>-2.621774920836698E-3</c:v>
                </c:pt>
                <c:pt idx="231">
                  <c:v>-2.5449063250491842E-3</c:v>
                </c:pt>
                <c:pt idx="232">
                  <c:v>-2.4278476283872441E-3</c:v>
                </c:pt>
                <c:pt idx="233">
                  <c:v>-2.272444903147105E-3</c:v>
                </c:pt>
                <c:pt idx="234">
                  <c:v>-2.0811487982260752E-3</c:v>
                </c:pt>
                <c:pt idx="235">
                  <c:v>-1.8569759521126709E-3</c:v>
                </c:pt>
                <c:pt idx="236">
                  <c:v>-1.6034614997787421E-3</c:v>
                </c:pt>
                <c:pt idx="237">
                  <c:v>-1.3246034195554749E-3</c:v>
                </c:pt>
                <c:pt idx="238">
                  <c:v>-1.0247995941019691E-3</c:v>
                </c:pt>
                <c:pt idx="239">
                  <c:v>-7.0877857405287465E-4</c:v>
                </c:pt>
                <c:pt idx="240">
                  <c:v>-3.815251319204339E-4</c:v>
                </c:pt>
                <c:pt idx="241">
                  <c:v>-4.8201775771757991E-5</c:v>
                </c:pt>
                <c:pt idx="242">
                  <c:v>2.8593254410997981E-4</c:v>
                </c:pt>
                <c:pt idx="243">
                  <c:v>6.1560525796941056E-4</c:v>
                </c:pt>
                <c:pt idx="244">
                  <c:v>9.3561322675999887E-4</c:v>
                </c:pt>
                <c:pt idx="245">
                  <c:v>1.2409047138786369E-3</c:v>
                </c:pt>
                <c:pt idx="246">
                  <c:v>1.526658989137065E-3</c:v>
                </c:pt>
                <c:pt idx="247">
                  <c:v>1.7883623124246659E-3</c:v>
                </c:pt>
                <c:pt idx="248">
                  <c:v>2.0218791009384042E-3</c:v>
                </c:pt>
                <c:pt idx="249">
                  <c:v>2.223517159133429E-3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8D1F-4ADB-9C2E-DE1375307B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472862112"/>
        <c:axId val="23303232"/>
      </c:scatterChart>
      <c:valAx>
        <c:axId val="1472862112"/>
        <c:scaling>
          <c:orientation val="minMax"/>
          <c:max val="6.0000000000000016E-4"/>
          <c:min val="-6.0000000000000016E-4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 b="1"/>
                  <a:t>Deformación unitaria </a:t>
                </a:r>
                <a:r>
                  <a:rPr lang="el-GR" b="1"/>
                  <a:t>ε</a:t>
                </a:r>
              </a:p>
            </c:rich>
          </c:tx>
          <c:layout>
            <c:manualLayout>
              <c:xMode val="edge"/>
              <c:yMode val="edge"/>
              <c:x val="0.32723765432098773"/>
              <c:y val="0.91108796296296302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23303232"/>
        <c:crosses val="autoZero"/>
        <c:crossBetween val="midCat"/>
      </c:valAx>
      <c:valAx>
        <c:axId val="23303232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000" b="1" i="0" u="none" strike="noStrike" kern="1200" baseline="0">
                    <a:solidFill>
                      <a:sysClr val="windowText" lastClr="000000">
                        <a:lumMod val="65000"/>
                        <a:lumOff val="35000"/>
                      </a:sys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 b="1">
                    <a:effectLst/>
                  </a:rPr>
                  <a:t>Esfuerzo </a:t>
                </a:r>
                <a:r>
                  <a:rPr lang="el-GR" b="1">
                    <a:effectLst/>
                  </a:rPr>
                  <a:t>σ [</a:t>
                </a:r>
                <a:r>
                  <a:rPr lang="en-US" b="1">
                    <a:effectLst/>
                  </a:rPr>
                  <a:t>MPa]</a:t>
                </a:r>
              </a:p>
            </c:rich>
          </c:tx>
          <c:layout>
            <c:manualLayout>
              <c:xMode val="edge"/>
              <c:yMode val="edge"/>
              <c:x val="1.7160493827160495E-2"/>
              <c:y val="0.28123842592592591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000" b="1" i="0" u="none" strike="noStrike" kern="1200" baseline="0">
                  <a:solidFill>
                    <a:sysClr val="windowText" lastClr="000000">
                      <a:lumMod val="65000"/>
                      <a:lumOff val="35000"/>
                    </a:sysClr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472862112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17015266841644794"/>
          <c:y val="0.12354002624671916"/>
          <c:w val="0.21037191358024696"/>
          <c:h val="0.2178273148148148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080" b="1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r>
              <a:rPr lang="en-US"/>
              <a:t>Curvas Histéricas - 0p35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80" b="1" i="0" u="none" strike="noStrike" kern="1200" baseline="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20017389375816191"/>
          <c:y val="0.16129368738308328"/>
          <c:w val="0.72754218178123709"/>
          <c:h val="0.63698308544765236"/>
        </c:manualLayout>
      </c:layout>
      <c:scatterChart>
        <c:scatterStyle val="smoothMarker"/>
        <c:varyColors val="0"/>
        <c:ser>
          <c:idx val="0"/>
          <c:order val="0"/>
          <c:tx>
            <c:v>1 Hz</c:v>
          </c:tx>
          <c:spPr>
            <a:ln w="12700" cap="rnd" cmpd="sng" algn="ctr">
              <a:solidFill>
                <a:schemeClr val="accent1">
                  <a:shade val="50000"/>
                  <a:shade val="95000"/>
                  <a:satMod val="105000"/>
                </a:schemeClr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ref0p35_90min_v6_f1!$A$2:$A$2501</c:f>
              <c:numCache>
                <c:formatCode>General</c:formatCode>
                <c:ptCount val="2500"/>
                <c:pt idx="0">
                  <c:v>1.458322462618528E-4</c:v>
                </c:pt>
                <c:pt idx="1">
                  <c:v>1.4602732933772369E-4</c:v>
                </c:pt>
                <c:pt idx="2">
                  <c:v>1.4621632688057381E-4</c:v>
                </c:pt>
                <c:pt idx="3">
                  <c:v>1.4639923449645889E-4</c:v>
                </c:pt>
                <c:pt idx="4">
                  <c:v>1.465760480838984E-4</c:v>
                </c:pt>
                <c:pt idx="5">
                  <c:v>1.4674676383361881E-4</c:v>
                </c:pt>
                <c:pt idx="6">
                  <c:v>1.4691137822827669E-4</c:v>
                </c:pt>
                <c:pt idx="7">
                  <c:v>1.470698880421617E-4</c:v>
                </c:pt>
                <c:pt idx="8">
                  <c:v>1.472222903408804E-4</c:v>
                </c:pt>
                <c:pt idx="9">
                  <c:v>1.473685824810206E-4</c:v>
                </c:pt>
                <c:pt idx="10">
                  <c:v>1.4750876210979611E-4</c:v>
                </c:pt>
                <c:pt idx="11">
                  <c:v>1.476428271646728E-4</c:v>
                </c:pt>
                <c:pt idx="12">
                  <c:v>1.4777077587297649E-4</c:v>
                </c:pt>
                <c:pt idx="13">
                  <c:v>1.4789260675148101E-4</c:v>
                </c:pt>
                <c:pt idx="14">
                  <c:v>1.4800831860597879E-4</c:v>
                </c:pt>
                <c:pt idx="15">
                  <c:v>1.481179105308322E-4</c:v>
                </c:pt>
                <c:pt idx="16">
                  <c:v>1.4822138190850629E-4</c:v>
                </c:pt>
                <c:pt idx="17">
                  <c:v>1.4831873240908451E-4</c:v>
                </c:pt>
                <c:pt idx="18">
                  <c:v>1.4840996198976501E-4</c:v>
                </c:pt>
                <c:pt idx="19">
                  <c:v>1.4849507089434089E-4</c:v>
                </c:pt>
                <c:pt idx="20">
                  <c:v>1.4857405965266229E-4</c:v>
                </c:pt>
                <c:pt idx="21">
                  <c:v>1.486469290800814E-4</c:v>
                </c:pt>
                <c:pt idx="22">
                  <c:v>1.4871368027688151E-4</c:v>
                </c:pt>
                <c:pt idx="23">
                  <c:v>1.48774314627687E-4</c:v>
                </c:pt>
                <c:pt idx="24">
                  <c:v>1.4882883380085661E-4</c:v>
                </c:pt>
                <c:pt idx="25">
                  <c:v>1.4887723974785761E-4</c:v>
                </c:pt>
                <c:pt idx="26">
                  <c:v>1.4891953470262209E-4</c:v>
                </c:pt>
                <c:pt idx="27">
                  <c:v>1.4895572118088499E-4</c:v>
                </c:pt>
                <c:pt idx="28">
                  <c:v>1.4898580197950461E-4</c:v>
                </c:pt>
                <c:pt idx="29">
                  <c:v>1.4900978017576671E-4</c:v>
                </c:pt>
                <c:pt idx="30">
                  <c:v>1.4902765912667201E-4</c:v>
                </c:pt>
                <c:pt idx="31">
                  <c:v>1.4903944246820591E-4</c:v>
                </c:pt>
                <c:pt idx="32">
                  <c:v>1.4904513411459201E-4</c:v>
                </c:pt>
                <c:pt idx="33">
                  <c:v>1.4904473825752771E-4</c:v>
                </c:pt>
                <c:pt idx="34">
                  <c:v>1.490382593654048E-4</c:v>
                </c:pt>
                <c:pt idx="35">
                  <c:v>1.4902570218251239E-4</c:v>
                </c:pt>
                <c:pt idx="36">
                  <c:v>1.4900707172822651E-4</c:v>
                </c:pt>
                <c:pt idx="37">
                  <c:v>1.4898237329618219E-4</c:v>
                </c:pt>
                <c:pt idx="38">
                  <c:v>1.489516124534305E-4</c:v>
                </c:pt>
                <c:pt idx="39">
                  <c:v>1.48914795039578E-4</c:v>
                </c:pt>
                <c:pt idx="40">
                  <c:v>1.4887192716591099E-4</c:v>
                </c:pt>
                <c:pt idx="41">
                  <c:v>1.488230152145018E-4</c:v>
                </c:pt>
                <c:pt idx="42">
                  <c:v>1.487680658372995E-4</c:v>
                </c:pt>
                <c:pt idx="43">
                  <c:v>1.487070859552042E-4</c:v>
                </c:pt>
                <c:pt idx="44">
                  <c:v>1.4864008275712601E-4</c:v>
                </c:pt>
                <c:pt idx="45">
                  <c:v>1.4856706369902821E-4</c:v>
                </c:pt>
                <c:pt idx="46">
                  <c:v>1.4848803650295531E-4</c:v>
                </c:pt>
                <c:pt idx="47">
                  <c:v>1.484030091560463E-4</c:v>
                </c:pt>
                <c:pt idx="48">
                  <c:v>1.4831198990953199E-4</c:v>
                </c:pt>
                <c:pt idx="49">
                  <c:v>1.4821498727772049E-4</c:v>
                </c:pt>
                <c:pt idx="50">
                  <c:v>1.4811201003696669E-4</c:v>
                </c:pt>
                <c:pt idx="51">
                  <c:v>1.4800306722463061E-4</c:v>
                </c:pt>
                <c:pt idx="52">
                  <c:v>1.4788816813802051E-4</c:v>
                </c:pt>
                <c:pt idx="53">
                  <c:v>1.47767322333324E-4</c:v>
                </c:pt>
                <c:pt idx="54">
                  <c:v>1.4764053962452669E-4</c:v>
                </c:pt>
                <c:pt idx="55">
                  <c:v>1.4750783008231691E-4</c:v>
                </c:pt>
                <c:pt idx="56">
                  <c:v>1.473692040329784E-4</c:v>
                </c:pt>
                <c:pt idx="57">
                  <c:v>1.4722467205726921E-4</c:v>
                </c:pt>
                <c:pt idx="58">
                  <c:v>1.4707424498928751E-4</c:v>
                </c:pt>
                <c:pt idx="59">
                  <c:v>1.4691793391532459E-4</c:v>
                </c:pt>
                <c:pt idx="60">
                  <c:v>1.4675575017270619E-4</c:v>
                </c:pt>
                <c:pt idx="61">
                  <c:v>1.4658770534862011E-4</c:v>
                </c:pt>
                <c:pt idx="62">
                  <c:v>1.4641381127893189E-4</c:v>
                </c:pt>
                <c:pt idx="63">
                  <c:v>1.4623408004698859E-4</c:v>
                </c:pt>
                <c:pt idx="64">
                  <c:v>1.4604852398240989E-4</c:v>
                </c:pt>
                <c:pt idx="65">
                  <c:v>1.4585715565986759E-4</c:v>
                </c:pt>
                <c:pt idx="66">
                  <c:v>1.456599878978526E-4</c:v>
                </c:pt>
                <c:pt idx="67">
                  <c:v>1.4545703375742891E-4</c:v>
                </c:pt>
                <c:pt idx="68">
                  <c:v>1.4524830654097639E-4</c:v>
                </c:pt>
                <c:pt idx="69">
                  <c:v>1.4503381979092059E-4</c:v>
                </c:pt>
                <c:pt idx="70">
                  <c:v>1.4481358728845179E-4</c:v>
                </c:pt>
                <c:pt idx="71">
                  <c:v>1.4458762305223221E-4</c:v>
                </c:pt>
                <c:pt idx="72">
                  <c:v>1.443559413370917E-4</c:v>
                </c:pt>
                <c:pt idx="73">
                  <c:v>1.4411855663271279E-4</c:v>
                </c:pt>
                <c:pt idx="74">
                  <c:v>1.4387548366230469E-4</c:v>
                </c:pt>
                <c:pt idx="75">
                  <c:v>1.4362673738126699E-4</c:v>
                </c:pt>
                <c:pt idx="76">
                  <c:v>1.4337233297584309E-4</c:v>
                </c:pt>
                <c:pt idx="77">
                  <c:v>1.4311228586176331E-4</c:v>
                </c:pt>
                <c:pt idx="78">
                  <c:v>1.4284661168287671E-4</c:v>
                </c:pt>
                <c:pt idx="79">
                  <c:v>1.4257532630977299E-4</c:v>
                </c:pt>
                <c:pt idx="80">
                  <c:v>1.4229844583839399E-4</c:v>
                </c:pt>
                <c:pt idx="81">
                  <c:v>1.4201598658863479E-4</c:v>
                </c:pt>
                <c:pt idx="82">
                  <c:v>1.417279651029356E-4</c:v>
                </c:pt>
                <c:pt idx="83">
                  <c:v>1.414343981448638E-4</c:v>
                </c:pt>
                <c:pt idx="84">
                  <c:v>1.4113530269768679E-4</c:v>
                </c:pt>
                <c:pt idx="85">
                  <c:v>1.4083069596293661E-4</c:v>
                </c:pt>
                <c:pt idx="86">
                  <c:v>1.405205953589644E-4</c:v>
                </c:pt>
                <c:pt idx="87">
                  <c:v>1.4020501851948739E-4</c:v>
                </c:pt>
                <c:pt idx="88">
                  <c:v>1.3988398329212561E-4</c:v>
                </c:pt>
                <c:pt idx="89">
                  <c:v>1.3955750773692979E-4</c:v>
                </c:pt>
                <c:pt idx="90">
                  <c:v>1.3922561012490151E-4</c:v>
                </c:pt>
                <c:pt idx="91">
                  <c:v>1.3888830893650489E-4</c:v>
                </c:pt>
                <c:pt idx="92">
                  <c:v>1.38545622860171E-4</c:v>
                </c:pt>
                <c:pt idx="93">
                  <c:v>1.3819757079079541E-4</c:v>
                </c:pt>
                <c:pt idx="94">
                  <c:v>1.3784417182822651E-4</c:v>
                </c:pt>
                <c:pt idx="95">
                  <c:v>1.374854452757475E-4</c:v>
                </c:pt>
                <c:pt idx="96">
                  <c:v>1.3712141063854989E-4</c:v>
                </c:pt>
                <c:pt idx="97">
                  <c:v>1.3675208762219939E-4</c:v>
                </c:pt>
                <c:pt idx="98">
                  <c:v>1.3637749613109571E-4</c:v>
                </c:pt>
                <c:pt idx="99">
                  <c:v>1.359976562669243E-4</c:v>
                </c:pt>
                <c:pt idx="100">
                  <c:v>1.3561258832710379E-4</c:v>
                </c:pt>
                <c:pt idx="101">
                  <c:v>1.35222312803225E-4</c:v>
                </c:pt>
                <c:pt idx="102">
                  <c:v>1.3482685037948449E-4</c:v>
                </c:pt>
                <c:pt idx="103">
                  <c:v>1.3442622193111191E-4</c:v>
                </c:pt>
                <c:pt idx="104">
                  <c:v>1.3402044852279011E-4</c:v>
                </c:pt>
                <c:pt idx="105">
                  <c:v>1.336095514070695E-4</c:v>
                </c:pt>
                <c:pt idx="106">
                  <c:v>1.3319355202277651E-4</c:v>
                </c:pt>
                <c:pt idx="107">
                  <c:v>1.3277247199341649E-4</c:v>
                </c:pt>
                <c:pt idx="108">
                  <c:v>1.3234633312557219E-4</c:v>
                </c:pt>
                <c:pt idx="109">
                  <c:v>1.3191515740729699E-4</c:v>
                </c:pt>
                <c:pt idx="110">
                  <c:v>1.314789670065026E-4</c:v>
                </c:pt>
                <c:pt idx="111">
                  <c:v>1.3103778426934369E-4</c:v>
                </c:pt>
                <c:pt idx="112">
                  <c:v>1.30591631718598E-4</c:v>
                </c:pt>
                <c:pt idx="113">
                  <c:v>1.3014053205204261E-4</c:v>
                </c:pt>
                <c:pt idx="114">
                  <c:v>1.2968450814082621E-4</c:v>
                </c:pt>
                <c:pt idx="115">
                  <c:v>1.292235830278376E-4</c:v>
                </c:pt>
                <c:pt idx="116">
                  <c:v>1.287577799260703E-4</c:v>
                </c:pt>
                <c:pt idx="117">
                  <c:v>1.282871222169831E-4</c:v>
                </c:pt>
                <c:pt idx="118">
                  <c:v>1.2781163344885809E-4</c:v>
                </c:pt>
                <c:pt idx="119">
                  <c:v>1.273313373351548E-4</c:v>
                </c:pt>
                <c:pt idx="120">
                  <c:v>1.268462577528613E-4</c:v>
                </c:pt>
                <c:pt idx="121">
                  <c:v>1.2635641874084381E-4</c:v>
                </c:pt>
                <c:pt idx="122">
                  <c:v>1.2586184449819339E-4</c:v>
                </c:pt>
                <c:pt idx="123">
                  <c:v>1.253625593825719E-4</c:v>
                </c:pt>
                <c:pt idx="124">
                  <c:v>1.2485858790855611E-4</c:v>
                </c:pt>
                <c:pt idx="125">
                  <c:v>1.2434995474598019E-4</c:v>
                </c:pt>
                <c:pt idx="126">
                  <c:v>1.2383668471827641E-4</c:v>
                </c:pt>
                <c:pt idx="127">
                  <c:v>1.2331880280081441E-4</c:v>
                </c:pt>
                <c:pt idx="128">
                  <c:v>1.227963341192384E-4</c:v>
                </c:pt>
                <c:pt idx="129">
                  <c:v>1.222693039478033E-4</c:v>
                </c:pt>
                <c:pt idx="130">
                  <c:v>1.21737737707709E-4</c:v>
                </c:pt>
                <c:pt idx="131">
                  <c:v>1.212016609654333E-4</c:v>
                </c:pt>
                <c:pt idx="132">
                  <c:v>1.2066109943106299E-4</c:v>
                </c:pt>
                <c:pt idx="133">
                  <c:v>1.201160789566236E-4</c:v>
                </c:pt>
                <c:pt idx="134">
                  <c:v>1.1956662553440819E-4</c:v>
                </c:pt>
                <c:pt idx="135">
                  <c:v>1.1901276529530591E-4</c:v>
                </c:pt>
                <c:pt idx="136">
                  <c:v>1.184545245071295E-4</c:v>
                </c:pt>
                <c:pt idx="137">
                  <c:v>1.1789192957294379E-4</c:v>
                </c:pt>
                <c:pt idx="138">
                  <c:v>1.1732500702939409E-4</c:v>
                </c:pt>
                <c:pt idx="139">
                  <c:v>1.1675378354503631E-4</c:v>
                </c:pt>
                <c:pt idx="140">
                  <c:v>1.161782859186675E-4</c:v>
                </c:pt>
                <c:pt idx="141">
                  <c:v>1.155985410776574E-4</c:v>
                </c:pt>
                <c:pt idx="142">
                  <c:v>1.150145760762805E-4</c:v>
                </c:pt>
                <c:pt idx="143">
                  <c:v>1.1442641809404911E-4</c:v>
                </c:pt>
                <c:pt idx="144">
                  <c:v>1.1383409443404641E-4</c:v>
                </c:pt>
                <c:pt idx="145">
                  <c:v>1.1323763252126049E-4</c:v>
                </c:pt>
                <c:pt idx="146">
                  <c:v>1.126370599009194E-4</c:v>
                </c:pt>
                <c:pt idx="147">
                  <c:v>1.120324042368282E-4</c:v>
                </c:pt>
                <c:pt idx="148">
                  <c:v>1.114236933097067E-4</c:v>
                </c:pt>
                <c:pt idx="149">
                  <c:v>1.108109550155292E-4</c:v>
                </c:pt>
                <c:pt idx="150">
                  <c:v>1.1019421736386611E-4</c:v>
                </c:pt>
                <c:pt idx="151">
                  <c:v>1.0957350847622851E-4</c:v>
                </c:pt>
                <c:pt idx="152">
                  <c:v>1.089488565844144E-4</c:v>
                </c:pt>
                <c:pt idx="153">
                  <c:v>1.0832029002885689E-4</c:v>
                </c:pt>
                <c:pt idx="154">
                  <c:v>1.076878372569747E-4</c:v>
                </c:pt>
                <c:pt idx="155">
                  <c:v>1.0705152682152551E-4</c:v>
                </c:pt>
                <c:pt idx="156">
                  <c:v>1.0641138737896281E-4</c:v>
                </c:pt>
                <c:pt idx="157">
                  <c:v>1.0576744768779569E-4</c:v>
                </c:pt>
                <c:pt idx="158">
                  <c:v>1.0511973660695341E-4</c:v>
                </c:pt>
                <c:pt idx="159">
                  <c:v>1.0446828309415281E-4</c:v>
                </c:pt>
                <c:pt idx="160">
                  <c:v>1.038131162042706E-4</c:v>
                </c:pt>
                <c:pt idx="161">
                  <c:v>1.031542650877189E-4</c:v>
                </c:pt>
                <c:pt idx="162">
                  <c:v>1.02491758988826E-4</c:v>
                </c:pt>
                <c:pt idx="163">
                  <c:v>1.018256272442204E-4</c:v>
                </c:pt>
                <c:pt idx="164">
                  <c:v>1.011558992812196E-4</c:v>
                </c:pt>
                <c:pt idx="165">
                  <c:v>1.004826046162234E-4</c:v>
                </c:pt>
                <c:pt idx="166">
                  <c:v>9.9805772853110947E-5</c:v>
                </c:pt>
                <c:pt idx="167">
                  <c:v>9.9125433681643789E-5</c:v>
                </c:pt>
                <c:pt idx="168">
                  <c:v>9.8441616875872041E-5</c:v>
                </c:pt>
                <c:pt idx="169">
                  <c:v>9.7754352292546588E-5</c:v>
                </c:pt>
                <c:pt idx="170">
                  <c:v>9.7063669869536375E-5</c:v>
                </c:pt>
                <c:pt idx="171">
                  <c:v>9.6369599624251671E-5</c:v>
                </c:pt>
                <c:pt idx="172">
                  <c:v>9.5672171652073308E-5</c:v>
                </c:pt>
                <c:pt idx="173">
                  <c:v>9.4971416124788039E-5</c:v>
                </c:pt>
                <c:pt idx="174">
                  <c:v>9.4267363289030081E-5</c:v>
                </c:pt>
                <c:pt idx="175">
                  <c:v>9.3560043464729664E-5</c:v>
                </c:pt>
                <c:pt idx="176">
                  <c:v>9.2849487043569027E-5</c:v>
                </c:pt>
                <c:pt idx="177">
                  <c:v>9.2135724487446067E-5</c:v>
                </c:pt>
                <c:pt idx="178">
                  <c:v>9.1418786326945476E-5</c:v>
                </c:pt>
                <c:pt idx="179">
                  <c:v>9.0698703159817053E-5</c:v>
                </c:pt>
                <c:pt idx="180">
                  <c:v>8.9975505649461679E-5</c:v>
                </c:pt>
                <c:pt idx="181">
                  <c:v>8.9249224523424943E-5</c:v>
                </c:pt>
                <c:pt idx="182">
                  <c:v>8.8519890571898328E-5</c:v>
                </c:pt>
                <c:pt idx="183">
                  <c:v>8.7787534646227753E-5</c:v>
                </c:pt>
                <c:pt idx="184">
                  <c:v>8.7052187657429397E-5</c:v>
                </c:pt>
                <c:pt idx="185">
                  <c:v>8.6313880574713229E-5</c:v>
                </c:pt>
                <c:pt idx="186">
                  <c:v>8.5572644424014165E-5</c:v>
                </c:pt>
                <c:pt idx="187">
                  <c:v>8.4828510286531016E-5</c:v>
                </c:pt>
                <c:pt idx="188">
                  <c:v>8.4081509297273351E-5</c:v>
                </c:pt>
                <c:pt idx="189">
                  <c:v>8.3331672643615983E-5</c:v>
                </c:pt>
                <c:pt idx="190">
                  <c:v>8.2579031563861073E-5</c:v>
                </c:pt>
                <c:pt idx="191">
                  <c:v>8.1823617345807632E-5</c:v>
                </c:pt>
                <c:pt idx="192">
                  <c:v>8.1065461325328738E-5</c:v>
                </c:pt>
                <c:pt idx="193">
                  <c:v>8.0304594884956625E-5</c:v>
                </c:pt>
                <c:pt idx="194">
                  <c:v>7.9541049452475741E-5</c:v>
                </c:pt>
                <c:pt idx="195">
                  <c:v>7.8774856499524016E-5</c:v>
                </c:pt>
                <c:pt idx="196">
                  <c:v>7.8006047540202174E-5</c:v>
                </c:pt>
                <c:pt idx="197">
                  <c:v>7.7234654129691453E-5</c:v>
                </c:pt>
                <c:pt idx="198">
                  <c:v>7.6460707862879786E-5</c:v>
                </c:pt>
                <c:pt idx="199">
                  <c:v>7.5684240372996981E-5</c:v>
                </c:pt>
                <c:pt idx="200">
                  <c:v>7.4905283330258644E-5</c:v>
                </c:pt>
                <c:pt idx="201">
                  <c:v>7.4123868440518874E-5</c:v>
                </c:pt>
                <c:pt idx="202">
                  <c:v>7.3340027443931065E-5</c:v>
                </c:pt>
                <c:pt idx="203">
                  <c:v>7.2553792113616556E-5</c:v>
                </c:pt>
                <c:pt idx="204">
                  <c:v>7.1765194254341455E-5</c:v>
                </c:pt>
                <c:pt idx="205">
                  <c:v>7.0974265701202144E-5</c:v>
                </c:pt>
                <c:pt idx="206">
                  <c:v>7.0181038318319625E-5</c:v>
                </c:pt>
                <c:pt idx="207">
                  <c:v>6.9385543997542922E-5</c:v>
                </c:pt>
                <c:pt idx="208">
                  <c:v>6.8587814657161309E-5</c:v>
                </c:pt>
                <c:pt idx="209">
                  <c:v>6.778788224062537E-5</c:v>
                </c:pt>
                <c:pt idx="210">
                  <c:v>6.6985778715276882E-5</c:v>
                </c:pt>
                <c:pt idx="211">
                  <c:v>6.618153607108735E-5</c:v>
                </c:pt>
                <c:pt idx="212">
                  <c:v>6.5375186319404922E-5</c:v>
                </c:pt>
                <c:pt idx="213">
                  <c:v>6.4566761491709714E-5</c:v>
                </c:pt>
                <c:pt idx="214">
                  <c:v>6.3756293638377642E-5</c:v>
                </c:pt>
                <c:pt idx="215">
                  <c:v>6.2943814827452931E-5</c:v>
                </c:pt>
                <c:pt idx="216">
                  <c:v>6.2129357143429401E-5</c:v>
                </c:pt>
                <c:pt idx="217">
                  <c:v>6.1312952686040474E-5</c:v>
                </c:pt>
                <c:pt idx="218">
                  <c:v>6.0494633569057617E-5</c:v>
                </c:pt>
                <c:pt idx="219">
                  <c:v>5.9674431919097749E-5</c:v>
                </c:pt>
                <c:pt idx="220">
                  <c:v>5.8852379874439432E-5</c:v>
                </c:pt>
                <c:pt idx="221">
                  <c:v>5.8028509583848087E-5</c:v>
                </c:pt>
                <c:pt idx="222">
                  <c:v>5.7202853205410252E-5</c:v>
                </c:pt>
                <c:pt idx="223">
                  <c:v>5.6375442905376682E-5</c:v>
                </c:pt>
                <c:pt idx="224">
                  <c:v>5.5546310857014852E-5</c:v>
                </c:pt>
                <c:pt idx="225">
                  <c:v>5.4715489239470652E-5</c:v>
                </c:pt>
                <c:pt idx="226">
                  <c:v>5.3883010236639097E-5</c:v>
                </c:pt>
                <c:pt idx="227">
                  <c:v>5.3048906036044053E-5</c:v>
                </c:pt>
                <c:pt idx="228">
                  <c:v>5.2213208827726483E-5</c:v>
                </c:pt>
                <c:pt idx="229">
                  <c:v>5.1375950803141632E-5</c:v>
                </c:pt>
                <c:pt idx="230">
                  <c:v>5.0537164154065003E-5</c:v>
                </c:pt>
                <c:pt idx="231">
                  <c:v>4.9696881071507202E-5</c:v>
                </c:pt>
                <c:pt idx="232">
                  <c:v>4.8855133744637461E-5</c:v>
                </c:pt>
                <c:pt idx="233">
                  <c:v>4.8011954359715968E-5</c:v>
                </c:pt>
                <c:pt idx="234">
                  <c:v>4.7167375099034933E-5</c:v>
                </c:pt>
                <c:pt idx="235">
                  <c:v>4.6321428139868392E-5</c:v>
                </c:pt>
                <c:pt idx="236">
                  <c:v>4.5474145653430701E-5</c:v>
                </c:pt>
                <c:pt idx="237">
                  <c:v>4.4625559803843682E-5</c:v>
                </c:pt>
                <c:pt idx="238">
                  <c:v>4.3775702747112713E-5</c:v>
                </c:pt>
                <c:pt idx="239">
                  <c:v>4.2924606630111593E-5</c:v>
                </c:pt>
                <c:pt idx="240">
                  <c:v>4.2072303589576519E-5</c:v>
                </c:pt>
                <c:pt idx="241">
                  <c:v>4.1218825751108852E-5</c:v>
                </c:pt>
                <c:pt idx="242">
                  <c:v>4.0364205228186498E-5</c:v>
                </c:pt>
                <c:pt idx="243">
                  <c:v>3.9508474121183688E-5</c:v>
                </c:pt>
                <c:pt idx="244">
                  <c:v>3.8651664516398898E-5</c:v>
                </c:pt>
                <c:pt idx="245">
                  <c:v>3.7793808485090787E-5</c:v>
                </c:pt>
                <c:pt idx="246">
                  <c:v>3.6934938082522248E-5</c:v>
                </c:pt>
                <c:pt idx="247">
                  <c:v>3.607508534701288E-5</c:v>
                </c:pt>
                <c:pt idx="248">
                  <c:v>3.521428229900012E-5</c:v>
                </c:pt>
                <c:pt idx="249">
                  <c:v>3.4352560940108862E-5</c:v>
                </c:pt>
                <c:pt idx="250">
                  <c:v>3.3489953252229428E-5</c:v>
                </c:pt>
                <c:pt idx="251">
                  <c:v>3.2626491196603867E-5</c:v>
                </c:pt>
                <c:pt idx="252">
                  <c:v>3.176220671292059E-5</c:v>
                </c:pt>
                <c:pt idx="253">
                  <c:v>3.0897131718417659E-5</c:v>
                </c:pt>
                <c:pt idx="254">
                  <c:v>3.0031298106994281E-5</c:v>
                </c:pt>
                <c:pt idx="255">
                  <c:v>2.916473774833039E-5</c:v>
                </c:pt>
                <c:pt idx="256">
                  <c:v>2.8297482487014019E-5</c:v>
                </c:pt>
                <c:pt idx="257">
                  <c:v>2.742956414167631E-5</c:v>
                </c:pt>
                <c:pt idx="258">
                  <c:v>2.6561014504134041E-5</c:v>
                </c:pt>
                <c:pt idx="259">
                  <c:v>2.569186533853927E-5</c:v>
                </c:pt>
                <c:pt idx="260">
                  <c:v>2.482214838053633E-5</c:v>
                </c:pt>
                <c:pt idx="261">
                  <c:v>2.395189533642584E-5</c:v>
                </c:pt>
                <c:pt idx="262">
                  <c:v>2.3081137882336301E-5</c:v>
                </c:pt>
                <c:pt idx="263">
                  <c:v>2.2209907663403321E-5</c:v>
                </c:pt>
                <c:pt idx="264">
                  <c:v>2.1338236292956831E-5</c:v>
                </c:pt>
                <c:pt idx="265">
                  <c:v>2.0466155351716531E-5</c:v>
                </c:pt>
                <c:pt idx="266">
                  <c:v>1.959369638699529E-5</c:v>
                </c:pt>
                <c:pt idx="267">
                  <c:v>1.8720890911910641E-5</c:v>
                </c:pt>
                <c:pt idx="268">
                  <c:v>1.78477704046038E-5</c:v>
                </c:pt>
                <c:pt idx="269">
                  <c:v>1.6974366307466399E-5</c:v>
                </c:pt>
                <c:pt idx="270">
                  <c:v>1.6100710026374631E-5</c:v>
                </c:pt>
                <c:pt idx="271">
                  <c:v>1.522683292993112E-5</c:v>
                </c:pt>
                <c:pt idx="272">
                  <c:v>1.435276634871464E-5</c:v>
                </c:pt>
                <c:pt idx="273">
                  <c:v>1.347854157453799E-5</c:v>
                </c:pt>
                <c:pt idx="274">
                  <c:v>1.2604189859713969E-5</c:v>
                </c:pt>
                <c:pt idx="275">
                  <c:v>1.17297424163293E-5</c:v>
                </c:pt>
                <c:pt idx="276">
                  <c:v>1.085523041552646E-5</c:v>
                </c:pt>
                <c:pt idx="277">
                  <c:v>9.9806849867932891E-6</c:v>
                </c:pt>
                <c:pt idx="278">
                  <c:v>9.1061372172600702E-6</c:v>
                </c:pt>
                <c:pt idx="279">
                  <c:v>8.2316181510037417E-6</c:v>
                </c:pt>
                <c:pt idx="280">
                  <c:v>7.3571587883584784E-6</c:v>
                </c:pt>
                <c:pt idx="281">
                  <c:v>6.4827900852325016E-6</c:v>
                </c:pt>
                <c:pt idx="282">
                  <c:v>5.6085429524312852E-6</c:v>
                </c:pt>
                <c:pt idx="283">
                  <c:v>4.7344482549874793E-6</c:v>
                </c:pt>
                <c:pt idx="284">
                  <c:v>3.8605368114978016E-6</c:v>
                </c:pt>
                <c:pt idx="285">
                  <c:v>2.986839393466993E-6</c:v>
                </c:pt>
                <c:pt idx="286">
                  <c:v>2.1133867246588638E-6</c:v>
                </c:pt>
                <c:pt idx="287">
                  <c:v>1.2402094804543901E-6</c:v>
                </c:pt>
                <c:pt idx="288">
                  <c:v>3.6733828721663231E-7</c:v>
                </c:pt>
                <c:pt idx="289">
                  <c:v>-5.0519627833780065E-7</c:v>
                </c:pt>
                <c:pt idx="290">
                  <c:v>-1.3773636897609251E-6</c:v>
                </c:pt>
                <c:pt idx="291">
                  <c:v>-2.249133471489127E-6</c:v>
                </c:pt>
                <c:pt idx="292">
                  <c:v>-3.1204751994521508E-6</c:v>
                </c:pt>
                <c:pt idx="293">
                  <c:v>-3.991358501675046E-6</c:v>
                </c:pt>
                <c:pt idx="294">
                  <c:v>-4.8617530588732778E-6</c:v>
                </c:pt>
                <c:pt idx="295">
                  <c:v>-5.7316286050415086E-6</c:v>
                </c:pt>
                <c:pt idx="296">
                  <c:v>-6.6009549280364986E-6</c:v>
                </c:pt>
                <c:pt idx="297">
                  <c:v>-7.4697018701541982E-6</c:v>
                </c:pt>
                <c:pt idx="298">
                  <c:v>-8.3378393287009371E-6</c:v>
                </c:pt>
                <c:pt idx="299">
                  <c:v>-9.2053372565587608E-6</c:v>
                </c:pt>
                <c:pt idx="300">
                  <c:v>-1.0072165662744989E-5</c:v>
                </c:pt>
                <c:pt idx="301">
                  <c:v>-1.0938294612966129E-5</c:v>
                </c:pt>
                <c:pt idx="302">
                  <c:v>-1.18036942301662E-5</c:v>
                </c:pt>
                <c:pt idx="303">
                  <c:v>-1.266833469506929E-5</c:v>
                </c:pt>
                <c:pt idx="304">
                  <c:v>-1.353218624671636E-5</c:v>
                </c:pt>
                <c:pt idx="305">
                  <c:v>-1.439521918299636E-5</c:v>
                </c:pt>
                <c:pt idx="306">
                  <c:v>-1.5257403861171771E-5</c:v>
                </c:pt>
                <c:pt idx="307">
                  <c:v>-1.6118710698399119E-5</c:v>
                </c:pt>
                <c:pt idx="308">
                  <c:v>-1.6979110172244742E-5</c:v>
                </c:pt>
                <c:pt idx="309">
                  <c:v>-1.7838572821196141E-5</c:v>
                </c:pt>
                <c:pt idx="310">
                  <c:v>-1.8697069245168949E-5</c:v>
                </c:pt>
                <c:pt idx="311">
                  <c:v>-1.9554570106009621E-5</c:v>
                </c:pt>
                <c:pt idx="312">
                  <c:v>-2.041104612799397E-5</c:v>
                </c:pt>
                <c:pt idx="313">
                  <c:v>-2.1266468098321639E-5</c:v>
                </c:pt>
                <c:pt idx="314">
                  <c:v>-2.2120806867606418E-5</c:v>
                </c:pt>
                <c:pt idx="315">
                  <c:v>-2.2974033350362071E-5</c:v>
                </c:pt>
                <c:pt idx="316">
                  <c:v>-2.382611852548348E-5</c:v>
                </c:pt>
                <c:pt idx="317">
                  <c:v>-2.467703343672284E-5</c:v>
                </c:pt>
                <c:pt idx="318">
                  <c:v>-2.552674919316124E-5</c:v>
                </c:pt>
                <c:pt idx="319">
                  <c:v>-2.6375236969675959E-5</c:v>
                </c:pt>
                <c:pt idx="320">
                  <c:v>-2.7222468007403869E-5</c:v>
                </c:pt>
                <c:pt idx="321">
                  <c:v>-2.8068413614201048E-5</c:v>
                </c:pt>
                <c:pt idx="322">
                  <c:v>-2.8913045165098558E-5</c:v>
                </c:pt>
                <c:pt idx="323">
                  <c:v>-2.9756334102753931E-5</c:v>
                </c:pt>
                <c:pt idx="324">
                  <c:v>-3.0598251937898421E-5</c:v>
                </c:pt>
                <c:pt idx="325">
                  <c:v>-3.143877024978002E-5</c:v>
                </c:pt>
                <c:pt idx="326">
                  <c:v>-3.2277860686602822E-5</c:v>
                </c:pt>
                <c:pt idx="327">
                  <c:v>-3.3115494965963029E-5</c:v>
                </c:pt>
                <c:pt idx="328">
                  <c:v>-3.3951644875282122E-5</c:v>
                </c:pt>
                <c:pt idx="329">
                  <c:v>-3.4786282272237223E-5</c:v>
                </c:pt>
                <c:pt idx="330">
                  <c:v>-3.5619379085188512E-5</c:v>
                </c:pt>
                <c:pt idx="331">
                  <c:v>-3.6450907313603702E-5</c:v>
                </c:pt>
                <c:pt idx="332">
                  <c:v>-3.7280839028479359E-5</c:v>
                </c:pt>
                <c:pt idx="333">
                  <c:v>-3.8109146372759532E-5</c:v>
                </c:pt>
                <c:pt idx="334">
                  <c:v>-3.8935801561751387E-5</c:v>
                </c:pt>
                <c:pt idx="335">
                  <c:v>-3.9760776883538232E-5</c:v>
                </c:pt>
                <c:pt idx="336">
                  <c:v>-4.058404469938949E-5</c:v>
                </c:pt>
                <c:pt idx="337">
                  <c:v>-4.1405577444167861E-5</c:v>
                </c:pt>
                <c:pt idx="338">
                  <c:v>-4.2225347626733527E-5</c:v>
                </c:pt>
                <c:pt idx="339">
                  <c:v>-4.3043327830345682E-5</c:v>
                </c:pt>
                <c:pt idx="340">
                  <c:v>-4.3859490713061502E-5</c:v>
                </c:pt>
                <c:pt idx="341">
                  <c:v>-4.4673809008132828E-5</c:v>
                </c:pt>
                <c:pt idx="342">
                  <c:v>-4.5486255524400648E-5</c:v>
                </c:pt>
                <c:pt idx="343">
                  <c:v>-4.6296803146687433E-5</c:v>
                </c:pt>
                <c:pt idx="344">
                  <c:v>-4.7105424836187358E-5</c:v>
                </c:pt>
                <c:pt idx="345">
                  <c:v>-4.7912093630854471E-5</c:v>
                </c:pt>
                <c:pt idx="346">
                  <c:v>-4.8716782645788298E-5</c:v>
                </c:pt>
                <c:pt idx="347">
                  <c:v>-4.9519465073617663E-5</c:v>
                </c:pt>
                <c:pt idx="348">
                  <c:v>-5.0320114184882652E-5</c:v>
                </c:pt>
                <c:pt idx="349">
                  <c:v>-5.1118703328415277E-5</c:v>
                </c:pt>
                <c:pt idx="350">
                  <c:v>-5.1915205931718638E-5</c:v>
                </c:pt>
                <c:pt idx="351">
                  <c:v>-5.2709595501344762E-5</c:v>
                </c:pt>
                <c:pt idx="352">
                  <c:v>-5.3501845623270898E-5</c:v>
                </c:pt>
                <c:pt idx="353">
                  <c:v>-5.4291929963274322E-5</c:v>
                </c:pt>
                <c:pt idx="354">
                  <c:v>-5.5079822267305588E-5</c:v>
                </c:pt>
                <c:pt idx="355">
                  <c:v>-5.5865496361860232E-5</c:v>
                </c:pt>
                <c:pt idx="356">
                  <c:v>-5.6648926154349058E-5</c:v>
                </c:pt>
                <c:pt idx="357">
                  <c:v>-5.7430085633467647E-5</c:v>
                </c:pt>
                <c:pt idx="358">
                  <c:v>-5.8208948869564439E-5</c:v>
                </c:pt>
                <c:pt idx="359">
                  <c:v>-5.8985490015008318E-5</c:v>
                </c:pt>
                <c:pt idx="360">
                  <c:v>-5.9759683304555443E-5</c:v>
                </c:pt>
                <c:pt idx="361">
                  <c:v>-6.0531503055715303E-5</c:v>
                </c:pt>
                <c:pt idx="362">
                  <c:v>-6.1300923669116276E-5</c:v>
                </c:pt>
                <c:pt idx="363">
                  <c:v>-6.2067919628870343E-5</c:v>
                </c:pt>
                <c:pt idx="364">
                  <c:v>-6.2832465502937477E-5</c:v>
                </c:pt>
                <c:pt idx="365">
                  <c:v>-6.3594535943489595E-5</c:v>
                </c:pt>
                <c:pt idx="366">
                  <c:v>-6.4354105687274566E-5</c:v>
                </c:pt>
                <c:pt idx="367">
                  <c:v>-6.5111149555980387E-5</c:v>
                </c:pt>
                <c:pt idx="368">
                  <c:v>-6.5865642456599592E-5</c:v>
                </c:pt>
                <c:pt idx="369">
                  <c:v>-6.6617559381793764E-5</c:v>
                </c:pt>
                <c:pt idx="370">
                  <c:v>-6.7366875410258109E-5</c:v>
                </c:pt>
                <c:pt idx="371">
                  <c:v>-6.8113565707086254E-5</c:v>
                </c:pt>
                <c:pt idx="372">
                  <c:v>-6.8857605524135033E-5</c:v>
                </c:pt>
                <c:pt idx="373">
                  <c:v>-6.9598970200389422E-5</c:v>
                </c:pt>
                <c:pt idx="374">
                  <c:v>-7.0337635162327587E-5</c:v>
                </c:pt>
                <c:pt idx="375">
                  <c:v>-7.1073575924286236E-5</c:v>
                </c:pt>
                <c:pt idx="376">
                  <c:v>-7.1806768088826411E-5</c:v>
                </c:pt>
                <c:pt idx="377">
                  <c:v>-7.2537187347099992E-5</c:v>
                </c:pt>
                <c:pt idx="378">
                  <c:v>-7.3264809479216833E-5</c:v>
                </c:pt>
                <c:pt idx="379">
                  <c:v>-7.3989610354612066E-5</c:v>
                </c:pt>
                <c:pt idx="380">
                  <c:v>-7.4711565932413329E-5</c:v>
                </c:pt>
                <c:pt idx="381">
                  <c:v>-7.5430652261807894E-5</c:v>
                </c:pt>
                <c:pt idx="382">
                  <c:v>-7.6146845482410008E-5</c:v>
                </c:pt>
                <c:pt idx="383">
                  <c:v>-7.6860121824628557E-5</c:v>
                </c:pt>
                <c:pt idx="384">
                  <c:v>-7.7570457610035318E-5</c:v>
                </c:pt>
                <c:pt idx="385">
                  <c:v>-7.8277829251734144E-5</c:v>
                </c:pt>
                <c:pt idx="386">
                  <c:v>-7.8982213254731091E-5</c:v>
                </c:pt>
                <c:pt idx="387">
                  <c:v>-7.9683586216305712E-5</c:v>
                </c:pt>
                <c:pt idx="388">
                  <c:v>-8.0381924826383594E-5</c:v>
                </c:pt>
                <c:pt idx="389">
                  <c:v>-8.1077205867910294E-5</c:v>
                </c:pt>
                <c:pt idx="390">
                  <c:v>-8.176940621722679E-5</c:v>
                </c:pt>
                <c:pt idx="391">
                  <c:v>-8.2458502844446273E-5</c:v>
                </c:pt>
                <c:pt idx="392">
                  <c:v>-8.314447281383202E-5</c:v>
                </c:pt>
                <c:pt idx="393">
                  <c:v>-8.3827293284176495E-5</c:v>
                </c:pt>
                <c:pt idx="394">
                  <c:v>-8.4506941509181701E-5</c:v>
                </c:pt>
                <c:pt idx="395">
                  <c:v>-8.518339483784112E-5</c:v>
                </c:pt>
                <c:pt idx="396">
                  <c:v>-8.5856630714822979E-5</c:v>
                </c:pt>
                <c:pt idx="397">
                  <c:v>-8.6526626680854594E-5</c:v>
                </c:pt>
                <c:pt idx="398">
                  <c:v>-8.7193360373107607E-5</c:v>
                </c:pt>
                <c:pt idx="399">
                  <c:v>-8.7856809525584066E-5</c:v>
                </c:pt>
                <c:pt idx="400">
                  <c:v>-8.8516951969503529E-5</c:v>
                </c:pt>
                <c:pt idx="401">
                  <c:v>-8.9173765633691397E-5</c:v>
                </c:pt>
                <c:pt idx="402">
                  <c:v>-8.9827228544968221E-5</c:v>
                </c:pt>
                <c:pt idx="403">
                  <c:v>-9.047731882853979E-5</c:v>
                </c:pt>
                <c:pt idx="404">
                  <c:v>-9.1124014708388035E-5</c:v>
                </c:pt>
                <c:pt idx="405">
                  <c:v>-9.1767294507662822E-5</c:v>
                </c:pt>
                <c:pt idx="406">
                  <c:v>-9.2407136649074798E-5</c:v>
                </c:pt>
                <c:pt idx="407">
                  <c:v>-9.3043519655289486E-5</c:v>
                </c:pt>
                <c:pt idx="408">
                  <c:v>-9.3676422149322811E-5</c:v>
                </c:pt>
                <c:pt idx="409">
                  <c:v>-9.4305822854937738E-5</c:v>
                </c:pt>
                <c:pt idx="410">
                  <c:v>-9.4931700597042094E-5</c:v>
                </c:pt>
                <c:pt idx="411">
                  <c:v>-9.5554034302087768E-5</c:v>
                </c:pt>
                <c:pt idx="412">
                  <c:v>-9.6172802998471048E-5</c:v>
                </c:pt>
                <c:pt idx="413">
                  <c:v>-9.6787985816933721E-5</c:v>
                </c:pt>
                <c:pt idx="414">
                  <c:v>-9.7399561990965111E-5</c:v>
                </c:pt>
                <c:pt idx="415">
                  <c:v>-9.8007510857205197E-5</c:v>
                </c:pt>
                <c:pt idx="416">
                  <c:v>-9.8611811855849415E-5</c:v>
                </c:pt>
                <c:pt idx="417">
                  <c:v>-9.9212444531055356E-5</c:v>
                </c:pt>
                <c:pt idx="418">
                  <c:v>-9.9809388531351588E-5</c:v>
                </c:pt>
                <c:pt idx="419">
                  <c:v>-1.004026236100486E-4</c:v>
                </c:pt>
                <c:pt idx="420">
                  <c:v>-1.009921296256517E-4</c:v>
                </c:pt>
                <c:pt idx="421">
                  <c:v>-1.015778865422763E-4</c:v>
                </c:pt>
                <c:pt idx="422">
                  <c:v>-1.02159874430065E-4</c:v>
                </c:pt>
                <c:pt idx="423">
                  <c:v>-1.027380734656066E-4</c:v>
                </c:pt>
                <c:pt idx="424">
                  <c:v>-1.0331246393235839E-4</c:v>
                </c:pt>
                <c:pt idx="425">
                  <c:v>-1.038830262210695E-4</c:v>
                </c:pt>
                <c:pt idx="426">
                  <c:v>-1.0444974083020711E-4</c:v>
                </c:pt>
                <c:pt idx="427">
                  <c:v>-1.050125883663844E-4</c:v>
                </c:pt>
                <c:pt idx="428">
                  <c:v>-1.05571549544791E-4</c:v>
                </c:pt>
                <c:pt idx="429">
                  <c:v>-1.0612660518962479E-4</c:v>
                </c:pt>
                <c:pt idx="430">
                  <c:v>-1.0667773623452621E-4</c:v>
                </c:pt>
                <c:pt idx="431">
                  <c:v>-1.0722492372301341E-4</c:v>
                </c:pt>
                <c:pt idx="432">
                  <c:v>-1.077681488089197E-4</c:v>
                </c:pt>
                <c:pt idx="433">
                  <c:v>-1.0830739275683241E-4</c:v>
                </c:pt>
                <c:pt idx="434">
                  <c:v>-1.088426369425321E-4</c:v>
                </c:pt>
                <c:pt idx="435">
                  <c:v>-1.0937386285343499E-4</c:v>
                </c:pt>
                <c:pt idx="436">
                  <c:v>-1.0990105208903499E-4</c:v>
                </c:pt>
                <c:pt idx="437">
                  <c:v>-1.1042418636134861E-4</c:v>
                </c:pt>
                <c:pt idx="438">
                  <c:v>-1.109432474953604E-4</c:v>
                </c:pt>
                <c:pt idx="439">
                  <c:v>-1.1145821742946969E-4</c:v>
                </c:pt>
                <c:pt idx="440">
                  <c:v>-1.119690782159382E-4</c:v>
                </c:pt>
                <c:pt idx="441">
                  <c:v>-1.124758120213398E-4</c:v>
                </c:pt>
                <c:pt idx="442">
                  <c:v>-1.129784011270103E-4</c:v>
                </c:pt>
                <c:pt idx="443">
                  <c:v>-1.1347682792950019E-4</c:v>
                </c:pt>
                <c:pt idx="444">
                  <c:v>-1.139710749410284E-4</c:v>
                </c:pt>
                <c:pt idx="445">
                  <c:v>-1.1446112478993809E-4</c:v>
                </c:pt>
                <c:pt idx="446">
                  <c:v>-1.149469602211539E-4</c:v>
                </c:pt>
                <c:pt idx="447">
                  <c:v>-1.154285640966412E-4</c:v>
                </c:pt>
                <c:pt idx="448">
                  <c:v>-1.159059193958669E-4</c:v>
                </c:pt>
                <c:pt idx="449">
                  <c:v>-1.163790092162621E-4</c:v>
                </c:pt>
                <c:pt idx="450">
                  <c:v>-1.168478167736855E-4</c:v>
                </c:pt>
                <c:pt idx="451">
                  <c:v>-1.173123254028889E-4</c:v>
                </c:pt>
                <c:pt idx="452">
                  <c:v>-1.177725185579837E-4</c:v>
                </c:pt>
                <c:pt idx="453">
                  <c:v>-1.182283798129087E-4</c:v>
                </c:pt>
                <c:pt idx="454">
                  <c:v>-1.186798928618989E-4</c:v>
                </c:pt>
                <c:pt idx="455">
                  <c:v>-1.191270415199562E-4</c:v>
                </c:pt>
                <c:pt idx="456">
                  <c:v>-1.195698097233209E-4</c:v>
                </c:pt>
                <c:pt idx="457">
                  <c:v>-1.200081815299453E-4</c:v>
                </c:pt>
                <c:pt idx="458">
                  <c:v>-1.204421411199681E-4</c:v>
                </c:pt>
                <c:pt idx="459">
                  <c:v>-1.208716727961908E-4</c:v>
                </c:pt>
                <c:pt idx="460">
                  <c:v>-1.212967609845545E-4</c:v>
                </c:pt>
                <c:pt idx="461">
                  <c:v>-1.2171739023461901E-4</c:v>
                </c:pt>
                <c:pt idx="462">
                  <c:v>-1.2213354522004269E-4</c:v>
                </c:pt>
                <c:pt idx="463">
                  <c:v>-1.2254521073906509E-4</c:v>
                </c:pt>
                <c:pt idx="464">
                  <c:v>-1.2295237171498999E-4</c:v>
                </c:pt>
                <c:pt idx="465">
                  <c:v>-1.2335501319667169E-4</c:v>
                </c:pt>
                <c:pt idx="466">
                  <c:v>-1.2375312035900189E-4</c:v>
                </c:pt>
                <c:pt idx="467">
                  <c:v>-1.241466785033993E-4</c:v>
                </c:pt>
                <c:pt idx="468">
                  <c:v>-1.2453567305830009E-4</c:v>
                </c:pt>
                <c:pt idx="469">
                  <c:v>-1.2492008957965101E-4</c:v>
                </c:pt>
                <c:pt idx="470">
                  <c:v>-1.252999137514038E-4</c:v>
                </c:pt>
                <c:pt idx="471">
                  <c:v>-1.2567513138601151E-4</c:v>
                </c:pt>
                <c:pt idx="472">
                  <c:v>-1.260457284249259E-4</c:v>
                </c:pt>
                <c:pt idx="473">
                  <c:v>-1.2641169093909659E-4</c:v>
                </c:pt>
                <c:pt idx="474">
                  <c:v>-1.2677300512947261E-4</c:v>
                </c:pt>
                <c:pt idx="475">
                  <c:v>-1.27129657327504E-4</c:v>
                </c:pt>
                <c:pt idx="476">
                  <c:v>-1.274816339956466E-4</c:v>
                </c:pt>
                <c:pt idx="477">
                  <c:v>-1.278289217278668E-4</c:v>
                </c:pt>
                <c:pt idx="478">
                  <c:v>-1.2817150725014741E-4</c:v>
                </c:pt>
                <c:pt idx="479">
                  <c:v>-1.2850937742099399E-4</c:v>
                </c:pt>
                <c:pt idx="480">
                  <c:v>-1.2884251923194159E-4</c:v>
                </c:pt>
                <c:pt idx="481">
                  <c:v>-1.291709198080632E-4</c:v>
                </c:pt>
                <c:pt idx="482">
                  <c:v>-1.2949456640847729E-4</c:v>
                </c:pt>
                <c:pt idx="483">
                  <c:v>-1.298134464268581E-4</c:v>
                </c:pt>
                <c:pt idx="484">
                  <c:v>-1.3012754739194629E-4</c:v>
                </c:pt>
                <c:pt idx="485">
                  <c:v>-1.3043685696806061E-4</c:v>
                </c:pt>
                <c:pt idx="486">
                  <c:v>-1.3074136295561069E-4</c:v>
                </c:pt>
                <c:pt idx="487">
                  <c:v>-1.310410532916115E-4</c:v>
                </c:pt>
                <c:pt idx="488">
                  <c:v>-1.3133591605019599E-4</c:v>
                </c:pt>
                <c:pt idx="489">
                  <c:v>-1.3162593944312999E-4</c:v>
                </c:pt>
                <c:pt idx="490">
                  <c:v>-1.319111118203264E-4</c:v>
                </c:pt>
                <c:pt idx="491">
                  <c:v>-1.3219142167035991E-4</c:v>
                </c:pt>
                <c:pt idx="492">
                  <c:v>-1.3246685762098291E-4</c:v>
                </c:pt>
                <c:pt idx="493">
                  <c:v>-1.3273740843964269E-4</c:v>
                </c:pt>
                <c:pt idx="494">
                  <c:v>-1.3300306303399819E-4</c:v>
                </c:pt>
                <c:pt idx="495">
                  <c:v>-1.3326381045243921E-4</c:v>
                </c:pt>
                <c:pt idx="496">
                  <c:v>-1.3351963988460691E-4</c:v>
                </c:pt>
                <c:pt idx="497">
                  <c:v>-1.3377054066191491E-4</c:v>
                </c:pt>
                <c:pt idx="498">
                  <c:v>-1.3401650225807179E-4</c:v>
                </c:pt>
                <c:pt idx="499">
                  <c:v>-1.3425751428960511E-4</c:v>
                </c:pt>
                <c:pt idx="500">
                  <c:v>-1.344935665163872E-4</c:v>
                </c:pt>
                <c:pt idx="501">
                  <c:v>-1.3472464884216239E-4</c:v>
                </c:pt>
                <c:pt idx="502">
                  <c:v>-1.349507513150751E-4</c:v>
                </c:pt>
                <c:pt idx="503">
                  <c:v>-1.3517186412819861E-4</c:v>
                </c:pt>
                <c:pt idx="504">
                  <c:v>-1.3538797762006511E-4</c:v>
                </c:pt>
                <c:pt idx="505">
                  <c:v>-1.3559908227519639E-4</c:v>
                </c:pt>
                <c:pt idx="506">
                  <c:v>-1.358051687246356E-4</c:v>
                </c:pt>
                <c:pt idx="507">
                  <c:v>-1.360062277464797E-4</c:v>
                </c:pt>
                <c:pt idx="508">
                  <c:v>-1.362022502664134E-4</c:v>
                </c:pt>
                <c:pt idx="509">
                  <c:v>-1.363932273582446E-4</c:v>
                </c:pt>
                <c:pt idx="510">
                  <c:v>-1.3657915024444041E-4</c:v>
                </c:pt>
                <c:pt idx="511">
                  <c:v>-1.3676001029666539E-4</c:v>
                </c:pt>
                <c:pt idx="512">
                  <c:v>-1.3693579903632089E-4</c:v>
                </c:pt>
                <c:pt idx="513">
                  <c:v>-1.371065081350851E-4</c:v>
                </c:pt>
                <c:pt idx="514">
                  <c:v>-1.3727212941545551E-4</c:v>
                </c:pt>
                <c:pt idx="515">
                  <c:v>-1.3743265485129141E-4</c:v>
                </c:pt>
                <c:pt idx="516">
                  <c:v>-1.3758807656835919E-4</c:v>
                </c:pt>
                <c:pt idx="517">
                  <c:v>-1.3773838684487841E-4</c:v>
                </c:pt>
                <c:pt idx="518">
                  <c:v>-1.3788357811207001E-4</c:v>
                </c:pt>
                <c:pt idx="519">
                  <c:v>-1.3802364295470559E-4</c:v>
                </c:pt>
                <c:pt idx="520">
                  <c:v>-1.381585741116565E-4</c:v>
                </c:pt>
                <c:pt idx="521">
                  <c:v>-1.3828836447644379E-4</c:v>
                </c:pt>
                <c:pt idx="522">
                  <c:v>-1.3841300709778849E-4</c:v>
                </c:pt>
                <c:pt idx="523">
                  <c:v>-1.3853249518016201E-4</c:v>
                </c:pt>
                <c:pt idx="524">
                  <c:v>-1.3864682208433699E-4</c:v>
                </c:pt>
                <c:pt idx="525">
                  <c:v>-1.3875598132794009E-4</c:v>
                </c:pt>
                <c:pt idx="526">
                  <c:v>-1.3885996658600559E-4</c:v>
                </c:pt>
                <c:pt idx="527">
                  <c:v>-1.38958771691532E-4</c:v>
                </c:pt>
                <c:pt idx="528">
                  <c:v>-1.3905239063603911E-4</c:v>
                </c:pt>
                <c:pt idx="529">
                  <c:v>-1.3914081757012721E-4</c:v>
                </c:pt>
                <c:pt idx="530">
                  <c:v>-1.392240468040368E-4</c:v>
                </c:pt>
                <c:pt idx="531">
                  <c:v>-1.393020728082083E-4</c:v>
                </c:pt>
                <c:pt idx="532">
                  <c:v>-1.393748902138432E-4</c:v>
                </c:pt>
                <c:pt idx="533">
                  <c:v>-1.3944249381346479E-4</c:v>
                </c:pt>
                <c:pt idx="534">
                  <c:v>-1.395048785614805E-4</c:v>
                </c:pt>
                <c:pt idx="535">
                  <c:v>-1.3956203957474409E-4</c:v>
                </c:pt>
                <c:pt idx="536">
                  <c:v>-1.3961397213311871E-4</c:v>
                </c:pt>
                <c:pt idx="537">
                  <c:v>-1.396606716800392E-4</c:v>
                </c:pt>
                <c:pt idx="538">
                  <c:v>-1.3970213382307619E-4</c:v>
                </c:pt>
                <c:pt idx="539">
                  <c:v>-1.397383543344989E-4</c:v>
                </c:pt>
                <c:pt idx="540">
                  <c:v>-1.3976932915183931E-4</c:v>
                </c:pt>
                <c:pt idx="541">
                  <c:v>-1.3979505437845531E-4</c:v>
                </c:pt>
                <c:pt idx="542">
                  <c:v>-1.3981552628409549E-4</c:v>
                </c:pt>
                <c:pt idx="543">
                  <c:v>-1.3983074130546319E-4</c:v>
                </c:pt>
                <c:pt idx="544">
                  <c:v>-1.3984069604678129E-4</c:v>
                </c:pt>
                <c:pt idx="545">
                  <c:v>-1.3984538728035789E-4</c:v>
                </c:pt>
                <c:pt idx="546">
                  <c:v>-1.3984481194715119E-4</c:v>
                </c:pt>
                <c:pt idx="547">
                  <c:v>-1.398389671573363E-4</c:v>
                </c:pt>
                <c:pt idx="548">
                  <c:v>-1.3982785019087189E-4</c:v>
                </c:pt>
                <c:pt idx="549">
                  <c:v>-1.3981145849806801E-4</c:v>
                </c:pt>
                <c:pt idx="550">
                  <c:v>-1.397897897001549E-4</c:v>
                </c:pt>
                <c:pt idx="551">
                  <c:v>-1.397628415898521E-4</c:v>
                </c:pt>
                <c:pt idx="552">
                  <c:v>-1.397306121319388E-4</c:v>
                </c:pt>
                <c:pt idx="553">
                  <c:v>-1.3969309946382379E-4</c:v>
                </c:pt>
                <c:pt idx="554">
                  <c:v>-1.3965030189611651E-4</c:v>
                </c:pt>
                <c:pt idx="555">
                  <c:v>-1.3960221791319639E-4</c:v>
                </c:pt>
                <c:pt idx="556">
                  <c:v>-1.39548846173782E-4</c:v>
                </c:pt>
                <c:pt idx="557">
                  <c:v>-1.394901855114988E-4</c:v>
                </c:pt>
                <c:pt idx="558">
                  <c:v>-1.3942623493544521E-4</c:v>
                </c:pt>
                <c:pt idx="559">
                  <c:v>-1.3935699363075931E-4</c:v>
                </c:pt>
                <c:pt idx="560">
                  <c:v>-1.3928246095918441E-4</c:v>
                </c:pt>
                <c:pt idx="561">
                  <c:v>-1.3920263645963399E-4</c:v>
                </c:pt>
                <c:pt idx="562">
                  <c:v>-1.3911751984875751E-4</c:v>
                </c:pt>
                <c:pt idx="563">
                  <c:v>-1.390271110215045E-4</c:v>
                </c:pt>
                <c:pt idx="564">
                  <c:v>-1.3893141005168839E-4</c:v>
                </c:pt>
                <c:pt idx="565">
                  <c:v>-1.388304171925486E-4</c:v>
                </c:pt>
                <c:pt idx="566">
                  <c:v>-1.3872413287731219E-4</c:v>
                </c:pt>
                <c:pt idx="567">
                  <c:v>-1.3861255771975301E-4</c:v>
                </c:pt>
                <c:pt idx="568">
                  <c:v>-1.3849569251475001E-4</c:v>
                </c:pt>
                <c:pt idx="569">
                  <c:v>-1.383735382388453E-4</c:v>
                </c:pt>
                <c:pt idx="570">
                  <c:v>-1.382460960508006E-4</c:v>
                </c:pt>
                <c:pt idx="571">
                  <c:v>-1.3811336729215371E-4</c:v>
                </c:pt>
                <c:pt idx="572">
                  <c:v>-1.379753534877721E-4</c:v>
                </c:pt>
                <c:pt idx="573">
                  <c:v>-1.3783205634640671E-4</c:v>
                </c:pt>
                <c:pt idx="574">
                  <c:v>-1.3768347776124139E-4</c:v>
                </c:pt>
                <c:pt idx="575">
                  <c:v>-1.3752961981044069E-4</c:v>
                </c:pt>
                <c:pt idx="576">
                  <c:v>-1.3737048475769511E-4</c:v>
                </c:pt>
                <c:pt idx="577">
                  <c:v>-1.3720607505276271E-4</c:v>
                </c:pt>
                <c:pt idx="578">
                  <c:v>-1.3703639333200899E-4</c:v>
                </c:pt>
                <c:pt idx="579">
                  <c:v>-1.368614424189432E-4</c:v>
                </c:pt>
                <c:pt idx="580">
                  <c:v>-1.3668122532475399E-4</c:v>
                </c:pt>
                <c:pt idx="581">
                  <c:v>-1.3649574524884179E-4</c:v>
                </c:pt>
                <c:pt idx="582">
                  <c:v>-1.3630500557934951E-4</c:v>
                </c:pt>
                <c:pt idx="583">
                  <c:v>-1.3610900989368991E-4</c:v>
                </c:pt>
                <c:pt idx="584">
                  <c:v>-1.35907761959071E-4</c:v>
                </c:pt>
                <c:pt idx="585">
                  <c:v>-1.3570126573301749E-4</c:v>
                </c:pt>
                <c:pt idx="586">
                  <c:v>-1.354895253638896E-4</c:v>
                </c:pt>
                <c:pt idx="587">
                  <c:v>-1.3527254519139851E-4</c:v>
                </c:pt>
                <c:pt idx="588">
                  <c:v>-1.3505032974711791E-4</c:v>
                </c:pt>
                <c:pt idx="589">
                  <c:v>-1.348228837549916E-4</c:v>
                </c:pt>
                <c:pt idx="590">
                  <c:v>-1.3459021213183561E-4</c:v>
                </c:pt>
                <c:pt idx="591">
                  <c:v>-1.3435231998783629E-4</c:v>
                </c:pt>
                <c:pt idx="592">
                  <c:v>-1.3410921262704389E-4</c:v>
                </c:pt>
                <c:pt idx="593">
                  <c:v>-1.3386089554786199E-4</c:v>
                </c:pt>
                <c:pt idx="594">
                  <c:v>-1.3360737444353241E-4</c:v>
                </c:pt>
                <c:pt idx="595">
                  <c:v>-1.3334865520261521E-4</c:v>
                </c:pt>
                <c:pt idx="596">
                  <c:v>-1.3308474390946531E-4</c:v>
                </c:pt>
                <c:pt idx="597">
                  <c:v>-1.328156468447028E-4</c:v>
                </c:pt>
                <c:pt idx="598">
                  <c:v>-1.3254137048568081E-4</c:v>
                </c:pt>
                <c:pt idx="599">
                  <c:v>-1.3226192150694649E-4</c:v>
                </c:pt>
                <c:pt idx="600">
                  <c:v>-1.3197730678069961E-4</c:v>
                </c:pt>
                <c:pt idx="601">
                  <c:v>-1.3168753337724329E-4</c:v>
                </c:pt>
                <c:pt idx="602">
                  <c:v>-1.3139260856543031E-4</c:v>
                </c:pt>
                <c:pt idx="603">
                  <c:v>-1.3109253981310161E-4</c:v>
                </c:pt>
                <c:pt idx="604">
                  <c:v>-1.307873347875188E-4</c:v>
                </c:pt>
                <c:pt idx="605">
                  <c:v>-1.3047700135578931E-4</c:v>
                </c:pt>
                <c:pt idx="606">
                  <c:v>-1.301615475852875E-4</c:v>
                </c:pt>
                <c:pt idx="607">
                  <c:v>-1.2984098174406871E-4</c:v>
                </c:pt>
                <c:pt idx="608">
                  <c:v>-1.295153123012775E-4</c:v>
                </c:pt>
                <c:pt idx="609">
                  <c:v>-1.2918454792755049E-4</c:v>
                </c:pt>
                <c:pt idx="610">
                  <c:v>-1.2884869749541189E-4</c:v>
                </c:pt>
                <c:pt idx="611">
                  <c:v>-1.2850777007966351E-4</c:v>
                </c:pt>
                <c:pt idx="612">
                  <c:v>-1.2816177495776911E-4</c:v>
                </c:pt>
                <c:pt idx="613">
                  <c:v>-1.278107216102329E-4</c:v>
                </c:pt>
                <c:pt idx="614">
                  <c:v>-1.2745461972097049E-4</c:v>
                </c:pt>
                <c:pt idx="615">
                  <c:v>-1.2709347917767321E-4</c:v>
                </c:pt>
                <c:pt idx="616">
                  <c:v>-1.2672731007216411E-4</c:v>
                </c:pt>
                <c:pt idx="617">
                  <c:v>-1.263561227007461E-4</c:v>
                </c:pt>
                <c:pt idx="618">
                  <c:v>-1.2597992756454161E-4</c:v>
                </c:pt>
                <c:pt idx="619">
                  <c:v>-1.2559873536982391E-4</c:v>
                </c:pt>
                <c:pt idx="620">
                  <c:v>-1.252125570283401E-4</c:v>
                </c:pt>
                <c:pt idx="621">
                  <c:v>-1.2482140365762599E-4</c:v>
                </c:pt>
                <c:pt idx="622">
                  <c:v>-1.2442528658131071E-4</c:v>
                </c:pt>
                <c:pt idx="623">
                  <c:v>-1.2402421732941299E-4</c:v>
                </c:pt>
                <c:pt idx="624">
                  <c:v>-1.236182076386282E-4</c:v>
                </c:pt>
                <c:pt idx="625">
                  <c:v>-1.232072694526054E-4</c:v>
                </c:pt>
                <c:pt idx="626">
                  <c:v>-1.2279141492221491E-4</c:v>
                </c:pt>
                <c:pt idx="627">
                  <c:v>-1.2237065640580651E-4</c:v>
                </c:pt>
                <c:pt idx="628">
                  <c:v>-1.219450064694575E-4</c:v>
                </c:pt>
                <c:pt idx="629">
                  <c:v>-1.215144778872121E-4</c:v>
                </c:pt>
                <c:pt idx="630">
                  <c:v>-1.210790836413088E-4</c:v>
                </c:pt>
                <c:pt idx="631">
                  <c:v>-1.2063883692239991E-4</c:v>
                </c:pt>
                <c:pt idx="632">
                  <c:v>-1.201937511297578E-4</c:v>
                </c:pt>
                <c:pt idx="633">
                  <c:v>-1.1974383987147121E-4</c:v>
                </c:pt>
                <c:pt idx="634">
                  <c:v>-1.192891169646292E-4</c:v>
                </c:pt>
                <c:pt idx="635">
                  <c:v>-1.1882959643549431E-4</c:v>
                </c:pt>
                <c:pt idx="636">
                  <c:v>-1.1836529251966321E-4</c:v>
                </c:pt>
                <c:pt idx="637">
                  <c:v>-1.178962196622165E-4</c:v>
                </c:pt>
                <c:pt idx="638">
                  <c:v>-1.17422392517857E-4</c:v>
                </c:pt>
                <c:pt idx="639">
                  <c:v>-1.1694382595103631E-4</c:v>
                </c:pt>
                <c:pt idx="640">
                  <c:v>-1.164605350360698E-4</c:v>
                </c:pt>
                <c:pt idx="641">
                  <c:v>-1.159725350572408E-4</c:v>
                </c:pt>
                <c:pt idx="642">
                  <c:v>-1.154798415088906E-4</c:v>
                </c:pt>
                <c:pt idx="643">
                  <c:v>-1.149824700954973E-4</c:v>
                </c:pt>
                <c:pt idx="644">
                  <c:v>-1.144804367317418E-4</c:v>
                </c:pt>
                <c:pt idx="645">
                  <c:v>-1.1397375754256201E-4</c:v>
                </c:pt>
                <c:pt idx="646">
                  <c:v>-1.134624488631942E-4</c:v>
                </c:pt>
                <c:pt idx="647">
                  <c:v>-1.129465272392029E-4</c:v>
                </c:pt>
                <c:pt idx="648">
                  <c:v>-1.124260094264972E-4</c:v>
                </c:pt>
                <c:pt idx="649">
                  <c:v>-1.119009123913348E-4</c:v>
                </c:pt>
                <c:pt idx="650">
                  <c:v>-1.113712533103139E-4</c:v>
                </c:pt>
                <c:pt idx="651">
                  <c:v>-1.1083704957035261E-4</c:v>
                </c:pt>
                <c:pt idx="652">
                  <c:v>-1.102983187686549E-4</c:v>
                </c:pt>
                <c:pt idx="653">
                  <c:v>-1.097550787126637E-4</c:v>
                </c:pt>
                <c:pt idx="654">
                  <c:v>-1.0920734742000111E-4</c:v>
                </c:pt>
                <c:pt idx="655">
                  <c:v>-1.0865514311839469E-4</c:v>
                </c:pt>
                <c:pt idx="656">
                  <c:v>-1.080984842455903E-4</c:v>
                </c:pt>
                <c:pt idx="657">
                  <c:v>-1.075373894492513E-4</c:v>
                </c:pt>
                <c:pt idx="658">
                  <c:v>-1.0697187758684499E-4</c:v>
                </c:pt>
                <c:pt idx="659">
                  <c:v>-1.064019677255152E-4</c:v>
                </c:pt>
                <c:pt idx="660">
                  <c:v>-1.0582767914194161E-4</c:v>
                </c:pt>
                <c:pt idx="661">
                  <c:v>-1.05249031322184E-4</c:v>
                </c:pt>
                <c:pt idx="662">
                  <c:v>-1.046660439615127E-4</c:v>
                </c:pt>
                <c:pt idx="663">
                  <c:v>-1.0407873696422381E-4</c:v>
                </c:pt>
                <c:pt idx="664">
                  <c:v>-1.034871304434399E-4</c:v>
                </c:pt>
                <c:pt idx="665">
                  <c:v>-1.0289124472089591E-4</c:v>
                </c:pt>
                <c:pt idx="666">
                  <c:v>-1.022911003267101E-4</c:v>
                </c:pt>
                <c:pt idx="667">
                  <c:v>-1.016867179991398E-4</c:v>
                </c:pt>
                <c:pt idx="668">
                  <c:v>-1.010781186843236E-4</c:v>
                </c:pt>
                <c:pt idx="669">
                  <c:v>-1.0046532353600811E-4</c:v>
                </c:pt>
                <c:pt idx="670">
                  <c:v>-9.9848353915260783E-5</c:v>
                </c:pt>
                <c:pt idx="671">
                  <c:v>-9.9227231390167705E-5</c:v>
                </c:pt>
                <c:pt idx="672">
                  <c:v>-9.8601977735516885E-5</c:v>
                </c:pt>
                <c:pt idx="673">
                  <c:v>-9.797261493246575E-5</c:v>
                </c:pt>
                <c:pt idx="674">
                  <c:v>-9.7339165168193071E-5</c:v>
                </c:pt>
                <c:pt idx="675">
                  <c:v>-9.6701650835535199E-5</c:v>
                </c:pt>
                <c:pt idx="676">
                  <c:v>-9.6060094532606405E-5</c:v>
                </c:pt>
                <c:pt idx="677">
                  <c:v>-9.5414519062403673E-5</c:v>
                </c:pt>
                <c:pt idx="678">
                  <c:v>-9.4764947432396171E-5</c:v>
                </c:pt>
                <c:pt idx="679">
                  <c:v>-9.41114028540991E-5</c:v>
                </c:pt>
                <c:pt idx="680">
                  <c:v>-9.3453908742631832E-5</c:v>
                </c:pt>
                <c:pt idx="681">
                  <c:v>-9.2792488716259981E-5</c:v>
                </c:pt>
                <c:pt idx="682">
                  <c:v>-9.2127166595921636E-5</c:v>
                </c:pt>
                <c:pt idx="683">
                  <c:v>-9.1457966404738042E-5</c:v>
                </c:pt>
                <c:pt idx="684">
                  <c:v>-9.0784912367509047E-5</c:v>
                </c:pt>
                <c:pt idx="685">
                  <c:v>-9.0108028910193099E-5</c:v>
                </c:pt>
                <c:pt idx="686">
                  <c:v>-8.9427340659371259E-5</c:v>
                </c:pt>
                <c:pt idx="687">
                  <c:v>-8.8742872441694774E-5</c:v>
                </c:pt>
                <c:pt idx="688">
                  <c:v>-8.8054649283316423E-5</c:v>
                </c:pt>
                <c:pt idx="689">
                  <c:v>-8.7362696409305421E-5</c:v>
                </c:pt>
                <c:pt idx="690">
                  <c:v>-8.6667039243045908E-5</c:v>
                </c:pt>
                <c:pt idx="691">
                  <c:v>-8.5967703405618825E-5</c:v>
                </c:pt>
                <c:pt idx="692">
                  <c:v>-8.5264714715166962E-5</c:v>
                </c:pt>
                <c:pt idx="693">
                  <c:v>-8.4558099186243107E-5</c:v>
                </c:pt>
                <c:pt idx="694">
                  <c:v>-8.3847883029141627E-5</c:v>
                </c:pt>
                <c:pt idx="695">
                  <c:v>-8.3134092649213666E-5</c:v>
                </c:pt>
                <c:pt idx="696">
                  <c:v>-8.2416754646166132E-5</c:v>
                </c:pt>
                <c:pt idx="697">
                  <c:v>-8.1695895813344263E-5</c:v>
                </c:pt>
                <c:pt idx="698">
                  <c:v>-8.0971543136997367E-5</c:v>
                </c:pt>
                <c:pt idx="699">
                  <c:v>-8.0243723795527579E-5</c:v>
                </c:pt>
                <c:pt idx="700">
                  <c:v>-7.9512465158721729E-5</c:v>
                </c:pt>
                <c:pt idx="701">
                  <c:v>-7.8777794786966324E-5</c:v>
                </c:pt>
                <c:pt idx="702">
                  <c:v>-7.8039740430445339E-5</c:v>
                </c:pt>
                <c:pt idx="703">
                  <c:v>-7.729833002832035E-5</c:v>
                </c:pt>
                <c:pt idx="704">
                  <c:v>-7.6553591707892506E-5</c:v>
                </c:pt>
                <c:pt idx="705">
                  <c:v>-7.5805553783746219E-5</c:v>
                </c:pt>
                <c:pt idx="706">
                  <c:v>-7.5054244756874846E-5</c:v>
                </c:pt>
                <c:pt idx="707">
                  <c:v>-7.4299693313788936E-5</c:v>
                </c:pt>
                <c:pt idx="708">
                  <c:v>-7.354192832560712E-5</c:v>
                </c:pt>
                <c:pt idx="709">
                  <c:v>-7.2780978847129319E-5</c:v>
                </c:pt>
                <c:pt idx="710">
                  <c:v>-7.2016874115892214E-5</c:v>
                </c:pt>
                <c:pt idx="711">
                  <c:v>-7.1249643551207016E-5</c:v>
                </c:pt>
                <c:pt idx="712">
                  <c:v>-7.0479316753179378E-5</c:v>
                </c:pt>
                <c:pt idx="713">
                  <c:v>-6.9705923501711583E-5</c:v>
                </c:pt>
                <c:pt idx="714">
                  <c:v>-6.8929493755487102E-5</c:v>
                </c:pt>
                <c:pt idx="715">
                  <c:v>-6.8150057650937697E-5</c:v>
                </c:pt>
                <c:pt idx="716">
                  <c:v>-6.7367645501193357E-5</c:v>
                </c:pt>
                <c:pt idx="717">
                  <c:v>-6.6582287795014701E-5</c:v>
                </c:pt>
                <c:pt idx="718">
                  <c:v>-6.5794015195707743E-5</c:v>
                </c:pt>
                <c:pt idx="719">
                  <c:v>-6.5002858540020908E-5</c:v>
                </c:pt>
                <c:pt idx="720">
                  <c:v>-6.4208848837024276E-5</c:v>
                </c:pt>
                <c:pt idx="721">
                  <c:v>-6.3412017266971282E-5</c:v>
                </c:pt>
                <c:pt idx="722">
                  <c:v>-6.2612395180143156E-5</c:v>
                </c:pt>
                <c:pt idx="723">
                  <c:v>-6.1810014095675967E-5</c:v>
                </c:pt>
                <c:pt idx="724">
                  <c:v>-6.1004905700369982E-5</c:v>
                </c:pt>
                <c:pt idx="725">
                  <c:v>-6.0197101847481417E-5</c:v>
                </c:pt>
                <c:pt idx="726">
                  <c:v>-5.9386634555496402E-5</c:v>
                </c:pt>
                <c:pt idx="727">
                  <c:v>-5.8573536006887363E-5</c:v>
                </c:pt>
                <c:pt idx="728">
                  <c:v>-5.7757838546851561E-5</c:v>
                </c:pt>
                <c:pt idx="729">
                  <c:v>-5.6939574682031588E-5</c:v>
                </c:pt>
                <c:pt idx="730">
                  <c:v>-5.6118777079217929E-5</c:v>
                </c:pt>
                <c:pt idx="731">
                  <c:v>-5.5295478564033892E-5</c:v>
                </c:pt>
                <c:pt idx="732">
                  <c:v>-5.446971211960296E-5</c:v>
                </c:pt>
                <c:pt idx="733">
                  <c:v>-5.364151088519897E-5</c:v>
                </c:pt>
                <c:pt idx="734">
                  <c:v>-5.2810908154878898E-5</c:v>
                </c:pt>
                <c:pt idx="735">
                  <c:v>-5.1977937376098197E-5</c:v>
                </c:pt>
                <c:pt idx="736">
                  <c:v>-5.1142632148308342E-5</c:v>
                </c:pt>
                <c:pt idx="737">
                  <c:v>-5.0305026221536058E-5</c:v>
                </c:pt>
                <c:pt idx="738">
                  <c:v>-4.9465153494944858E-5</c:v>
                </c:pt>
                <c:pt idx="739">
                  <c:v>-4.8623048015378693E-5</c:v>
                </c:pt>
                <c:pt idx="740">
                  <c:v>-4.7778743975888317E-5</c:v>
                </c:pt>
                <c:pt idx="741">
                  <c:v>-4.6932275714240573E-5</c:v>
                </c:pt>
                <c:pt idx="742">
                  <c:v>-4.608367771141E-5</c:v>
                </c:pt>
                <c:pt idx="743">
                  <c:v>-4.5232984590052761E-5</c:v>
                </c:pt>
                <c:pt idx="744">
                  <c:v>-4.4380231112962263E-5</c:v>
                </c:pt>
                <c:pt idx="745">
                  <c:v>-4.3525452181506832E-5</c:v>
                </c:pt>
                <c:pt idx="746">
                  <c:v>-4.2668682834049902E-5</c:v>
                </c:pt>
                <c:pt idx="747">
                  <c:v>-4.180995824435283E-5</c:v>
                </c:pt>
                <c:pt idx="748">
                  <c:v>-4.0949313719960543E-5</c:v>
                </c:pt>
                <c:pt idx="749">
                  <c:v>-4.0086784700569838E-5</c:v>
                </c:pt>
                <c:pt idx="750">
                  <c:v>-3.9222406756380427E-5</c:v>
                </c:pt>
                <c:pt idx="751">
                  <c:v>-3.8356215586428643E-5</c:v>
                </c:pt>
                <c:pt idx="752">
                  <c:v>-3.7488247016904257E-5</c:v>
                </c:pt>
                <c:pt idx="753">
                  <c:v>-3.6618536999450448E-5</c:v>
                </c:pt>
                <c:pt idx="754">
                  <c:v>-3.5747121609446432E-5</c:v>
                </c:pt>
                <c:pt idx="755">
                  <c:v>-3.4874037044273287E-5</c:v>
                </c:pt>
                <c:pt idx="756">
                  <c:v>-3.3999319621562599E-5</c:v>
                </c:pt>
                <c:pt idx="757">
                  <c:v>-3.3123005777428301E-5</c:v>
                </c:pt>
                <c:pt idx="758">
                  <c:v>-3.2245132064681782E-5</c:v>
                </c:pt>
                <c:pt idx="759">
                  <c:v>-3.1365735151030541E-5</c:v>
                </c:pt>
                <c:pt idx="760">
                  <c:v>-3.0484851817260691E-5</c:v>
                </c:pt>
                <c:pt idx="761">
                  <c:v>-2.960251895540368E-5</c:v>
                </c:pt>
                <c:pt idx="762">
                  <c:v>-2.8718773566887669E-5</c:v>
                </c:pt>
                <c:pt idx="763">
                  <c:v>-2.7833652760673821E-5</c:v>
                </c:pt>
                <c:pt idx="764">
                  <c:v>-2.6947193751377729E-5</c:v>
                </c:pt>
                <c:pt idx="765">
                  <c:v>-2.6059433857376141E-5</c:v>
                </c:pt>
                <c:pt idx="766">
                  <c:v>-2.5170410498898878E-5</c:v>
                </c:pt>
                <c:pt idx="767">
                  <c:v>-2.4280161196105971E-5</c:v>
                </c:pt>
                <c:pt idx="768">
                  <c:v>-2.338872356714978E-5</c:v>
                </c:pt>
                <c:pt idx="769">
                  <c:v>-2.249613532622224E-5</c:v>
                </c:pt>
                <c:pt idx="770">
                  <c:v>-2.160243428158739E-5</c:v>
                </c:pt>
                <c:pt idx="771">
                  <c:v>-2.0707658333599779E-5</c:v>
                </c:pt>
                <c:pt idx="772">
                  <c:v>-1.981184547270887E-5</c:v>
                </c:pt>
                <c:pt idx="773">
                  <c:v>-1.8915033777449859E-5</c:v>
                </c:pt>
                <c:pt idx="774">
                  <c:v>-1.801726141242058E-5</c:v>
                </c:pt>
                <c:pt idx="775">
                  <c:v>-1.7118566626244539E-5</c:v>
                </c:pt>
                <c:pt idx="776">
                  <c:v>-1.62189877495204E-5</c:v>
                </c:pt>
                <c:pt idx="777">
                  <c:v>-1.531856319275873E-5</c:v>
                </c:pt>
                <c:pt idx="778">
                  <c:v>-1.441733144430708E-5</c:v>
                </c:pt>
                <c:pt idx="779">
                  <c:v>-1.3515331068264121E-5</c:v>
                </c:pt>
                <c:pt idx="780">
                  <c:v>-1.2612600702383179E-5</c:v>
                </c:pt>
                <c:pt idx="781">
                  <c:v>-1.1709179055965239E-5</c:v>
                </c:pt>
                <c:pt idx="782">
                  <c:v>-1.080510490774143E-5</c:v>
                </c:pt>
                <c:pt idx="783">
                  <c:v>-9.9004171037451434E-6</c:v>
                </c:pt>
                <c:pt idx="784">
                  <c:v>-8.9951545551737903E-6</c:v>
                </c:pt>
                <c:pt idx="785">
                  <c:v>-8.0893562362404744E-6</c:v>
                </c:pt>
                <c:pt idx="786">
                  <c:v>-7.1830611820156717E-6</c:v>
                </c:pt>
                <c:pt idx="787">
                  <c:v>-6.2763084862589448E-6</c:v>
                </c:pt>
                <c:pt idx="788">
                  <c:v>-5.3691372992409384E-6</c:v>
                </c:pt>
                <c:pt idx="789">
                  <c:v>-4.4615868255561251E-6</c:v>
                </c:pt>
                <c:pt idx="790">
                  <c:v>-3.553696321926707E-6</c:v>
                </c:pt>
                <c:pt idx="791">
                  <c:v>-2.6455050949977658E-6</c:v>
                </c:pt>
                <c:pt idx="792">
                  <c:v>-1.7370524991236829E-6</c:v>
                </c:pt>
                <c:pt idx="793">
                  <c:v>-8.2837793414598039E-7</c:v>
                </c:pt>
                <c:pt idx="794">
                  <c:v>8.0479156837113449E-8</c:v>
                </c:pt>
                <c:pt idx="795">
                  <c:v>9.8947928970906775E-7</c:v>
                </c:pt>
                <c:pt idx="796">
                  <c:v>1.898582941581248E-6</c:v>
                </c:pt>
                <c:pt idx="797">
                  <c:v>2.8077505530467212E-6</c:v>
                </c:pt>
                <c:pt idx="798">
                  <c:v>3.7169425304414129E-6</c:v>
                </c:pt>
                <c:pt idx="799">
                  <c:v>4.6261192481123538E-6</c:v>
                </c:pt>
                <c:pt idx="800">
                  <c:v>5.5352410506927141E-6</c:v>
                </c:pt>
                <c:pt idx="801">
                  <c:v>6.4442682553833849E-6</c:v>
                </c:pt>
                <c:pt idx="802">
                  <c:v>7.3531611542407323E-6</c:v>
                </c:pt>
                <c:pt idx="803">
                  <c:v>8.2618800164700812E-6</c:v>
                </c:pt>
                <c:pt idx="804">
                  <c:v>9.1703850907243845E-6</c:v>
                </c:pt>
                <c:pt idx="805">
                  <c:v>1.0078636607407751E-5</c:v>
                </c:pt>
                <c:pt idx="806">
                  <c:v>1.098659478098382E-5</c:v>
                </c:pt>
                <c:pt idx="807">
                  <c:v>1.1894219812289079E-5</c:v>
                </c:pt>
                <c:pt idx="808">
                  <c:v>1.280147189085099E-5</c:v>
                </c:pt>
                <c:pt idx="809">
                  <c:v>1.3708311197210609E-5</c:v>
                </c:pt>
                <c:pt idx="810">
                  <c:v>1.4614697905249391E-5</c:v>
                </c:pt>
                <c:pt idx="811">
                  <c:v>1.5520592184519751E-5</c:v>
                </c:pt>
                <c:pt idx="812">
                  <c:v>1.6425954202579011E-5</c:v>
                </c:pt>
                <c:pt idx="813">
                  <c:v>1.733074412732643E-5</c:v>
                </c:pt>
                <c:pt idx="814">
                  <c:v>1.8234922129342789E-5</c:v>
                </c:pt>
                <c:pt idx="815">
                  <c:v>1.9138448384232479E-5</c:v>
                </c:pt>
                <c:pt idx="816">
                  <c:v>2.0041283074968041E-5</c:v>
                </c:pt>
                <c:pt idx="817">
                  <c:v>2.094338639423682E-5</c:v>
                </c:pt>
                <c:pt idx="818">
                  <c:v>2.184471854678979E-5</c:v>
                </c:pt>
                <c:pt idx="819">
                  <c:v>2.274523975179217E-5</c:v>
                </c:pt>
                <c:pt idx="820">
                  <c:v>2.3644910245176199E-5</c:v>
                </c:pt>
                <c:pt idx="821">
                  <c:v>2.454369028199556E-5</c:v>
                </c:pt>
                <c:pt idx="822">
                  <c:v>2.5441540138781361E-5</c:v>
                </c:pt>
                <c:pt idx="823">
                  <c:v>2.6338420115898922E-5</c:v>
                </c:pt>
                <c:pt idx="824">
                  <c:v>2.7234290539905079E-5</c:v>
                </c:pt>
                <c:pt idx="825">
                  <c:v>2.8129111765905698E-5</c:v>
                </c:pt>
                <c:pt idx="826">
                  <c:v>2.9022844179913159E-5</c:v>
                </c:pt>
                <c:pt idx="827">
                  <c:v>2.9915448201203691E-5</c:v>
                </c:pt>
                <c:pt idx="828">
                  <c:v>3.0806884284674222E-5</c:v>
                </c:pt>
                <c:pt idx="829">
                  <c:v>3.1697112923198419E-5</c:v>
                </c:pt>
                <c:pt idx="830">
                  <c:v>3.2586094649981831E-5</c:v>
                </c:pt>
                <c:pt idx="831">
                  <c:v>3.3473790040916019E-5</c:v>
                </c:pt>
                <c:pt idx="832">
                  <c:v>3.4360159716931171E-5</c:v>
                </c:pt>
                <c:pt idx="833">
                  <c:v>3.5245164346346562E-5</c:v>
                </c:pt>
                <c:pt idx="834">
                  <c:v>3.6128764647218492E-5</c:v>
                </c:pt>
                <c:pt idx="835">
                  <c:v>3.7010921389686112E-5</c:v>
                </c:pt>
                <c:pt idx="836">
                  <c:v>3.7891595398314798E-5</c:v>
                </c:pt>
                <c:pt idx="837">
                  <c:v>3.8770747554437199E-5</c:v>
                </c:pt>
                <c:pt idx="838">
                  <c:v>3.9648338798491178E-5</c:v>
                </c:pt>
                <c:pt idx="839">
                  <c:v>4.0524330132354498E-5</c:v>
                </c:pt>
                <c:pt idx="840">
                  <c:v>4.139868262167571E-5</c:v>
                </c:pt>
                <c:pt idx="841">
                  <c:v>4.227135739820109E-5</c:v>
                </c:pt>
                <c:pt idx="842">
                  <c:v>4.314231566209715E-5</c:v>
                </c:pt>
                <c:pt idx="843">
                  <c:v>4.4011518684268437E-5</c:v>
                </c:pt>
                <c:pt idx="844">
                  <c:v>4.4878927808670427E-5</c:v>
                </c:pt>
                <c:pt idx="845">
                  <c:v>4.5744504454617599E-5</c:v>
                </c:pt>
                <c:pt idx="846">
                  <c:v>4.6608210119086523E-5</c:v>
                </c:pt>
                <c:pt idx="847">
                  <c:v>4.7470006379014238E-5</c:v>
                </c:pt>
                <c:pt idx="848">
                  <c:v>4.8329854893591638E-5</c:v>
                </c:pt>
                <c:pt idx="849">
                  <c:v>4.9187717406551532E-5</c:v>
                </c:pt>
                <c:pt idx="850">
                  <c:v>5.0043555748451607E-5</c:v>
                </c:pt>
                <c:pt idx="851">
                  <c:v>5.0897331838951897E-5</c:v>
                </c:pt>
                <c:pt idx="852">
                  <c:v>5.1749007689086613E-5</c:v>
                </c:pt>
                <c:pt idx="853">
                  <c:v>5.259854540352995E-5</c:v>
                </c:pt>
                <c:pt idx="854">
                  <c:v>5.3445907182855428E-5</c:v>
                </c:pt>
                <c:pt idx="855">
                  <c:v>5.4291055325788282E-5</c:v>
                </c:pt>
                <c:pt idx="856">
                  <c:v>5.5133952231450628E-5</c:v>
                </c:pt>
                <c:pt idx="857">
                  <c:v>5.5974560401599599E-5</c:v>
                </c:pt>
                <c:pt idx="858">
                  <c:v>5.6812842442858208E-5</c:v>
                </c:pt>
                <c:pt idx="859">
                  <c:v>5.7648761068938632E-5</c:v>
                </c:pt>
                <c:pt idx="860">
                  <c:v>5.848227910285743E-5</c:v>
                </c:pt>
                <c:pt idx="861">
                  <c:v>5.9313359479142342E-5</c:v>
                </c:pt>
                <c:pt idx="862">
                  <c:v>6.0141965246030598E-5</c:v>
                </c:pt>
                <c:pt idx="863">
                  <c:v>6.0968059567658948E-5</c:v>
                </c:pt>
                <c:pt idx="864">
                  <c:v>6.1791605726244965E-5</c:v>
                </c:pt>
                <c:pt idx="865">
                  <c:v>6.2612567124259829E-5</c:v>
                </c:pt>
                <c:pt idx="866">
                  <c:v>6.3430907286591811E-5</c:v>
                </c:pt>
                <c:pt idx="867">
                  <c:v>6.424658986270021E-5</c:v>
                </c:pt>
                <c:pt idx="868">
                  <c:v>6.5059578628759709E-5</c:v>
                </c:pt>
                <c:pt idx="869">
                  <c:v>6.5869837489794869E-5</c:v>
                </c:pt>
                <c:pt idx="870">
                  <c:v>6.6677330481804912E-5</c:v>
                </c:pt>
                <c:pt idx="871">
                  <c:v>6.7482021773878587E-5</c:v>
                </c:pt>
                <c:pt idx="872">
                  <c:v>6.8283875670299072E-5</c:v>
                </c:pt>
                <c:pt idx="873">
                  <c:v>6.9082856612638556E-5</c:v>
                </c:pt>
                <c:pt idx="874">
                  <c:v>6.9878929181842211E-5</c:v>
                </c:pt>
                <c:pt idx="875">
                  <c:v>7.0672058100301334E-5</c:v>
                </c:pt>
                <c:pt idx="876">
                  <c:v>7.1462208233915369E-5</c:v>
                </c:pt>
                <c:pt idx="877">
                  <c:v>7.2249344594142763E-5</c:v>
                </c:pt>
                <c:pt idx="878">
                  <c:v>7.3033432340041064E-5</c:v>
                </c:pt>
                <c:pt idx="879">
                  <c:v>7.3814436780295954E-5</c:v>
                </c:pt>
                <c:pt idx="880">
                  <c:v>7.4592323375239218E-5</c:v>
                </c:pt>
                <c:pt idx="881">
                  <c:v>7.5367057738855769E-5</c:v>
                </c:pt>
                <c:pt idx="882">
                  <c:v>7.6138605640779032E-5</c:v>
                </c:pt>
                <c:pt idx="883">
                  <c:v>7.6906933008274479E-5</c:v>
                </c:pt>
                <c:pt idx="884">
                  <c:v>7.7672005928211085E-5</c:v>
                </c:pt>
                <c:pt idx="885">
                  <c:v>7.8433790649020687E-5</c:v>
                </c:pt>
                <c:pt idx="886">
                  <c:v>7.9192253582645127E-5</c:v>
                </c:pt>
                <c:pt idx="887">
                  <c:v>7.9947361306471475E-5</c:v>
                </c:pt>
                <c:pt idx="888">
                  <c:v>8.069908056525547E-5</c:v>
                </c:pt>
                <c:pt idx="889">
                  <c:v>8.1447378273032711E-5</c:v>
                </c:pt>
                <c:pt idx="890">
                  <c:v>8.2192221515017458E-5</c:v>
                </c:pt>
                <c:pt idx="891">
                  <c:v>8.2933577549488703E-5</c:v>
                </c:pt>
                <c:pt idx="892">
                  <c:v>8.3671413809662798E-5</c:v>
                </c:pt>
                <c:pt idx="893">
                  <c:v>8.4405697905552457E-5</c:v>
                </c:pt>
                <c:pt idx="894">
                  <c:v>8.5136397625811664E-5</c:v>
                </c:pt>
                <c:pt idx="895">
                  <c:v>8.5863480939566439E-5</c:v>
                </c:pt>
                <c:pt idx="896">
                  <c:v>8.6586915998231368E-5</c:v>
                </c:pt>
                <c:pt idx="897">
                  <c:v>8.730667113731183E-5</c:v>
                </c:pt>
                <c:pt idx="898">
                  <c:v>8.8022714878191439E-5</c:v>
                </c:pt>
                <c:pt idx="899">
                  <c:v>8.8735015929904609E-5</c:v>
                </c:pt>
                <c:pt idx="900">
                  <c:v>8.9443543190893894E-5</c:v>
                </c:pt>
                <c:pt idx="901">
                  <c:v>9.0148265750751894E-5</c:v>
                </c:pt>
                <c:pt idx="902">
                  <c:v>9.0849152891947838E-5</c:v>
                </c:pt>
                <c:pt idx="903">
                  <c:v>9.1546174091538691E-5</c:v>
                </c:pt>
                <c:pt idx="904">
                  <c:v>9.2239299022864557E-5</c:v>
                </c:pt>
                <c:pt idx="905">
                  <c:v>9.2928497557228452E-5</c:v>
                </c:pt>
                <c:pt idx="906">
                  <c:v>9.3613739765560441E-5</c:v>
                </c:pt>
                <c:pt idx="907">
                  <c:v>9.4294995920066592E-5</c:v>
                </c:pt>
                <c:pt idx="908">
                  <c:v>9.4972236495862673E-5</c:v>
                </c:pt>
                <c:pt idx="909">
                  <c:v>9.5645432172592143E-5</c:v>
                </c:pt>
                <c:pt idx="910">
                  <c:v>9.6314553836028118E-5</c:v>
                </c:pt>
                <c:pt idx="911">
                  <c:v>9.6979572579659014E-5</c:v>
                </c:pt>
                <c:pt idx="912">
                  <c:v>9.7640459706257971E-5</c:v>
                </c:pt>
                <c:pt idx="913">
                  <c:v>9.8297186729435961E-5</c:v>
                </c:pt>
                <c:pt idx="914">
                  <c:v>9.8949725375178601E-5</c:v>
                </c:pt>
                <c:pt idx="915">
                  <c:v>9.9598047583366586E-5</c:v>
                </c:pt>
                <c:pt idx="916">
                  <c:v>1.002421255092795E-4</c:v>
                </c:pt>
                <c:pt idx="917">
                  <c:v>1.008819315250828E-4</c:v>
                </c:pt>
                <c:pt idx="918">
                  <c:v>1.015174382212979E-4</c:v>
                </c:pt>
                <c:pt idx="919">
                  <c:v>1.021486184082551E-4</c:v>
                </c:pt>
                <c:pt idx="920">
                  <c:v>1.0277544511752819E-4</c:v>
                </c:pt>
                <c:pt idx="921">
                  <c:v>1.033978916033525E-4</c:v>
                </c:pt>
                <c:pt idx="922">
                  <c:v>1.040159313440248E-4</c:v>
                </c:pt>
                <c:pt idx="923">
                  <c:v>1.046295380432869E-4</c:v>
                </c:pt>
                <c:pt idx="924">
                  <c:v>1.0523868563169091E-4</c:v>
                </c:pt>
                <c:pt idx="925">
                  <c:v>1.058433482679471E-4</c:v>
                </c:pt>
                <c:pt idx="926">
                  <c:v>1.064435003402534E-4</c:v>
                </c:pt>
                <c:pt idx="927">
                  <c:v>1.070391164676079E-4</c:v>
                </c:pt>
                <c:pt idx="928">
                  <c:v>1.076301715011025E-4</c:v>
                </c:pt>
                <c:pt idx="929">
                  <c:v>1.082166405251997E-4</c:v>
                </c:pt>
                <c:pt idx="930">
                  <c:v>1.087984988589909E-4</c:v>
                </c:pt>
                <c:pt idx="931">
                  <c:v>1.093757220574361E-4</c:v>
                </c:pt>
                <c:pt idx="932">
                  <c:v>1.099482859125858E-4</c:v>
                </c:pt>
                <c:pt idx="933">
                  <c:v>1.105161664547845E-4</c:v>
                </c:pt>
                <c:pt idx="934">
                  <c:v>1.110793399538568E-4</c:v>
                </c:pt>
                <c:pt idx="935">
                  <c:v>1.116377829202745E-4</c:v>
                </c:pt>
                <c:pt idx="936">
                  <c:v>1.12191472106306E-4</c:v>
                </c:pt>
                <c:pt idx="937">
                  <c:v>1.1274038450714649E-4</c:v>
                </c:pt>
                <c:pt idx="938">
                  <c:v>1.132844973620309E-4</c:v>
                </c:pt>
                <c:pt idx="939">
                  <c:v>1.138237881553266E-4</c:v>
                </c:pt>
                <c:pt idx="940">
                  <c:v>1.1435823461761E-4</c:v>
                </c:pt>
                <c:pt idx="941">
                  <c:v>1.148878147267234E-4</c:v>
                </c:pt>
                <c:pt idx="942">
                  <c:v>1.15412506708815E-4</c:v>
                </c:pt>
                <c:pt idx="943">
                  <c:v>1.1593228903935921E-4</c:v>
                </c:pt>
                <c:pt idx="944">
                  <c:v>1.1644714044415901E-4</c:v>
                </c:pt>
                <c:pt idx="945">
                  <c:v>1.1695703990032879E-4</c:v>
                </c:pt>
                <c:pt idx="946">
                  <c:v>1.174619666372573E-4</c:v>
                </c:pt>
                <c:pt idx="947">
                  <c:v>1.179619001375509E-4</c:v>
                </c:pt>
                <c:pt idx="948">
                  <c:v>1.1845682013795809E-4</c:v>
                </c:pt>
                <c:pt idx="949">
                  <c:v>1.189467066302755E-4</c:v>
                </c:pt>
                <c:pt idx="950">
                  <c:v>1.1943153986223431E-4</c:v>
                </c:pt>
                <c:pt idx="951">
                  <c:v>1.19911300338368E-4</c:v>
                </c:pt>
                <c:pt idx="952">
                  <c:v>1.203859688208607E-4</c:v>
                </c:pt>
                <c:pt idx="953">
                  <c:v>1.208555263303766E-4</c:v>
                </c:pt>
                <c:pt idx="954">
                  <c:v>1.2131995414687E-4</c:v>
                </c:pt>
                <c:pt idx="955">
                  <c:v>1.2177923381037549E-4</c:v>
                </c:pt>
                <c:pt idx="956">
                  <c:v>1.222333471217798E-4</c:v>
                </c:pt>
                <c:pt idx="957">
                  <c:v>1.2268227614357371E-4</c:v>
                </c:pt>
                <c:pt idx="958">
                  <c:v>1.2312600320058499E-4</c:v>
                </c:pt>
                <c:pt idx="959">
                  <c:v>1.2356451088069211E-4</c:v>
                </c:pt>
                <c:pt idx="960">
                  <c:v>1.239977820355185E-4</c:v>
                </c:pt>
                <c:pt idx="961">
                  <c:v>1.2442579978110791E-4</c:v>
                </c:pt>
                <c:pt idx="962">
                  <c:v>1.248485474985801E-4</c:v>
                </c:pt>
                <c:pt idx="963">
                  <c:v>1.252660088347683E-4</c:v>
                </c:pt>
                <c:pt idx="964">
                  <c:v>1.256781677028371E-4</c:v>
                </c:pt>
                <c:pt idx="965">
                  <c:v>1.260850082828815E-4</c:v>
                </c:pt>
                <c:pt idx="966">
                  <c:v>1.2648651502250531E-4</c:v>
                </c:pt>
                <c:pt idx="967">
                  <c:v>1.2688267263738021E-4</c:v>
                </c:pt>
                <c:pt idx="968">
                  <c:v>1.2727346611178411E-4</c:v>
                </c:pt>
                <c:pt idx="969">
                  <c:v>1.2765888069911921E-4</c:v>
                </c:pt>
                <c:pt idx="970">
                  <c:v>1.2803890192241091E-4</c:v>
                </c:pt>
                <c:pt idx="971">
                  <c:v>1.2841351557478571E-4</c:v>
                </c:pt>
                <c:pt idx="972">
                  <c:v>1.287827077199303E-4</c:v>
                </c:pt>
                <c:pt idx="973">
                  <c:v>1.2914646469253081E-4</c:v>
                </c:pt>
                <c:pt idx="974">
                  <c:v>1.2950477309869109E-4</c:v>
                </c:pt>
                <c:pt idx="975">
                  <c:v>1.298576198163326E-4</c:v>
                </c:pt>
                <c:pt idx="976">
                  <c:v>1.3020499199557241E-4</c:v>
                </c:pt>
                <c:pt idx="977">
                  <c:v>1.3054687705908239E-4</c:v>
                </c:pt>
                <c:pt idx="978">
                  <c:v>1.308832627024278E-4</c:v>
                </c:pt>
                <c:pt idx="979">
                  <c:v>1.3121413689438699E-4</c:v>
                </c:pt>
                <c:pt idx="980">
                  <c:v>1.3153948787725161E-4</c:v>
                </c:pt>
                <c:pt idx="981">
                  <c:v>1.318593041671065E-4</c:v>
                </c:pt>
                <c:pt idx="982">
                  <c:v>1.321735745540918E-4</c:v>
                </c:pt>
                <c:pt idx="983">
                  <c:v>1.3248228810264361E-4</c:v>
                </c:pt>
                <c:pt idx="984">
                  <c:v>1.3278543415171779E-4</c:v>
                </c:pt>
                <c:pt idx="985">
                  <c:v>1.3308300231499321E-4</c:v>
                </c:pt>
                <c:pt idx="986">
                  <c:v>1.333749824810586E-4</c:v>
                </c:pt>
                <c:pt idx="987">
                  <c:v>1.3366136481357939E-4</c:v>
                </c:pt>
                <c:pt idx="988">
                  <c:v>1.33942139751446E-4</c:v>
                </c:pt>
                <c:pt idx="989">
                  <c:v>1.3421729800890321E-4</c:v>
                </c:pt>
                <c:pt idx="990">
                  <c:v>1.3448683057566051E-4</c:v>
                </c:pt>
                <c:pt idx="991">
                  <c:v>1.3475072871698381E-4</c:v>
                </c:pt>
                <c:pt idx="992">
                  <c:v>1.3500898397376769E-4</c:v>
                </c:pt>
                <c:pt idx="993">
                  <c:v>1.352615881625882E-4</c:v>
                </c:pt>
                <c:pt idx="994">
                  <c:v>1.3550853337573551E-4</c:v>
                </c:pt>
                <c:pt idx="995">
                  <c:v>1.357498119812277E-4</c:v>
                </c:pt>
                <c:pt idx="996">
                  <c:v>1.359854166228043E-4</c:v>
                </c:pt>
                <c:pt idx="997">
                  <c:v>1.3621534021990151E-4</c:v>
                </c:pt>
                <c:pt idx="998">
                  <c:v>1.364395759676083E-4</c:v>
                </c:pt>
                <c:pt idx="999">
                  <c:v>1.3665811733660401E-4</c:v>
                </c:pt>
                <c:pt idx="1000">
                  <c:v>1.368709580730764E-4</c:v>
                </c:pt>
                <c:pt idx="1001">
                  <c:v>1.3707809219862119E-4</c:v>
                </c:pt>
                <c:pt idx="1002">
                  <c:v>1.372795140101222E-4</c:v>
                </c:pt>
                <c:pt idx="1003">
                  <c:v>1.374752180796119E-4</c:v>
                </c:pt>
                <c:pt idx="1004">
                  <c:v>1.3766519925411419E-4</c:v>
                </c:pt>
                <c:pt idx="1005">
                  <c:v>1.3784945265546739E-4</c:v>
                </c:pt>
                <c:pt idx="1006">
                  <c:v>1.3802797368012981E-4</c:v>
                </c:pt>
                <c:pt idx="1007">
                  <c:v>1.38200757998966E-4</c:v>
                </c:pt>
                <c:pt idx="1008">
                  <c:v>1.3836780155701491E-4</c:v>
                </c:pt>
                <c:pt idx="1009">
                  <c:v>1.385291005732377E-4</c:v>
                </c:pt>
                <c:pt idx="1010">
                  <c:v>1.3868465154024811E-4</c:v>
                </c:pt>
                <c:pt idx="1011">
                  <c:v>1.3883445122402389E-4</c:v>
                </c:pt>
                <c:pt idx="1012">
                  <c:v>1.3897849666360089E-4</c:v>
                </c:pt>
                <c:pt idx="1013">
                  <c:v>1.3911678517074849E-4</c:v>
                </c:pt>
                <c:pt idx="1014">
                  <c:v>1.392493143296282E-4</c:v>
                </c:pt>
                <c:pt idx="1015">
                  <c:v>1.3937608199643411E-4</c:v>
                </c:pt>
                <c:pt idx="1016">
                  <c:v>1.3949708629901639E-4</c:v>
                </c:pt>
                <c:pt idx="1017">
                  <c:v>1.396123256364874E-4</c:v>
                </c:pt>
                <c:pt idx="1018">
                  <c:v>1.397217986788093E-4</c:v>
                </c:pt>
                <c:pt idx="1019">
                  <c:v>1.3982550436636559E-4</c:v>
                </c:pt>
                <c:pt idx="1020">
                  <c:v>1.3992344190951381E-4</c:v>
                </c:pt>
                <c:pt idx="1021">
                  <c:v>1.4001561078812199E-4</c:v>
                </c:pt>
                <c:pt idx="1022">
                  <c:v>1.401020107510886E-4</c:v>
                </c:pt>
                <c:pt idx="1023">
                  <c:v>1.4018264181584429E-4</c:v>
                </c:pt>
                <c:pt idx="1024">
                  <c:v>1.402575042678385E-4</c:v>
                </c:pt>
                <c:pt idx="1025">
                  <c:v>1.4032659866000761E-4</c:v>
                </c:pt>
                <c:pt idx="1026">
                  <c:v>1.403899258122273E-4</c:v>
                </c:pt>
                <c:pt idx="1027">
                  <c:v>1.404474868107465E-4</c:v>
                </c:pt>
                <c:pt idx="1028">
                  <c:v>1.4049928300760551E-4</c:v>
                </c:pt>
                <c:pt idx="1029">
                  <c:v>1.4054531602003789E-4</c:v>
                </c:pt>
                <c:pt idx="1030">
                  <c:v>1.405855877298566E-4</c:v>
                </c:pt>
                <c:pt idx="1031">
                  <c:v>1.4062010028282441E-4</c:v>
                </c:pt>
                <c:pt idx="1032">
                  <c:v>1.4064885608800829E-4</c:v>
                </c:pt>
                <c:pt idx="1033">
                  <c:v>1.40671857817119E-4</c:v>
                </c:pt>
                <c:pt idx="1034">
                  <c:v>1.4068910840383419E-4</c:v>
                </c:pt>
                <c:pt idx="1035">
                  <c:v>1.407006110431062E-4</c:v>
                </c:pt>
                <c:pt idx="1036">
                  <c:v>1.4070636919045429E-4</c:v>
                </c:pt>
                <c:pt idx="1037">
                  <c:v>1.4070638656124161E-4</c:v>
                </c:pt>
                <c:pt idx="1038">
                  <c:v>1.4070066712993669E-4</c:v>
                </c:pt>
                <c:pt idx="1039">
                  <c:v>1.4068921512936009E-4</c:v>
                </c:pt>
                <c:pt idx="1040">
                  <c:v>1.4067203504991539E-4</c:v>
                </c:pt>
                <c:pt idx="1041">
                  <c:v>1.406491316388058E-4</c:v>
                </c:pt>
                <c:pt idx="1042">
                  <c:v>1.40620509899236E-4</c:v>
                </c:pt>
                <c:pt idx="1043">
                  <c:v>1.405861750895991E-4</c:v>
                </c:pt>
                <c:pt idx="1044">
                  <c:v>1.4054613272264951E-4</c:v>
                </c:pt>
                <c:pt idx="1045">
                  <c:v>1.4050038856466151E-4</c:v>
                </c:pt>
                <c:pt idx="1046">
                  <c:v>1.4044894863457421E-4</c:v>
                </c:pt>
                <c:pt idx="1047">
                  <c:v>1.4039181920312099E-4</c:v>
                </c:pt>
                <c:pt idx="1048">
                  <c:v>1.4032900679194661E-4</c:v>
                </c:pt>
                <c:pt idx="1049">
                  <c:v>1.4026051817270769E-4</c:v>
                </c:pt>
                <c:pt idx="1050">
                  <c:v>1.4018636036616141E-4</c:v>
                </c:pt>
                <c:pt idx="1051">
                  <c:v>1.4010654064123819E-4</c:v>
                </c:pt>
                <c:pt idx="1052">
                  <c:v>1.4002106651410341E-4</c:v>
                </c:pt>
                <c:pt idx="1053">
                  <c:v>1.3992994574720411E-4</c:v>
                </c:pt>
                <c:pt idx="1054">
                  <c:v>1.3983318634830299E-4</c:v>
                </c:pt>
                <c:pt idx="1055">
                  <c:v>1.3973079656949899E-4</c:v>
                </c:pt>
                <c:pt idx="1056">
                  <c:v>1.3962278490623319E-4</c:v>
                </c:pt>
                <c:pt idx="1057">
                  <c:v>1.39509160096283E-4</c:v>
                </c:pt>
                <c:pt idx="1058">
                  <c:v>1.3938993111874259E-4</c:v>
                </c:pt>
                <c:pt idx="1059">
                  <c:v>1.392651071929918E-4</c:v>
                </c:pt>
                <c:pt idx="1060">
                  <c:v>1.3913469777765181E-4</c:v>
                </c:pt>
                <c:pt idx="1061">
                  <c:v>1.3899871256952919E-4</c:v>
                </c:pt>
                <c:pt idx="1062">
                  <c:v>1.3885716150254741E-4</c:v>
                </c:pt>
                <c:pt idx="1063">
                  <c:v>1.3871005474666681E-4</c:v>
                </c:pt>
                <c:pt idx="1064">
                  <c:v>1.385574027067914E-4</c:v>
                </c:pt>
                <c:pt idx="1065">
                  <c:v>1.383992160216639E-4</c:v>
                </c:pt>
                <c:pt idx="1066">
                  <c:v>1.3823550556274819E-4</c:v>
                </c:pt>
                <c:pt idx="1067">
                  <c:v>1.3806628243309991E-4</c:v>
                </c:pt>
                <c:pt idx="1068">
                  <c:v>1.3789155796622499E-4</c:v>
                </c:pt>
                <c:pt idx="1069">
                  <c:v>1.3771134372492791E-4</c:v>
                </c:pt>
                <c:pt idx="1070">
                  <c:v>1.3752565150014739E-4</c:v>
                </c:pt>
                <c:pt idx="1071">
                  <c:v>1.373344933097831E-4</c:v>
                </c:pt>
                <c:pt idx="1072">
                  <c:v>1.3713788139751201E-4</c:v>
                </c:pt>
                <c:pt idx="1073">
                  <c:v>1.369358282315942E-4</c:v>
                </c:pt>
                <c:pt idx="1074">
                  <c:v>1.3672834650366861E-4</c:v>
                </c:pt>
                <c:pt idx="1075">
                  <c:v>1.3651544912753779E-4</c:v>
                </c:pt>
                <c:pt idx="1076">
                  <c:v>1.3629714923794219E-4</c:v>
                </c:pt>
                <c:pt idx="1077">
                  <c:v>1.3607346018932351E-4</c:v>
                </c:pt>
                <c:pt idx="1078">
                  <c:v>1.358443955545782E-4</c:v>
                </c:pt>
                <c:pt idx="1079">
                  <c:v>1.3560996912380149E-4</c:v>
                </c:pt>
                <c:pt idx="1080">
                  <c:v>1.3537019490302051E-4</c:v>
                </c:pt>
                <c:pt idx="1081">
                  <c:v>1.3512508711291759E-4</c:v>
                </c:pt>
                <c:pt idx="1082">
                  <c:v>1.3487466018754569E-4</c:v>
                </c:pt>
                <c:pt idx="1083">
                  <c:v>1.3461892877303391E-4</c:v>
                </c:pt>
                <c:pt idx="1084">
                  <c:v>1.343579077262864E-4</c:v>
                </c:pt>
                <c:pt idx="1085">
                  <c:v>1.3409161211367179E-4</c:v>
                </c:pt>
                <c:pt idx="1086">
                  <c:v>1.3382005720970509E-4</c:v>
                </c:pt>
                <c:pt idx="1087">
                  <c:v>1.335432584957214E-4</c:v>
                </c:pt>
                <c:pt idx="1088">
                  <c:v>1.332612316585422E-4</c:v>
                </c:pt>
                <c:pt idx="1089">
                  <c:v>1.3297399258913381E-4</c:v>
                </c:pt>
                <c:pt idx="1090">
                  <c:v>1.3268155738125831E-4</c:v>
                </c:pt>
                <c:pt idx="1091">
                  <c:v>1.3238394233011769E-4</c:v>
                </c:pt>
                <c:pt idx="1092">
                  <c:v>1.3208116393098981E-4</c:v>
                </c:pt>
                <c:pt idx="1093">
                  <c:v>1.3177323887785799E-4</c:v>
                </c:pt>
                <c:pt idx="1094">
                  <c:v>1.31460184062034E-4</c:v>
                </c:pt>
                <c:pt idx="1095">
                  <c:v>1.3114201657077269E-4</c:v>
                </c:pt>
                <c:pt idx="1096">
                  <c:v>1.3081875368588101E-4</c:v>
                </c:pt>
                <c:pt idx="1097">
                  <c:v>1.3049041288231959E-4</c:v>
                </c:pt>
                <c:pt idx="1098">
                  <c:v>1.3015701182679971E-4</c:v>
                </c:pt>
                <c:pt idx="1099">
                  <c:v>1.298185683763723E-4</c:v>
                </c:pt>
                <c:pt idx="1100">
                  <c:v>1.2947510057701321E-4</c:v>
                </c:pt>
                <c:pt idx="1101">
                  <c:v>1.291266266622004E-4</c:v>
                </c:pt>
                <c:pt idx="1102">
                  <c:v>1.2877316505148669E-4</c:v>
                </c:pt>
                <c:pt idx="1103">
                  <c:v>1.2841473434906591E-4</c:v>
                </c:pt>
                <c:pt idx="1104">
                  <c:v>1.2805135334233441E-4</c:v>
                </c:pt>
                <c:pt idx="1105">
                  <c:v>1.2768304100044641E-4</c:v>
                </c:pt>
                <c:pt idx="1106">
                  <c:v>1.2730981647286451E-4</c:v>
                </c:pt>
                <c:pt idx="1107">
                  <c:v>1.269316990879051E-4</c:v>
                </c:pt>
                <c:pt idx="1108">
                  <c:v>1.2654870835127879E-4</c:v>
                </c:pt>
                <c:pt idx="1109">
                  <c:v>1.261608639446271E-4</c:v>
                </c:pt>
                <c:pt idx="1110">
                  <c:v>1.2576818572405431E-4</c:v>
                </c:pt>
                <c:pt idx="1111">
                  <c:v>1.2537069371865571E-4</c:v>
                </c:pt>
                <c:pt idx="1112">
                  <c:v>1.249684081290421E-4</c:v>
                </c:pt>
                <c:pt idx="1113">
                  <c:v>1.245613493258604E-4</c:v>
                </c:pt>
                <c:pt idx="1114">
                  <c:v>1.241495378483101E-4</c:v>
                </c:pt>
                <c:pt idx="1115">
                  <c:v>1.2373299440265621E-4</c:v>
                </c:pt>
                <c:pt idx="1116">
                  <c:v>1.2331173986073919E-4</c:v>
                </c:pt>
                <c:pt idx="1117">
                  <c:v>1.228857952584811E-4</c:v>
                </c:pt>
                <c:pt idx="1118">
                  <c:v>1.2245518179438851E-4</c:v>
                </c:pt>
                <c:pt idx="1119">
                  <c:v>1.220199208280536E-4</c:v>
                </c:pt>
                <c:pt idx="1120">
                  <c:v>1.2158003387865291E-4</c:v>
                </c:pt>
                <c:pt idx="1121">
                  <c:v>1.2113554262344401E-4</c:v>
                </c:pt>
                <c:pt idx="1122">
                  <c:v>1.206864688962613E-4</c:v>
                </c:pt>
                <c:pt idx="1123">
                  <c:v>1.202328346860099E-4</c:v>
                </c:pt>
                <c:pt idx="1124">
                  <c:v>1.1977466213515739E-4</c:v>
                </c:pt>
                <c:pt idx="1125">
                  <c:v>1.193119735382244E-4</c:v>
                </c:pt>
                <c:pt idx="1126">
                  <c:v>1.1884479134027241E-4</c:v>
                </c:pt>
                <c:pt idx="1127">
                  <c:v>1.1837313813539031E-4</c:v>
                </c:pt>
                <c:pt idx="1128">
                  <c:v>1.1789703666517969E-4</c:v>
                </c:pt>
                <c:pt idx="1129">
                  <c:v>1.174165098172385E-4</c:v>
                </c:pt>
                <c:pt idx="1130">
                  <c:v>1.169315806236434E-4</c:v>
                </c:pt>
                <c:pt idx="1131">
                  <c:v>1.164422722594311E-4</c:v>
                </c:pt>
                <c:pt idx="1132">
                  <c:v>1.159486080410785E-4</c:v>
                </c:pt>
                <c:pt idx="1133">
                  <c:v>1.154506114249833E-4</c:v>
                </c:pt>
                <c:pt idx="1134">
                  <c:v>1.149483060059435E-4</c:v>
                </c:pt>
                <c:pt idx="1135">
                  <c:v>1.144417155156378E-4</c:v>
                </c:pt>
                <c:pt idx="1136">
                  <c:v>1.139308638211062E-4</c:v>
                </c:pt>
                <c:pt idx="1137">
                  <c:v>1.134157749232311E-4</c:v>
                </c:pt>
                <c:pt idx="1138">
                  <c:v>1.128964729552195E-4</c:v>
                </c:pt>
                <c:pt idx="1139">
                  <c:v>1.1237298218108461E-4</c:v>
                </c:pt>
                <c:pt idx="1140">
                  <c:v>1.118453269941289E-4</c:v>
                </c:pt>
                <c:pt idx="1141">
                  <c:v>1.113135319154275E-4</c:v>
                </c:pt>
                <c:pt idx="1142">
                  <c:v>1.1077762159231249E-4</c:v>
                </c:pt>
                <c:pt idx="1143">
                  <c:v>1.1023762079685849E-4</c:v>
                </c:pt>
                <c:pt idx="1144">
                  <c:v>1.0969355442436989E-4</c:v>
                </c:pt>
                <c:pt idx="1145">
                  <c:v>1.0914544749186941E-4</c:v>
                </c:pt>
                <c:pt idx="1146">
                  <c:v>1.085933251365892E-4</c:v>
                </c:pt>
                <c:pt idx="1147">
                  <c:v>1.0803721261446319E-4</c:v>
                </c:pt>
                <c:pt idx="1148">
                  <c:v>1.0747713529862131E-4</c:v>
                </c:pt>
                <c:pt idx="1149">
                  <c:v>1.0691311867788579E-4</c:v>
                </c:pt>
                <c:pt idx="1150">
                  <c:v>1.0634518835527001E-4</c:v>
                </c:pt>
                <c:pt idx="1151">
                  <c:v>1.057733700464801E-4</c:v>
                </c:pt>
                <c:pt idx="1152">
                  <c:v>1.051976895784195E-4</c:v>
                </c:pt>
                <c:pt idx="1153">
                  <c:v>1.046181728876961E-4</c:v>
                </c:pt>
                <c:pt idx="1154">
                  <c:v>1.040348460191317E-4</c:v>
                </c:pt>
                <c:pt idx="1155">
                  <c:v>1.034477351242736E-4</c:v>
                </c:pt>
                <c:pt idx="1156">
                  <c:v>1.028568664599096E-4</c:v>
                </c:pt>
                <c:pt idx="1157">
                  <c:v>1.0226226638658529E-4</c:v>
                </c:pt>
                <c:pt idx="1158">
                  <c:v>1.016639613671261E-4</c:v>
                </c:pt>
                <c:pt idx="1159">
                  <c:v>1.010619779651628E-4</c:v>
                </c:pt>
                <c:pt idx="1160">
                  <c:v>1.004563428436607E-4</c:v>
                </c:pt>
                <c:pt idx="1161">
                  <c:v>9.9847082763453203E-5</c:v>
                </c:pt>
                <c:pt idx="1162">
                  <c:v>9.9234224581780113E-5</c:v>
                </c:pt>
                <c:pt idx="1163">
                  <c:v>9.8617795250829254E-5</c:v>
                </c:pt>
                <c:pt idx="1164">
                  <c:v>9.799782181628251E-5</c:v>
                </c:pt>
                <c:pt idx="1165">
                  <c:v>9.7374331415865244E-5</c:v>
                </c:pt>
                <c:pt idx="1166">
                  <c:v>9.6747351277900011E-5</c:v>
                </c:pt>
                <c:pt idx="1167">
                  <c:v>9.6116908719864791E-5</c:v>
                </c:pt>
                <c:pt idx="1168">
                  <c:v>9.548303114695598E-5</c:v>
                </c:pt>
                <c:pt idx="1169">
                  <c:v>9.4845746050656139E-5</c:v>
                </c:pt>
                <c:pt idx="1170">
                  <c:v>9.4205081007306505E-5</c:v>
                </c:pt>
                <c:pt idx="1171">
                  <c:v>9.3561063676684606E-5</c:v>
                </c:pt>
                <c:pt idx="1172">
                  <c:v>9.2913721800586934E-5</c:v>
                </c:pt>
                <c:pt idx="1173">
                  <c:v>9.2263083201416955E-5</c:v>
                </c:pt>
                <c:pt idx="1174">
                  <c:v>9.1609175780778628E-5</c:v>
                </c:pt>
                <c:pt idx="1175">
                  <c:v>9.0952027518075498E-5</c:v>
                </c:pt>
                <c:pt idx="1176">
                  <c:v>9.0291666469115295E-5</c:v>
                </c:pt>
                <c:pt idx="1177">
                  <c:v>8.9628120764720357E-5</c:v>
                </c:pt>
                <c:pt idx="1178">
                  <c:v>8.8961418609343821E-5</c:v>
                </c:pt>
                <c:pt idx="1179">
                  <c:v>8.8291588279691845E-5</c:v>
                </c:pt>
                <c:pt idx="1180">
                  <c:v>8.7618658123352473E-5</c:v>
                </c:pt>
                <c:pt idx="1181">
                  <c:v>8.6942656557431261E-5</c:v>
                </c:pt>
                <c:pt idx="1182">
                  <c:v>8.6263612067193705E-5</c:v>
                </c:pt>
                <c:pt idx="1183">
                  <c:v>8.5581553204714072E-5</c:v>
                </c:pt>
                <c:pt idx="1184">
                  <c:v>8.4896508587530294E-5</c:v>
                </c:pt>
                <c:pt idx="1185">
                  <c:v>8.4208506897304978E-5</c:v>
                </c:pt>
                <c:pt idx="1186">
                  <c:v>8.3517576878492546E-5</c:v>
                </c:pt>
                <c:pt idx="1187">
                  <c:v>8.2823747337012766E-5</c:v>
                </c:pt>
                <c:pt idx="1188">
                  <c:v>8.2127047138930869E-5</c:v>
                </c:pt>
                <c:pt idx="1189">
                  <c:v>8.1427505209144354E-5</c:v>
                </c:pt>
                <c:pt idx="1190">
                  <c:v>8.0725150530076479E-5</c:v>
                </c:pt>
                <c:pt idx="1191">
                  <c:v>8.0020012140376577E-5</c:v>
                </c:pt>
                <c:pt idx="1192">
                  <c:v>7.9312119133627255E-5</c:v>
                </c:pt>
                <c:pt idx="1193">
                  <c:v>7.860150065705809E-5</c:v>
                </c:pt>
                <c:pt idx="1194">
                  <c:v>7.7888185910266318E-5</c:v>
                </c:pt>
                <c:pt idx="1195">
                  <c:v>7.7172204143944749E-5</c:v>
                </c:pt>
                <c:pt idx="1196">
                  <c:v>7.6453584658616993E-5</c:v>
                </c:pt>
                <c:pt idx="1197">
                  <c:v>7.573235680337962E-5</c:v>
                </c:pt>
                <c:pt idx="1198">
                  <c:v>7.5008549974650969E-5</c:v>
                </c:pt>
                <c:pt idx="1199">
                  <c:v>7.4282193614926315E-5</c:v>
                </c:pt>
                <c:pt idx="1200">
                  <c:v>7.3553317211539336E-5</c:v>
                </c:pt>
                <c:pt idx="1201">
                  <c:v>7.2821950295429573E-5</c:v>
                </c:pt>
                <c:pt idx="1202">
                  <c:v>7.2088122439915931E-5</c:v>
                </c:pt>
                <c:pt idx="1203">
                  <c:v>7.1351863259476193E-5</c:v>
                </c:pt>
                <c:pt idx="1204">
                  <c:v>7.0613202408533317E-5</c:v>
                </c:pt>
                <c:pt idx="1205">
                  <c:v>6.9872169580248889E-5</c:v>
                </c:pt>
                <c:pt idx="1206">
                  <c:v>6.9128794505323842E-5</c:v>
                </c:pt>
                <c:pt idx="1207">
                  <c:v>6.838310695080673E-5</c:v>
                </c:pt>
                <c:pt idx="1208">
                  <c:v>6.7635136718909372E-5</c:v>
                </c:pt>
                <c:pt idx="1209">
                  <c:v>6.6884913645829896E-5</c:v>
                </c:pt>
                <c:pt idx="1210">
                  <c:v>6.6132467600582952E-5</c:v>
                </c:pt>
                <c:pt idx="1211">
                  <c:v>6.5377828483837233E-5</c:v>
                </c:pt>
                <c:pt idx="1212">
                  <c:v>6.4621026226760133E-5</c:v>
                </c:pt>
                <c:pt idx="1213">
                  <c:v>6.3862090789869918E-5</c:v>
                </c:pt>
                <c:pt idx="1214">
                  <c:v>6.3101052161895765E-5</c:v>
                </c:pt>
                <c:pt idx="1215">
                  <c:v>6.2337940358645684E-5</c:v>
                </c:pt>
                <c:pt idx="1216">
                  <c:v>6.1572785421882439E-5</c:v>
                </c:pt>
                <c:pt idx="1217">
                  <c:v>6.0805617418207162E-5</c:v>
                </c:pt>
                <c:pt idx="1218">
                  <c:v>6.0036466437950553E-5</c:v>
                </c:pt>
                <c:pt idx="1219">
                  <c:v>5.9265362594071612E-5</c:v>
                </c:pt>
                <c:pt idx="1220">
                  <c:v>5.849233602106365E-5</c:v>
                </c:pt>
                <c:pt idx="1221">
                  <c:v>5.7717416873867257E-5</c:v>
                </c:pt>
                <c:pt idx="1222">
                  <c:v>5.694063532679016E-5</c:v>
                </c:pt>
                <c:pt idx="1223">
                  <c:v>5.6162021572434162E-5</c:v>
                </c:pt>
                <c:pt idx="1224">
                  <c:v>5.5381605820629452E-5</c:v>
                </c:pt>
                <c:pt idx="1225">
                  <c:v>5.459941829737649E-5</c:v>
                </c:pt>
                <c:pt idx="1226">
                  <c:v>5.3815489243795398E-5</c:v>
                </c:pt>
                <c:pt idx="1227">
                  <c:v>5.3029848915082859E-5</c:v>
                </c:pt>
                <c:pt idx="1228">
                  <c:v>5.2242527579476612E-5</c:v>
                </c:pt>
                <c:pt idx="1229">
                  <c:v>5.1453555517227478E-5</c:v>
                </c:pt>
                <c:pt idx="1230">
                  <c:v>5.06629630195789E-5</c:v>
                </c:pt>
                <c:pt idx="1231">
                  <c:v>4.9870780387753728E-5</c:v>
                </c:pt>
                <c:pt idx="1232">
                  <c:v>4.9077037931948189E-5</c:v>
                </c:pt>
                <c:pt idx="1233">
                  <c:v>4.828176597033348E-5</c:v>
                </c:pt>
                <c:pt idx="1234">
                  <c:v>4.7484994828065271E-5</c:v>
                </c:pt>
                <c:pt idx="1235">
                  <c:v>4.6686754836301232E-5</c:v>
                </c:pt>
                <c:pt idx="1236">
                  <c:v>4.5887076331226248E-5</c:v>
                </c:pt>
                <c:pt idx="1237">
                  <c:v>4.5085989653085318E-5</c:v>
                </c:pt>
                <c:pt idx="1238">
                  <c:v>4.4283525145223791E-5</c:v>
                </c:pt>
                <c:pt idx="1239">
                  <c:v>4.3479713153135417E-5</c:v>
                </c:pt>
                <c:pt idx="1240">
                  <c:v>4.267458402351811E-5</c:v>
                </c:pt>
                <c:pt idx="1241">
                  <c:v>4.186816810333709E-5</c:v>
                </c:pt>
                <c:pt idx="1242">
                  <c:v>4.1060495738895433E-5</c:v>
                </c:pt>
                <c:pt idx="1243">
                  <c:v>4.0251597274911859E-5</c:v>
                </c:pt>
                <c:pt idx="1244">
                  <c:v>3.9441503053605788E-5</c:v>
                </c:pt>
                <c:pt idx="1245">
                  <c:v>3.8630243413789323E-5</c:v>
                </c:pt>
                <c:pt idx="1246">
                  <c:v>3.7817848689966097E-5</c:v>
                </c:pt>
                <c:pt idx="1247">
                  <c:v>3.7004349211436908E-5</c:v>
                </c:pt>
                <c:pt idx="1248">
                  <c:v>3.6189775301412238E-5</c:v>
                </c:pt>
                <c:pt idx="1249">
                  <c:v>3.5374157276131833E-5</c:v>
                </c:pt>
                <c:pt idx="1250">
                  <c:v>3.455752544399089E-5</c:v>
                </c:pt>
                <c:pt idx="1251">
                  <c:v>3.3739910104672943E-5</c:v>
                </c:pt>
                <c:pt idx="1252">
                  <c:v>3.2921341548288843E-5</c:v>
                </c:pt>
                <c:pt idx="1253">
                  <c:v>3.2101850054522503E-5</c:v>
                </c:pt>
                <c:pt idx="1254">
                  <c:v>3.1281465891783412E-5</c:v>
                </c:pt>
                <c:pt idx="1255">
                  <c:v>3.0460219316366649E-5</c:v>
                </c:pt>
                <c:pt idx="1256">
                  <c:v>2.9638140571620242E-5</c:v>
                </c:pt>
                <c:pt idx="1257">
                  <c:v>2.8815259887120268E-5</c:v>
                </c:pt>
                <c:pt idx="1258">
                  <c:v>2.799160747785335E-5</c:v>
                </c:pt>
                <c:pt idx="1259">
                  <c:v>2.7167213543406041E-5</c:v>
                </c:pt>
                <c:pt idx="1260">
                  <c:v>2.634210826716077E-5</c:v>
                </c:pt>
                <c:pt idx="1261">
                  <c:v>2.5516321815498099E-5</c:v>
                </c:pt>
                <c:pt idx="1262">
                  <c:v>2.468988433700524E-5</c:v>
                </c:pt>
                <c:pt idx="1263">
                  <c:v>2.3862825961690681E-5</c:v>
                </c:pt>
                <c:pt idx="1264">
                  <c:v>2.3035176800204829E-5</c:v>
                </c:pt>
                <c:pt idx="1265">
                  <c:v>2.220696694306692E-5</c:v>
                </c:pt>
                <c:pt idx="1266">
                  <c:v>2.1378226459898428E-5</c:v>
                </c:pt>
                <c:pt idx="1267">
                  <c:v>2.0548985398663099E-5</c:v>
                </c:pt>
                <c:pt idx="1268">
                  <c:v>1.9719273784913722E-5</c:v>
                </c:pt>
                <c:pt idx="1269">
                  <c:v>1.8889121621045529E-5</c:v>
                </c:pt>
                <c:pt idx="1270">
                  <c:v>1.8058558885556042E-5</c:v>
                </c:pt>
                <c:pt idx="1271">
                  <c:v>1.7227615532311451E-5</c:v>
                </c:pt>
                <c:pt idx="1272">
                  <c:v>1.639632148981908E-5</c:v>
                </c:pt>
                <c:pt idx="1273">
                  <c:v>1.556470666050564E-5</c:v>
                </c:pt>
                <c:pt idx="1274">
                  <c:v>1.4732800920001009E-5</c:v>
                </c:pt>
                <c:pt idx="1275">
                  <c:v>1.390063411642762E-5</c:v>
                </c:pt>
                <c:pt idx="1276">
                  <c:v>1.306823606969559E-5</c:v>
                </c:pt>
                <c:pt idx="1277">
                  <c:v>1.223563657080345E-5</c:v>
                </c:pt>
                <c:pt idx="1278">
                  <c:v>1.140286538114423E-5</c:v>
                </c:pt>
                <c:pt idx="1279">
                  <c:v>1.056995223181642E-5</c:v>
                </c:pt>
                <c:pt idx="1280">
                  <c:v>9.7369268229398635E-6</c:v>
                </c:pt>
                <c:pt idx="1281">
                  <c:v>8.9038188229765952E-6</c:v>
                </c:pt>
                <c:pt idx="1282">
                  <c:v>8.0706578680570719E-6</c:v>
                </c:pt>
                <c:pt idx="1283">
                  <c:v>7.2374735613118012E-6</c:v>
                </c:pt>
                <c:pt idx="1284">
                  <c:v>6.4042954722083899E-6</c:v>
                </c:pt>
                <c:pt idx="1285">
                  <c:v>5.5711531358938036E-6</c:v>
                </c:pt>
                <c:pt idx="1286">
                  <c:v>4.7380760525417313E-6</c:v>
                </c:pt>
                <c:pt idx="1287">
                  <c:v>3.9050936867049833E-6</c:v>
                </c:pt>
                <c:pt idx="1288">
                  <c:v>3.072235466672795E-6</c:v>
                </c:pt>
                <c:pt idx="1289">
                  <c:v>2.2395307838328598E-6</c:v>
                </c:pt>
                <c:pt idx="1290">
                  <c:v>1.407008992038024E-6</c:v>
                </c:pt>
                <c:pt idx="1291">
                  <c:v>5.7469940697768751E-7</c:v>
                </c:pt>
                <c:pt idx="1292">
                  <c:v>-2.5736869444600409E-7</c:v>
                </c:pt>
                <c:pt idx="1293">
                  <c:v>-1.089166074737179E-6</c:v>
                </c:pt>
                <c:pt idx="1294">
                  <c:v>-1.920663536420628E-6</c:v>
                </c:pt>
                <c:pt idx="1295">
                  <c:v>-2.7518319226517588E-6</c:v>
                </c:pt>
                <c:pt idx="1296">
                  <c:v>-3.5826421178222399E-6</c:v>
                </c:pt>
                <c:pt idx="1297">
                  <c:v>-4.4130650481612814E-6</c:v>
                </c:pt>
                <c:pt idx="1298">
                  <c:v>-5.2430716823324276E-6</c:v>
                </c:pt>
                <c:pt idx="1299">
                  <c:v>-6.0726330320257147E-6</c:v>
                </c:pt>
                <c:pt idx="1300">
                  <c:v>-6.9017201525450849E-6</c:v>
                </c:pt>
                <c:pt idx="1301">
                  <c:v>-7.7303041433909267E-6</c:v>
                </c:pt>
                <c:pt idx="1302">
                  <c:v>-8.5583561488376858E-6</c:v>
                </c:pt>
                <c:pt idx="1303">
                  <c:v>-9.3858473585066824E-6</c:v>
                </c:pt>
                <c:pt idx="1304">
                  <c:v>-1.0212749007934331E-5</c:v>
                </c:pt>
                <c:pt idx="1305">
                  <c:v>-1.103903237913595E-5</c:v>
                </c:pt>
                <c:pt idx="1306">
                  <c:v>-1.186466880116523E-5</c:v>
                </c:pt>
                <c:pt idx="1307">
                  <c:v>-1.268962965066955E-5</c:v>
                </c:pt>
                <c:pt idx="1308">
                  <c:v>-1.351388635244118E-5</c:v>
                </c:pt>
                <c:pt idx="1309">
                  <c:v>-1.4337410379964709E-5</c:v>
                </c:pt>
                <c:pt idx="1310">
                  <c:v>-1.516017325596076E-5</c:v>
                </c:pt>
                <c:pt idx="1311">
                  <c:v>-1.5982146552925971E-5</c:v>
                </c:pt>
                <c:pt idx="1312">
                  <c:v>-1.6803301893669079E-5</c:v>
                </c:pt>
                <c:pt idx="1313">
                  <c:v>-1.7623610951843268E-5</c:v>
                </c:pt>
                <c:pt idx="1314">
                  <c:v>-1.8443045452474629E-5</c:v>
                </c:pt>
                <c:pt idx="1315">
                  <c:v>-1.9261577172487E-5</c:v>
                </c:pt>
                <c:pt idx="1316">
                  <c:v>-2.0079177941223129E-5</c:v>
                </c:pt>
                <c:pt idx="1317">
                  <c:v>-2.0895819640962221E-5</c:v>
                </c:pt>
                <c:pt idx="1318">
                  <c:v>-2.1711474207434262E-5</c:v>
                </c:pt>
                <c:pt idx="1319">
                  <c:v>-2.2526113630331111E-5</c:v>
                </c:pt>
                <c:pt idx="1320">
                  <c:v>-2.3339709953814251E-5</c:v>
                </c:pt>
                <c:pt idx="1321">
                  <c:v>-2.4152235277018969E-5</c:v>
                </c:pt>
                <c:pt idx="1322">
                  <c:v>-2.496366175455513E-5</c:v>
                </c:pt>
                <c:pt idx="1323">
                  <c:v>-2.5773961597004499E-5</c:v>
                </c:pt>
                <c:pt idx="1324">
                  <c:v>-2.658310707141523E-5</c:v>
                </c:pt>
                <c:pt idx="1325">
                  <c:v>-2.7391070501793649E-5</c:v>
                </c:pt>
                <c:pt idx="1326">
                  <c:v>-2.819782426959376E-5</c:v>
                </c:pt>
                <c:pt idx="1327">
                  <c:v>-2.9003340814204261E-5</c:v>
                </c:pt>
                <c:pt idx="1328">
                  <c:v>-2.9807592633432872E-5</c:v>
                </c:pt>
                <c:pt idx="1329">
                  <c:v>-3.0610552283987911E-5</c:v>
                </c:pt>
                <c:pt idx="1330">
                  <c:v>-3.1412192381957238E-5</c:v>
                </c:pt>
                <c:pt idx="1331">
                  <c:v>-3.2212485603284562E-5</c:v>
                </c:pt>
                <c:pt idx="1332">
                  <c:v>-3.3011404684243228E-5</c:v>
                </c:pt>
                <c:pt idx="1333">
                  <c:v>-3.3808922421907722E-5</c:v>
                </c:pt>
                <c:pt idx="1334">
                  <c:v>-3.4605011674622577E-5</c:v>
                </c:pt>
                <c:pt idx="1335">
                  <c:v>-3.5399645362469368E-5</c:v>
                </c:pt>
                <c:pt idx="1336">
                  <c:v>-3.6192796467731159E-5</c:v>
                </c:pt>
                <c:pt idx="1337">
                  <c:v>-3.6984438035355069E-5</c:v>
                </c:pt>
                <c:pt idx="1338">
                  <c:v>-3.7774543173412642E-5</c:v>
                </c:pt>
                <c:pt idx="1339">
                  <c:v>-3.856308505355816E-5</c:v>
                </c:pt>
                <c:pt idx="1340">
                  <c:v>-3.9350036911485188E-5</c:v>
                </c:pt>
                <c:pt idx="1341">
                  <c:v>-4.0135372047381849E-5</c:v>
                </c:pt>
                <c:pt idx="1342">
                  <c:v>-4.0919063826385162E-5</c:v>
                </c:pt>
                <c:pt idx="1343">
                  <c:v>-4.170108567903485E-5</c:v>
                </c:pt>
                <c:pt idx="1344">
                  <c:v>-4.2481411101726448E-5</c:v>
                </c:pt>
                <c:pt idx="1345">
                  <c:v>-4.3260013657163449E-5</c:v>
                </c:pt>
                <c:pt idx="1346">
                  <c:v>-4.4036866974808517E-5</c:v>
                </c:pt>
                <c:pt idx="1347">
                  <c:v>-4.4811944751333922E-5</c:v>
                </c:pt>
                <c:pt idx="1348">
                  <c:v>-4.5585220751071209E-5</c:v>
                </c:pt>
                <c:pt idx="1349">
                  <c:v>-4.6356668806460552E-5</c:v>
                </c:pt>
                <c:pt idx="1350">
                  <c:v>-4.7126262818499612E-5</c:v>
                </c:pt>
                <c:pt idx="1351">
                  <c:v>-4.7893976757192052E-5</c:v>
                </c:pt>
                <c:pt idx="1352">
                  <c:v>-4.8659784661995321E-5</c:v>
                </c:pt>
                <c:pt idx="1353">
                  <c:v>-4.9423660642267702E-5</c:v>
                </c:pt>
                <c:pt idx="1354">
                  <c:v>-5.0185578877714469E-5</c:v>
                </c:pt>
                <c:pt idx="1355">
                  <c:v>-5.0945513618833223E-5</c:v>
                </c:pt>
                <c:pt idx="1356">
                  <c:v>-5.170343918735865E-5</c:v>
                </c:pt>
                <c:pt idx="1357">
                  <c:v>-5.2459329976706902E-5</c:v>
                </c:pt>
                <c:pt idx="1358">
                  <c:v>-5.3213160452419628E-5</c:v>
                </c:pt>
                <c:pt idx="1359">
                  <c:v>-5.3964905152607998E-5</c:v>
                </c:pt>
                <c:pt idx="1360">
                  <c:v>-5.4714538688396487E-5</c:v>
                </c:pt>
                <c:pt idx="1361">
                  <c:v>-5.5462035744366612E-5</c:v>
                </c:pt>
                <c:pt idx="1362">
                  <c:v>-5.6207371079000643E-5</c:v>
                </c:pt>
                <c:pt idx="1363">
                  <c:v>-5.6950519525125531E-5</c:v>
                </c:pt>
                <c:pt idx="1364">
                  <c:v>-5.7691455990357337E-5</c:v>
                </c:pt>
                <c:pt idx="1365">
                  <c:v>-5.8430155457546651E-5</c:v>
                </c:pt>
                <c:pt idx="1366">
                  <c:v>-5.91665929852251E-5</c:v>
                </c:pt>
                <c:pt idx="1367">
                  <c:v>-5.9900743708052972E-5</c:v>
                </c:pt>
                <c:pt idx="1368">
                  <c:v>-6.0632582837267962E-5</c:v>
                </c:pt>
                <c:pt idx="1369">
                  <c:v>-6.1362085661134584E-5</c:v>
                </c:pt>
                <c:pt idx="1370">
                  <c:v>-6.2089227545393872E-5</c:v>
                </c:pt>
                <c:pt idx="1371">
                  <c:v>-6.2813983933713121E-5</c:v>
                </c:pt>
                <c:pt idx="1372">
                  <c:v>-6.3536330348135724E-5</c:v>
                </c:pt>
                <c:pt idx="1373">
                  <c:v>-6.4256242389531003E-5</c:v>
                </c:pt>
                <c:pt idx="1374">
                  <c:v>-6.4973695738044463E-5</c:v>
                </c:pt>
                <c:pt idx="1375">
                  <c:v>-6.5688666153548703E-5</c:v>
                </c:pt>
                <c:pt idx="1376">
                  <c:v>-6.6401129476095308E-5</c:v>
                </c:pt>
                <c:pt idx="1377">
                  <c:v>-6.7111061626367815E-5</c:v>
                </c:pt>
                <c:pt idx="1378">
                  <c:v>-6.7818438606135915E-5</c:v>
                </c:pt>
                <c:pt idx="1379">
                  <c:v>-6.8523236498710705E-5</c:v>
                </c:pt>
                <c:pt idx="1380">
                  <c:v>-6.9225431469400954E-5</c:v>
                </c:pt>
                <c:pt idx="1381">
                  <c:v>-6.9924999765970291E-5</c:v>
                </c:pt>
                <c:pt idx="1382">
                  <c:v>-7.0621917719095067E-5</c:v>
                </c:pt>
                <c:pt idx="1383">
                  <c:v>-7.1316161742822606E-5</c:v>
                </c:pt>
                <c:pt idx="1384">
                  <c:v>-7.2007708335029781E-5</c:v>
                </c:pt>
                <c:pt idx="1385">
                  <c:v>-7.2696534077881905E-5</c:v>
                </c:pt>
                <c:pt idx="1386">
                  <c:v>-7.3382615638292064E-5</c:v>
                </c:pt>
                <c:pt idx="1387">
                  <c:v>-7.4065929768381253E-5</c:v>
                </c:pt>
                <c:pt idx="1388">
                  <c:v>-7.4746453305939205E-5</c:v>
                </c:pt>
                <c:pt idx="1389">
                  <c:v>-7.5424163174885904E-5</c:v>
                </c:pt>
                <c:pt idx="1390">
                  <c:v>-7.6099036385733867E-5</c:v>
                </c:pt>
                <c:pt idx="1391">
                  <c:v>-7.6771050036051177E-5</c:v>
                </c:pt>
                <c:pt idx="1392">
                  <c:v>-7.7440181310925235E-5</c:v>
                </c:pt>
                <c:pt idx="1393">
                  <c:v>-7.8106407483427196E-5</c:v>
                </c:pt>
                <c:pt idx="1394">
                  <c:v>-7.8769705915077468E-5</c:v>
                </c:pt>
                <c:pt idx="1395">
                  <c:v>-7.9430054056312557E-5</c:v>
                </c:pt>
                <c:pt idx="1396">
                  <c:v>-8.0087429446953659E-5</c:v>
                </c:pt>
                <c:pt idx="1397">
                  <c:v>-8.0741809716676892E-5</c:v>
                </c:pt>
                <c:pt idx="1398">
                  <c:v>-8.1393172585484896E-5</c:v>
                </c:pt>
                <c:pt idx="1399">
                  <c:v>-8.2041495864179344E-5</c:v>
                </c:pt>
                <c:pt idx="1400">
                  <c:v>-8.2686757454833774E-5</c:v>
                </c:pt>
                <c:pt idx="1401">
                  <c:v>-8.3328935351266044E-5</c:v>
                </c:pt>
                <c:pt idx="1402">
                  <c:v>-8.3968007639510328E-5</c:v>
                </c:pt>
                <c:pt idx="1403">
                  <c:v>-8.4603952498288768E-5</c:v>
                </c:pt>
                <c:pt idx="1404">
                  <c:v>-8.5236748199482766E-5</c:v>
                </c:pt>
                <c:pt idx="1405">
                  <c:v>-8.5866373108604323E-5</c:v>
                </c:pt>
                <c:pt idx="1406">
                  <c:v>-8.6492805685267876E-5</c:v>
                </c:pt>
                <c:pt idx="1407">
                  <c:v>-8.7116024483662436E-5</c:v>
                </c:pt>
                <c:pt idx="1408">
                  <c:v>-8.7736008153024508E-5</c:v>
                </c:pt>
                <c:pt idx="1409">
                  <c:v>-8.8352735438111923E-5</c:v>
                </c:pt>
                <c:pt idx="1410">
                  <c:v>-8.8966185179678424E-5</c:v>
                </c:pt>
                <c:pt idx="1411">
                  <c:v>-8.9576336314948774E-5</c:v>
                </c:pt>
                <c:pt idx="1412">
                  <c:v>-9.0183167878094022E-5</c:v>
                </c:pt>
                <c:pt idx="1413">
                  <c:v>-9.0786659000707053E-5</c:v>
                </c:pt>
                <c:pt idx="1414">
                  <c:v>-9.1386788912278111E-5</c:v>
                </c:pt>
                <c:pt idx="1415">
                  <c:v>-9.198353694067083E-5</c:v>
                </c:pt>
                <c:pt idx="1416">
                  <c:v>-9.2576882512598958E-5</c:v>
                </c:pt>
                <c:pt idx="1417">
                  <c:v>-9.3166805154103988E-5</c:v>
                </c:pt>
                <c:pt idx="1418">
                  <c:v>-9.375328449103336E-5</c:v>
                </c:pt>
                <c:pt idx="1419">
                  <c:v>-9.4336300249518905E-5</c:v>
                </c:pt>
                <c:pt idx="1420">
                  <c:v>-9.4915832256455167E-5</c:v>
                </c:pt>
                <c:pt idx="1421">
                  <c:v>-9.549186043997758E-5</c:v>
                </c:pt>
                <c:pt idx="1422">
                  <c:v>-9.6064364829940801E-5</c:v>
                </c:pt>
                <c:pt idx="1423">
                  <c:v>-9.6633325558397536E-5</c:v>
                </c:pt>
                <c:pt idx="1424">
                  <c:v>-9.7198722860078164E-5</c:v>
                </c:pt>
                <c:pt idx="1425">
                  <c:v>-9.7760537072870863E-5</c:v>
                </c:pt>
                <c:pt idx="1426">
                  <c:v>-9.831874863830207E-5</c:v>
                </c:pt>
                <c:pt idx="1427">
                  <c:v>-9.88733381020171E-5</c:v>
                </c:pt>
                <c:pt idx="1428">
                  <c:v>-9.9424286114260839E-5</c:v>
                </c:pt>
                <c:pt idx="1429">
                  <c:v>-9.9971573430358572E-5</c:v>
                </c:pt>
                <c:pt idx="1430">
                  <c:v>-1.0051518091119721E-4</c:v>
                </c:pt>
                <c:pt idx="1431">
                  <c:v>-1.010550895237072E-4</c:v>
                </c:pt>
                <c:pt idx="1432">
                  <c:v>-1.015912803413454E-4</c:v>
                </c:pt>
                <c:pt idx="1433">
                  <c:v>-1.021237345445782E-4</c:v>
                </c:pt>
                <c:pt idx="1434">
                  <c:v>-1.026524334213664E-4</c:v>
                </c:pt>
                <c:pt idx="1435">
                  <c:v>-1.031773583676495E-4</c:v>
                </c:pt>
                <c:pt idx="1436">
                  <c:v>-1.0369849088783201E-4</c:v>
                </c:pt>
                <c:pt idx="1437">
                  <c:v>-1.042158125952696E-4</c:v>
                </c:pt>
                <c:pt idx="1438">
                  <c:v>-1.0472930521275549E-4</c:v>
                </c:pt>
                <c:pt idx="1439">
                  <c:v>-1.052389505730073E-4</c:v>
                </c:pt>
                <c:pt idx="1440">
                  <c:v>-1.057447306191534E-4</c:v>
                </c:pt>
                <c:pt idx="1441">
                  <c:v>-1.062466274052202E-4</c:v>
                </c:pt>
                <c:pt idx="1442">
                  <c:v>-1.067446230966192E-4</c:v>
                </c:pt>
                <c:pt idx="1443">
                  <c:v>-1.07238699970636E-4</c:v>
                </c:pt>
                <c:pt idx="1444">
                  <c:v>-1.077288404169186E-4</c:v>
                </c:pt>
                <c:pt idx="1445">
                  <c:v>-1.0821502693796821E-4</c:v>
                </c:pt>
                <c:pt idx="1446">
                  <c:v>-1.0869724214962929E-4</c:v>
                </c:pt>
                <c:pt idx="1447">
                  <c:v>-1.091754687815824E-4</c:v>
                </c:pt>
                <c:pt idx="1448">
                  <c:v>-1.096496896778348E-4</c:v>
                </c:pt>
                <c:pt idx="1449">
                  <c:v>-1.101198877972137E-4</c:v>
                </c:pt>
                <c:pt idx="1450">
                  <c:v>-1.105860462138584E-4</c:v>
                </c:pt>
                <c:pt idx="1451">
                  <c:v>-1.110481481177132E-4</c:v>
                </c:pt>
                <c:pt idx="1452">
                  <c:v>-1.1150617681502079E-4</c:v>
                </c:pt>
                <c:pt idx="1453">
                  <c:v>-1.1196011572881469E-4</c:v>
                </c:pt>
                <c:pt idx="1454">
                  <c:v>-1.124099483994122E-4</c:v>
                </c:pt>
                <c:pt idx="1455">
                  <c:v>-1.128556584849088E-4</c:v>
                </c:pt>
                <c:pt idx="1456">
                  <c:v>-1.132972297616732E-4</c:v>
                </c:pt>
                <c:pt idx="1457">
                  <c:v>-1.137346461248447E-4</c:v>
                </c:pt>
                <c:pt idx="1458">
                  <c:v>-1.141678915888305E-4</c:v>
                </c:pt>
                <c:pt idx="1459">
                  <c:v>-1.1459695028780539E-4</c:v>
                </c:pt>
                <c:pt idx="1460">
                  <c:v>-1.1502180647621201E-4</c:v>
                </c:pt>
                <c:pt idx="1461">
                  <c:v>-1.15442444529261E-4</c:v>
                </c:pt>
                <c:pt idx="1462">
                  <c:v>-1.158588489434332E-4</c:v>
                </c:pt>
                <c:pt idx="1463">
                  <c:v>-1.162710043369807E-4</c:v>
                </c:pt>
                <c:pt idx="1464">
                  <c:v>-1.1667889545042989E-4</c:v>
                </c:pt>
                <c:pt idx="1465">
                  <c:v>-1.170825071470846E-4</c:v>
                </c:pt>
                <c:pt idx="1466">
                  <c:v>-1.174818244135293E-4</c:v>
                </c:pt>
                <c:pt idx="1467">
                  <c:v>-1.1787683236013339E-4</c:v>
                </c:pt>
                <c:pt idx="1468">
                  <c:v>-1.182675162215543E-4</c:v>
                </c:pt>
                <c:pt idx="1469">
                  <c:v>-1.186538613572422E-4</c:v>
                </c:pt>
                <c:pt idx="1470">
                  <c:v>-1.190358532519431E-4</c:v>
                </c:pt>
                <c:pt idx="1471">
                  <c:v>-1.1941347751620339E-4</c:v>
                </c:pt>
                <c:pt idx="1472">
                  <c:v>-1.1978671988687331E-4</c:v>
                </c:pt>
                <c:pt idx="1473">
                  <c:v>-1.2015556622761141E-4</c:v>
                </c:pt>
                <c:pt idx="1474">
                  <c:v>-1.2052000252938969E-4</c:v>
                </c:pt>
                <c:pt idx="1475">
                  <c:v>-1.208800149109997E-4</c:v>
                </c:pt>
                <c:pt idx="1476">
                  <c:v>-1.2123558961955809E-4</c:v>
                </c:pt>
                <c:pt idx="1477">
                  <c:v>-1.215867130310132E-4</c:v>
                </c:pt>
                <c:pt idx="1478">
                  <c:v>-1.219333716506515E-4</c:v>
                </c:pt>
                <c:pt idx="1479">
                  <c:v>-1.2227555211360441E-4</c:v>
                </c:pt>
                <c:pt idx="1480">
                  <c:v>-1.2261324118535431E-4</c:v>
                </c:pt>
                <c:pt idx="1481">
                  <c:v>-1.2294642576224119E-4</c:v>
                </c:pt>
                <c:pt idx="1482">
                  <c:v>-1.2327509287196939E-4</c:v>
                </c:pt>
                <c:pt idx="1483">
                  <c:v>-1.2359922967411499E-4</c:v>
                </c:pt>
                <c:pt idx="1484">
                  <c:v>-1.239188234606349E-4</c:v>
                </c:pt>
                <c:pt idx="1485">
                  <c:v>-1.242338616563758E-4</c:v>
                </c:pt>
                <c:pt idx="1486">
                  <c:v>-1.2454433181958551E-4</c:v>
                </c:pt>
                <c:pt idx="1487">
                  <c:v>-1.24850221642424E-4</c:v>
                </c:pt>
                <c:pt idx="1488">
                  <c:v>-1.25151518951476E-4</c:v>
                </c:pt>
                <c:pt idx="1489">
                  <c:v>-1.2544821170826429E-4</c:v>
                </c:pt>
                <c:pt idx="1490">
                  <c:v>-1.2574028800976401E-4</c:v>
                </c:pt>
                <c:pt idx="1491">
                  <c:v>-1.260277360889167E-4</c:v>
                </c:pt>
                <c:pt idx="1492">
                  <c:v>-1.2631054431514599E-4</c:v>
                </c:pt>
                <c:pt idx="1493">
                  <c:v>-1.2658870119487139E-4</c:v>
                </c:pt>
                <c:pt idx="1494">
                  <c:v>-1.2686219537202351E-4</c:v>
                </c:pt>
                <c:pt idx="1495">
                  <c:v>-1.2713101562855899E-4</c:v>
                </c:pt>
                <c:pt idx="1496">
                  <c:v>-1.273951508849758E-4</c:v>
                </c:pt>
                <c:pt idx="1497">
                  <c:v>-1.276545902008272E-4</c:v>
                </c:pt>
                <c:pt idx="1498">
                  <c:v>-1.2790932277523761E-4</c:v>
                </c:pt>
                <c:pt idx="1499">
                  <c:v>-1.2815933794741769E-4</c:v>
                </c:pt>
                <c:pt idx="1500">
                  <c:v>-1.284046251971815E-4</c:v>
                </c:pt>
                <c:pt idx="1501">
                  <c:v>-1.2864517414546279E-4</c:v>
                </c:pt>
                <c:pt idx="1502">
                  <c:v>-1.2888097455483321E-4</c:v>
                </c:pt>
                <c:pt idx="1503">
                  <c:v>-1.2911201633001971E-4</c:v>
                </c:pt>
                <c:pt idx="1504">
                  <c:v>-1.293382895184225E-4</c:v>
                </c:pt>
                <c:pt idx="1505">
                  <c:v>-1.2955978431063381E-4</c:v>
                </c:pt>
                <c:pt idx="1506">
                  <c:v>-1.297764910409559E-4</c:v>
                </c:pt>
                <c:pt idx="1507">
                  <c:v>-1.299884001879193E-4</c:v>
                </c:pt>
                <c:pt idx="1508">
                  <c:v>-1.3019550237480221E-4</c:v>
                </c:pt>
                <c:pt idx="1509">
                  <c:v>-1.3039778837014971E-4</c:v>
                </c:pt>
                <c:pt idx="1510">
                  <c:v>-1.3059524908829381E-4</c:v>
                </c:pt>
                <c:pt idx="1511">
                  <c:v>-1.3078787558987401E-4</c:v>
                </c:pt>
                <c:pt idx="1512">
                  <c:v>-1.3097565908235881E-4</c:v>
                </c:pt>
                <c:pt idx="1513">
                  <c:v>-1.311585909205681E-4</c:v>
                </c:pt>
                <c:pt idx="1514">
                  <c:v>-1.3133666260719599E-4</c:v>
                </c:pt>
                <c:pt idx="1515">
                  <c:v>-1.3150986579333419E-4</c:v>
                </c:pt>
                <c:pt idx="1516">
                  <c:v>-1.316781922789946E-4</c:v>
                </c:pt>
                <c:pt idx="1517">
                  <c:v>-1.318416340136321E-4</c:v>
                </c:pt>
                <c:pt idx="1518">
                  <c:v>-1.320001830966678E-4</c:v>
                </c:pt>
                <c:pt idx="1519">
                  <c:v>-1.3215383177801141E-4</c:v>
                </c:pt>
                <c:pt idx="1520">
                  <c:v>-1.3230257245858479E-4</c:v>
                </c:pt>
                <c:pt idx="1521">
                  <c:v>-1.3244639769084579E-4</c:v>
                </c:pt>
                <c:pt idx="1522">
                  <c:v>-1.3258530017931181E-4</c:v>
                </c:pt>
                <c:pt idx="1523">
                  <c:v>-1.327192727810828E-4</c:v>
                </c:pt>
                <c:pt idx="1524">
                  <c:v>-1.3284830850636569E-4</c:v>
                </c:pt>
                <c:pt idx="1525">
                  <c:v>-1.329724005189982E-4</c:v>
                </c:pt>
                <c:pt idx="1526">
                  <c:v>-1.3309154213697261E-4</c:v>
                </c:pt>
                <c:pt idx="1527">
                  <c:v>-1.3320572683295809E-4</c:v>
                </c:pt>
                <c:pt idx="1528">
                  <c:v>-1.3331494823482461E-4</c:v>
                </c:pt>
                <c:pt idx="1529">
                  <c:v>-1.3341920012616571E-4</c:v>
                </c:pt>
                <c:pt idx="1530">
                  <c:v>-1.3351847644682311E-4</c:v>
                </c:pt>
                <c:pt idx="1531">
                  <c:v>-1.3361277129341051E-4</c:v>
                </c:pt>
                <c:pt idx="1532">
                  <c:v>-1.337020789198389E-4</c:v>
                </c:pt>
                <c:pt idx="1533">
                  <c:v>-1.3378639373784289E-4</c:v>
                </c:pt>
                <c:pt idx="1534">
                  <c:v>-1.3386571031750761E-4</c:v>
                </c:pt>
                <c:pt idx="1535">
                  <c:v>-1.3394002338779599E-4</c:v>
                </c:pt>
                <c:pt idx="1536">
                  <c:v>-1.3400932783707599E-4</c:v>
                </c:pt>
                <c:pt idx="1537">
                  <c:v>-1.340736187136472E-4</c:v>
                </c:pt>
                <c:pt idx="1538">
                  <c:v>-1.341328912262665E-4</c:v>
                </c:pt>
                <c:pt idx="1539">
                  <c:v>-1.3418714074467391E-4</c:v>
                </c:pt>
                <c:pt idx="1540">
                  <c:v>-1.3423636280011851E-4</c:v>
                </c:pt>
                <c:pt idx="1541">
                  <c:v>-1.3428055308588519E-4</c:v>
                </c:pt>
                <c:pt idx="1542">
                  <c:v>-1.343197074578214E-4</c:v>
                </c:pt>
                <c:pt idx="1543">
                  <c:v>-1.3435382193486501E-4</c:v>
                </c:pt>
                <c:pt idx="1544">
                  <c:v>-1.3438289269957171E-4</c:v>
                </c:pt>
                <c:pt idx="1545">
                  <c:v>-1.344069160986422E-4</c:v>
                </c:pt>
                <c:pt idx="1546">
                  <c:v>-1.3442588864344881E-4</c:v>
                </c:pt>
                <c:pt idx="1547">
                  <c:v>-1.344398070105619E-4</c:v>
                </c:pt>
                <c:pt idx="1548">
                  <c:v>-1.344486680422748E-4</c:v>
                </c:pt>
                <c:pt idx="1549">
                  <c:v>-1.3445246874712921E-4</c:v>
                </c:pt>
                <c:pt idx="1550">
                  <c:v>-1.3445120630043941E-4</c:v>
                </c:pt>
                <c:pt idx="1551">
                  <c:v>-1.3444487804481511E-4</c:v>
                </c:pt>
                <c:pt idx="1552">
                  <c:v>-1.3443348149068561E-4</c:v>
                </c:pt>
                <c:pt idx="1553">
                  <c:v>-1.3441701431682261E-4</c:v>
                </c:pt>
                <c:pt idx="1554">
                  <c:v>-1.34395474370864E-4</c:v>
                </c:pt>
                <c:pt idx="1555">
                  <c:v>-1.3436885966983689E-4</c:v>
                </c:pt>
                <c:pt idx="1556">
                  <c:v>-1.3433716840068131E-4</c:v>
                </c:pt>
                <c:pt idx="1557">
                  <c:v>-1.34300398920773E-4</c:v>
                </c:pt>
                <c:pt idx="1558">
                  <c:v>-1.3425854975844699E-4</c:v>
                </c:pt>
                <c:pt idx="1559">
                  <c:v>-1.3421161961351961E-4</c:v>
                </c:pt>
                <c:pt idx="1560">
                  <c:v>-1.3415960735781019E-4</c:v>
                </c:pt>
                <c:pt idx="1561">
                  <c:v>-1.3410251203566139E-4</c:v>
                </c:pt>
                <c:pt idx="1562">
                  <c:v>-1.3404033286445899E-4</c:v>
                </c:pt>
                <c:pt idx="1563">
                  <c:v>-1.3397306923514939E-4</c:v>
                </c:pt>
                <c:pt idx="1564">
                  <c:v>-1.3390072071275651E-4</c:v>
                </c:pt>
                <c:pt idx="1565">
                  <c:v>-1.3382328703689529E-4</c:v>
                </c:pt>
                <c:pt idx="1566">
                  <c:v>-1.3374076812228469E-4</c:v>
                </c:pt>
                <c:pt idx="1567">
                  <c:v>-1.3365316405925711E-4</c:v>
                </c:pt>
                <c:pt idx="1568">
                  <c:v>-1.3356047511426649E-4</c:v>
                </c:pt>
                <c:pt idx="1569">
                  <c:v>-1.334627017303943E-4</c:v>
                </c:pt>
                <c:pt idx="1570">
                  <c:v>-1.3335984452785319E-4</c:v>
                </c:pt>
                <c:pt idx="1571">
                  <c:v>-1.3325190430448939E-4</c:v>
                </c:pt>
                <c:pt idx="1572">
                  <c:v>-1.3313888203628311E-4</c:v>
                </c:pt>
                <c:pt idx="1573">
                  <c:v>-1.3302077887784701E-4</c:v>
                </c:pt>
                <c:pt idx="1574">
                  <c:v>-1.32897596162924E-4</c:v>
                </c:pt>
                <c:pt idx="1575">
                  <c:v>-1.327693354048812E-4</c:v>
                </c:pt>
                <c:pt idx="1576">
                  <c:v>-1.3263599829720259E-4</c:v>
                </c:pt>
                <c:pt idx="1577">
                  <c:v>-1.3249758671397881E-4</c:v>
                </c:pt>
                <c:pt idx="1578">
                  <c:v>-1.3235410271039401E-4</c:v>
                </c:pt>
                <c:pt idx="1579">
                  <c:v>-1.322055485232111E-4</c:v>
                </c:pt>
                <c:pt idx="1580">
                  <c:v>-1.320519265712537E-4</c:v>
                </c:pt>
                <c:pt idx="1581">
                  <c:v>-1.3189323945588649E-4</c:v>
                </c:pt>
                <c:pt idx="1582">
                  <c:v>-1.3172948996149309E-4</c:v>
                </c:pt>
                <c:pt idx="1583">
                  <c:v>-1.315606810559507E-4</c:v>
                </c:pt>
                <c:pt idx="1584">
                  <c:v>-1.3138681589110169E-4</c:v>
                </c:pt>
                <c:pt idx="1585">
                  <c:v>-1.3120789780322271E-4</c:v>
                </c:pt>
                <c:pt idx="1586">
                  <c:v>-1.3102393031348781E-4</c:v>
                </c:pt>
                <c:pt idx="1587">
                  <c:v>-1.308349171284306E-4</c:v>
                </c:pt>
                <c:pt idx="1588">
                  <c:v>-1.306408621404002E-4</c:v>
                </c:pt>
                <c:pt idx="1589">
                  <c:v>-1.304417694280146E-4</c:v>
                </c:pt>
                <c:pt idx="1590">
                  <c:v>-1.3023764325660931E-4</c:v>
                </c:pt>
                <c:pt idx="1591">
                  <c:v>-1.300284880786822E-4</c:v>
                </c:pt>
                <c:pt idx="1592">
                  <c:v>-1.298143085343353E-4</c:v>
                </c:pt>
                <c:pt idx="1593">
                  <c:v>-1.2959510945171089E-4</c:v>
                </c:pt>
                <c:pt idx="1594">
                  <c:v>-1.293708958474236E-4</c:v>
                </c:pt>
                <c:pt idx="1595">
                  <c:v>-1.2914167292698889E-4</c:v>
                </c:pt>
                <c:pt idx="1596">
                  <c:v>-1.2890744608524699E-4</c:v>
                </c:pt>
                <c:pt idx="1597">
                  <c:v>-1.286682209067831E-4</c:v>
                </c:pt>
                <c:pt idx="1598">
                  <c:v>-1.284240031663433E-4</c:v>
                </c:pt>
                <c:pt idx="1599">
                  <c:v>-1.2817479882924521E-4</c:v>
                </c:pt>
                <c:pt idx="1600">
                  <c:v>-1.279206140517839E-4</c:v>
                </c:pt>
                <c:pt idx="1601">
                  <c:v>-1.276614551816327E-4</c:v>
                </c:pt>
                <c:pt idx="1602">
                  <c:v>-1.273973287582378E-4</c:v>
                </c:pt>
                <c:pt idx="1603">
                  <c:v>-1.2712824151320891E-4</c:v>
                </c:pt>
                <c:pt idx="1604">
                  <c:v>-1.2685420037070389E-4</c:v>
                </c:pt>
                <c:pt idx="1605">
                  <c:v>-1.2657521244780989E-4</c:v>
                </c:pt>
                <c:pt idx="1606">
                  <c:v>-1.2629128505491861E-4</c:v>
                </c:pt>
                <c:pt idx="1607">
                  <c:v>-1.26002425696097E-4</c:v>
                </c:pt>
                <c:pt idx="1608">
                  <c:v>-1.257086420694516E-4</c:v>
                </c:pt>
                <c:pt idx="1609">
                  <c:v>-1.25409942067488E-4</c:v>
                </c:pt>
                <c:pt idx="1610">
                  <c:v>-1.2510633377746399E-4</c:v>
                </c:pt>
                <c:pt idx="1611">
                  <c:v>-1.2479782548173709E-4</c:v>
                </c:pt>
                <c:pt idx="1612">
                  <c:v>-1.2448442565810689E-4</c:v>
                </c:pt>
                <c:pt idx="1613">
                  <c:v>-1.2416614298015039E-4</c:v>
                </c:pt>
                <c:pt idx="1614">
                  <c:v>-1.238429863175526E-4</c:v>
                </c:pt>
                <c:pt idx="1615">
                  <c:v>-1.235149647364289E-4</c:v>
                </c:pt>
                <c:pt idx="1616">
                  <c:v>-1.231820874996407E-4</c:v>
                </c:pt>
                <c:pt idx="1617">
                  <c:v>-1.2284436406710301E-4</c:v>
                </c:pt>
                <c:pt idx="1618">
                  <c:v>-1.2250180409608389E-4</c:v>
                </c:pt>
                <c:pt idx="1619">
                  <c:v>-1.2215441744149589E-4</c:v>
                </c:pt>
                <c:pt idx="1620">
                  <c:v>-1.218022141561775E-4</c:v>
                </c:pt>
                <c:pt idx="1621">
                  <c:v>-1.2144520449116691E-4</c:v>
                </c:pt>
                <c:pt idx="1622">
                  <c:v>-1.210833988959641E-4</c:v>
                </c:pt>
                <c:pt idx="1623">
                  <c:v>-1.2071680801878629E-4</c:v>
                </c:pt>
                <c:pt idx="1624">
                  <c:v>-1.203454427068126E-4</c:v>
                </c:pt>
                <c:pt idx="1625">
                  <c:v>-1.199693140064206E-4</c:v>
                </c:pt>
                <c:pt idx="1626">
                  <c:v>-1.1958843316341329E-4</c:v>
                </c:pt>
                <c:pt idx="1627">
                  <c:v>-1.192028116232366E-4</c:v>
                </c:pt>
                <c:pt idx="1628">
                  <c:v>-1.188124610311888E-4</c:v>
                </c:pt>
                <c:pt idx="1629">
                  <c:v>-1.184173932326205E-4</c:v>
                </c:pt>
                <c:pt idx="1630">
                  <c:v>-1.180176202731263E-4</c:v>
                </c:pt>
                <c:pt idx="1631">
                  <c:v>-1.176131543987275E-4</c:v>
                </c:pt>
                <c:pt idx="1632">
                  <c:v>-1.172040080560461E-4</c:v>
                </c:pt>
                <c:pt idx="1633">
                  <c:v>-1.1679019389246811E-4</c:v>
                </c:pt>
                <c:pt idx="1634">
                  <c:v>-1.163717247562983E-4</c:v>
                </c:pt>
                <c:pt idx="1635">
                  <c:v>-1.159486136969039E-4</c:v>
                </c:pt>
                <c:pt idx="1636">
                  <c:v>-1.155208739648503E-4</c:v>
                </c:pt>
                <c:pt idx="1637">
                  <c:v>-1.1508851901202491E-4</c:v>
                </c:pt>
                <c:pt idx="1638">
                  <c:v>-1.1465156249175371E-4</c:v>
                </c:pt>
                <c:pt idx="1639">
                  <c:v>-1.142100182589056E-4</c:v>
                </c:pt>
                <c:pt idx="1640">
                  <c:v>-1.137639003699875E-4</c:v>
                </c:pt>
                <c:pt idx="1641">
                  <c:v>-1.133132230832278E-4</c:v>
                </c:pt>
                <c:pt idx="1642">
                  <c:v>-1.128580008586485E-4</c:v>
                </c:pt>
                <c:pt idx="1643">
                  <c:v>-1.123982483581262E-4</c:v>
                </c:pt>
                <c:pt idx="1644">
                  <c:v>-1.1193398044544131E-4</c:v>
                </c:pt>
                <c:pt idx="1645">
                  <c:v>-1.114652121863166E-4</c:v>
                </c:pt>
                <c:pt idx="1646">
                  <c:v>-1.109919588484434E-4</c:v>
                </c:pt>
                <c:pt idx="1647">
                  <c:v>-1.105142359014981E-4</c:v>
                </c:pt>
                <c:pt idx="1648">
                  <c:v>-1.1003205901714551E-4</c:v>
                </c:pt>
                <c:pt idx="1649">
                  <c:v>-1.0954544406903221E-4</c:v>
                </c:pt>
                <c:pt idx="1650">
                  <c:v>-1.090544071327679E-4</c:v>
                </c:pt>
                <c:pt idx="1651">
                  <c:v>-1.085589644858957E-4</c:v>
                </c:pt>
                <c:pt idx="1652">
                  <c:v>-1.080591326078502E-4</c:v>
                </c:pt>
                <c:pt idx="1653">
                  <c:v>-1.075549281799027E-4</c:v>
                </c:pt>
                <c:pt idx="1654">
                  <c:v>-1.0704636808509491E-4</c:v>
                </c:pt>
                <c:pt idx="1655">
                  <c:v>-1.065334694081579E-4</c:v>
                </c:pt>
                <c:pt idx="1656">
                  <c:v>-1.060162494354194E-4</c:v>
                </c:pt>
                <c:pt idx="1657">
                  <c:v>-1.054947256546972E-4</c:v>
                </c:pt>
                <c:pt idx="1658">
                  <c:v>-1.049689157551794E-4</c:v>
                </c:pt>
                <c:pt idx="1659">
                  <c:v>-1.0443883762729261E-4</c:v>
                </c:pt>
                <c:pt idx="1660">
                  <c:v>-1.0390450936255609E-4</c:v>
                </c:pt>
                <c:pt idx="1661">
                  <c:v>-1.033659492534241E-4</c:v>
                </c:pt>
                <c:pt idx="1662">
                  <c:v>-1.028231757931123E-4</c:v>
                </c:pt>
                <c:pt idx="1663">
                  <c:v>-1.0227620767541299E-4</c:v>
                </c:pt>
                <c:pt idx="1664">
                  <c:v>-1.01725063794495E-4</c:v>
                </c:pt>
                <c:pt idx="1665">
                  <c:v>-1.0116976324469051E-4</c:v>
                </c:pt>
                <c:pt idx="1666">
                  <c:v>-1.006103253202692E-4</c:v>
                </c:pt>
                <c:pt idx="1667">
                  <c:v>-1.000467695151973E-4</c:v>
                </c:pt>
                <c:pt idx="1668">
                  <c:v>-9.9479115522883957E-5</c:v>
                </c:pt>
                <c:pt idx="1669">
                  <c:v>-9.8907383235913944E-5</c:v>
                </c:pt>
                <c:pt idx="1670">
                  <c:v>-9.8331592745765873E-5</c:v>
                </c:pt>
                <c:pt idx="1671">
                  <c:v>-9.7751764342515854E-5</c:v>
                </c:pt>
                <c:pt idx="1672">
                  <c:v>-9.7167918514526387E-5</c:v>
                </c:pt>
                <c:pt idx="1673">
                  <c:v>-9.6580075948120094E-5</c:v>
                </c:pt>
                <c:pt idx="1674">
                  <c:v>-9.5988257527238497E-5</c:v>
                </c:pt>
                <c:pt idx="1675">
                  <c:v>-9.5392484333085882E-5</c:v>
                </c:pt>
                <c:pt idx="1676">
                  <c:v>-9.4792777643758818E-5</c:v>
                </c:pt>
                <c:pt idx="1677">
                  <c:v>-9.418915893386172E-5</c:v>
                </c:pt>
                <c:pt idx="1678">
                  <c:v>-9.3581649874108761E-5</c:v>
                </c:pt>
                <c:pt idx="1679">
                  <c:v>-9.2970272330911686E-5</c:v>
                </c:pt>
                <c:pt idx="1680">
                  <c:v>-9.2355048365952661E-5</c:v>
                </c:pt>
                <c:pt idx="1681">
                  <c:v>-9.173600023574166E-5</c:v>
                </c:pt>
                <c:pt idx="1682">
                  <c:v>-9.1113150391158016E-5</c:v>
                </c:pt>
                <c:pt idx="1683">
                  <c:v>-9.0486521476976307E-5</c:v>
                </c:pt>
                <c:pt idx="1684">
                  <c:v>-8.985613633137665E-5</c:v>
                </c:pt>
                <c:pt idx="1685">
                  <c:v>-8.9222017985439778E-5</c:v>
                </c:pt>
                <c:pt idx="1686">
                  <c:v>-8.8584189662627283E-5</c:v>
                </c:pt>
                <c:pt idx="1687">
                  <c:v>-8.7942674778247295E-5</c:v>
                </c:pt>
                <c:pt idx="1688">
                  <c:v>-8.7297496938905459E-5</c:v>
                </c:pt>
                <c:pt idx="1689">
                  <c:v>-8.6648679941941171E-5</c:v>
                </c:pt>
                <c:pt idx="1690">
                  <c:v>-8.5996247774848973E-5</c:v>
                </c:pt>
                <c:pt idx="1691">
                  <c:v>-8.5340224614685012E-5</c:v>
                </c:pt>
                <c:pt idx="1692">
                  <c:v>-8.4680634827458446E-5</c:v>
                </c:pt>
                <c:pt idx="1693">
                  <c:v>-8.4017502967507126E-5</c:v>
                </c:pt>
                <c:pt idx="1694">
                  <c:v>-8.3350853776857176E-5</c:v>
                </c:pt>
                <c:pt idx="1695">
                  <c:v>-8.2680712184566245E-5</c:v>
                </c:pt>
                <c:pt idx="1696">
                  <c:v>-8.200710330605081E-5</c:v>
                </c:pt>
                <c:pt idx="1697">
                  <c:v>-8.1330052442397995E-5</c:v>
                </c:pt>
                <c:pt idx="1698">
                  <c:v>-8.0649585079662392E-5</c:v>
                </c:pt>
                <c:pt idx="1699">
                  <c:v>-7.9965726888148303E-5</c:v>
                </c:pt>
                <c:pt idx="1700">
                  <c:v>-7.9278503721676846E-5</c:v>
                </c:pt>
                <c:pt idx="1701">
                  <c:v>-7.858794161683798E-5</c:v>
                </c:pt>
                <c:pt idx="1702">
                  <c:v>-7.7894066792227182E-5</c:v>
                </c:pt>
                <c:pt idx="1703">
                  <c:v>-7.719690564766645E-5</c:v>
                </c:pt>
                <c:pt idx="1704">
                  <c:v>-7.6496484763409489E-5</c:v>
                </c:pt>
                <c:pt idx="1705">
                  <c:v>-7.5792830899330915E-5</c:v>
                </c:pt>
                <c:pt idx="1706">
                  <c:v>-7.5085970994099351E-5</c:v>
                </c:pt>
                <c:pt idx="1707">
                  <c:v>-7.4375932164334727E-5</c:v>
                </c:pt>
                <c:pt idx="1708">
                  <c:v>-7.3662741703749241E-5</c:v>
                </c:pt>
                <c:pt idx="1709">
                  <c:v>-7.2946427082271935E-5</c:v>
                </c:pt>
                <c:pt idx="1710">
                  <c:v>-7.2227015945156543E-5</c:v>
                </c:pt>
                <c:pt idx="1711">
                  <c:v>-7.1504536112072865E-5</c:v>
                </c:pt>
                <c:pt idx="1712">
                  <c:v>-7.0779015576182171E-5</c:v>
                </c:pt>
                <c:pt idx="1713">
                  <c:v>-7.0050482503196504E-5</c:v>
                </c:pt>
                <c:pt idx="1714">
                  <c:v>-6.9318965230422095E-5</c:v>
                </c:pt>
                <c:pt idx="1715">
                  <c:v>-6.8584492265786937E-5</c:v>
                </c:pt>
                <c:pt idx="1716">
                  <c:v>-6.7847092286852493E-5</c:v>
                </c:pt>
                <c:pt idx="1717">
                  <c:v>-6.7106794139809554E-5</c:v>
                </c:pt>
                <c:pt idx="1718">
                  <c:v>-6.6363626838457972E-5</c:v>
                </c:pt>
                <c:pt idx="1719">
                  <c:v>-6.5617619563170223E-5</c:v>
                </c:pt>
                <c:pt idx="1720">
                  <c:v>-6.4868801659838707E-5</c:v>
                </c:pt>
                <c:pt idx="1721">
                  <c:v>-6.4117202638806976E-5</c:v>
                </c:pt>
                <c:pt idx="1722">
                  <c:v>-6.3362852173784698E-5</c:v>
                </c:pt>
                <c:pt idx="1723">
                  <c:v>-6.2605780100746032E-5</c:v>
                </c:pt>
                <c:pt idx="1724">
                  <c:v>-6.1846016416811233E-5</c:v>
                </c:pt>
                <c:pt idx="1725">
                  <c:v>-6.1083591279111689E-5</c:v>
                </c:pt>
                <c:pt idx="1726">
                  <c:v>-6.0318535003638397E-5</c:v>
                </c:pt>
                <c:pt idx="1727">
                  <c:v>-5.9550878064073637E-5</c:v>
                </c:pt>
                <c:pt idx="1728">
                  <c:v>-5.8780651090605627E-5</c:v>
                </c:pt>
                <c:pt idx="1729">
                  <c:v>-5.8007884868726152E-5</c:v>
                </c:pt>
                <c:pt idx="1730">
                  <c:v>-5.7232610338011017E-5</c:v>
                </c:pt>
                <c:pt idx="1731">
                  <c:v>-5.6454858590883969E-5</c:v>
                </c:pt>
                <c:pt idx="1732">
                  <c:v>-5.5674660871363787E-5</c:v>
                </c:pt>
                <c:pt idx="1733">
                  <c:v>-5.4892048573795243E-5</c:v>
                </c:pt>
                <c:pt idx="1734">
                  <c:v>-5.4107053241563192E-5</c:v>
                </c:pt>
                <c:pt idx="1735">
                  <c:v>-5.3319706565790497E-5</c:v>
                </c:pt>
                <c:pt idx="1736">
                  <c:v>-5.2530040384019242E-5</c:v>
                </c:pt>
                <c:pt idx="1737">
                  <c:v>-5.1738086678875162E-5</c:v>
                </c:pt>
                <c:pt idx="1738">
                  <c:v>-5.0943877576715348E-5</c:v>
                </c:pt>
                <c:pt idx="1739">
                  <c:v>-5.0147445346259388E-5</c:v>
                </c:pt>
                <c:pt idx="1740">
                  <c:v>-4.9348822397203779E-5</c:v>
                </c:pt>
                <c:pt idx="1741">
                  <c:v>-4.8548041278819613E-5</c:v>
                </c:pt>
                <c:pt idx="1742">
                  <c:v>-4.7745134678533819E-5</c:v>
                </c:pt>
                <c:pt idx="1743">
                  <c:v>-4.6940135420493952E-5</c:v>
                </c:pt>
                <c:pt idx="1744">
                  <c:v>-4.6133076464116628E-5</c:v>
                </c:pt>
                <c:pt idx="1745">
                  <c:v>-4.5323990902619933E-5</c:v>
                </c:pt>
                <c:pt idx="1746">
                  <c:v>-4.4512911961539837E-5</c:v>
                </c:pt>
                <c:pt idx="1747">
                  <c:v>-4.369987299723085E-5</c:v>
                </c:pt>
                <c:pt idx="1748">
                  <c:v>-4.288490749535066E-5</c:v>
                </c:pt>
                <c:pt idx="1749">
                  <c:v>-4.2068049069329083E-5</c:v>
                </c:pt>
                <c:pt idx="1750">
                  <c:v>-4.1249331458820857E-5</c:v>
                </c:pt>
                <c:pt idx="1751">
                  <c:v>-4.0428788528142338E-5</c:v>
                </c:pt>
                <c:pt idx="1752">
                  <c:v>-3.9606454264691733E-5</c:v>
                </c:pt>
                <c:pt idx="1753">
                  <c:v>-3.8782362777353218E-5</c:v>
                </c:pt>
                <c:pt idx="1754">
                  <c:v>-3.7956548294885237E-5</c:v>
                </c:pt>
                <c:pt idx="1755">
                  <c:v>-3.7129045164292943E-5</c:v>
                </c:pt>
                <c:pt idx="1756">
                  <c:v>-3.6299887849184979E-5</c:v>
                </c:pt>
                <c:pt idx="1757">
                  <c:v>-3.5469110928114522E-5</c:v>
                </c:pt>
                <c:pt idx="1758">
                  <c:v>-3.4636749092904688E-5</c:v>
                </c:pt>
                <c:pt idx="1759">
                  <c:v>-3.3802837146958518E-5</c:v>
                </c:pt>
                <c:pt idx="1760">
                  <c:v>-3.2967410003553838E-5</c:v>
                </c:pt>
                <c:pt idx="1761">
                  <c:v>-3.2130502684123167E-5</c:v>
                </c:pt>
                <c:pt idx="1762">
                  <c:v>-3.1292150316518799E-5</c:v>
                </c:pt>
                <c:pt idx="1763">
                  <c:v>-3.045238813326322E-5</c:v>
                </c:pt>
                <c:pt idx="1764">
                  <c:v>-2.9611251469785132E-5</c:v>
                </c:pt>
                <c:pt idx="1765">
                  <c:v>-2.876877576264116E-5</c:v>
                </c:pt>
                <c:pt idx="1766">
                  <c:v>-2.7924996547723701E-5</c:v>
                </c:pt>
                <c:pt idx="1767">
                  <c:v>-2.7079949458454789E-5</c:v>
                </c:pt>
                <c:pt idx="1768">
                  <c:v>-2.6233670223966069E-5</c:v>
                </c:pt>
                <c:pt idx="1769">
                  <c:v>-2.53861946672649E-5</c:v>
                </c:pt>
                <c:pt idx="1770">
                  <c:v>-2.453755870338659E-5</c:v>
                </c:pt>
                <c:pt idx="1771">
                  <c:v>-2.3687798337532911E-5</c:v>
                </c:pt>
                <c:pt idx="1772">
                  <c:v>-2.2836949663197401E-5</c:v>
                </c:pt>
                <c:pt idx="1773">
                  <c:v>-2.1985048860277661E-5</c:v>
                </c:pt>
                <c:pt idx="1774">
                  <c:v>-2.1132132193175331E-5</c:v>
                </c:pt>
                <c:pt idx="1775">
                  <c:v>-2.0278236008883919E-5</c:v>
                </c:pt>
                <c:pt idx="1776">
                  <c:v>-1.9423396735064489E-5</c:v>
                </c:pt>
                <c:pt idx="1777">
                  <c:v>-1.8567650878108901E-5</c:v>
                </c:pt>
                <c:pt idx="1778">
                  <c:v>-1.7711035021191029E-5</c:v>
                </c:pt>
                <c:pt idx="1779">
                  <c:v>-1.685358582230607E-5</c:v>
                </c:pt>
                <c:pt idx="1780">
                  <c:v>-1.599534001229871E-5</c:v>
                </c:pt>
                <c:pt idx="1781">
                  <c:v>-1.513633439288008E-5</c:v>
                </c:pt>
                <c:pt idx="1782">
                  <c:v>-1.4276605834633661E-5</c:v>
                </c:pt>
                <c:pt idx="1783">
                  <c:v>-1.341619127501054E-5</c:v>
                </c:pt>
                <c:pt idx="1784">
                  <c:v>-1.255512771631414E-5</c:v>
                </c:pt>
                <c:pt idx="1785">
                  <c:v>-1.1693452223674701E-5</c:v>
                </c:pt>
                <c:pt idx="1786">
                  <c:v>-1.083120192301339E-5</c:v>
                </c:pt>
                <c:pt idx="1787">
                  <c:v>-9.9684139989962517E-6</c:v>
                </c:pt>
                <c:pt idx="1788">
                  <c:v>-9.1051256929783797E-6</c:v>
                </c:pt>
                <c:pt idx="1789">
                  <c:v>-8.2413743009384371E-6</c:v>
                </c:pt>
                <c:pt idx="1790">
                  <c:v>-7.3771971714038512E-6</c:v>
                </c:pt>
                <c:pt idx="1791">
                  <c:v>-6.5126317033667589E-6</c:v>
                </c:pt>
                <c:pt idx="1792">
                  <c:v>-5.6477153441909313E-6</c:v>
                </c:pt>
                <c:pt idx="1793">
                  <c:v>-4.7824855875099764E-6</c:v>
                </c:pt>
                <c:pt idx="1794">
                  <c:v>-3.9169799711170399E-6</c:v>
                </c:pt>
                <c:pt idx="1795">
                  <c:v>-3.0512360748462349E-6</c:v>
                </c:pt>
                <c:pt idx="1796">
                  <c:v>-2.1852915184459942E-6</c:v>
                </c:pt>
                <c:pt idx="1797">
                  <c:v>-1.319183959444573E-6</c:v>
                </c:pt>
                <c:pt idx="1798">
                  <c:v>-4.5295109100794668E-7</c:v>
                </c:pt>
                <c:pt idx="1799">
                  <c:v>4.1336936020945808E-7</c:v>
                </c:pt>
                <c:pt idx="1800">
                  <c:v>1.2797396362207069E-6</c:v>
                </c:pt>
                <c:pt idx="1801">
                  <c:v>2.1461219498686369E-6</c:v>
                </c:pt>
                <c:pt idx="1802">
                  <c:v>3.0124784869943358E-6</c:v>
                </c:pt>
                <c:pt idx="1803">
                  <c:v>3.8787714086116591E-6</c:v>
                </c:pt>
                <c:pt idx="1804">
                  <c:v>4.7449628530875063E-6</c:v>
                </c:pt>
                <c:pt idx="1805">
                  <c:v>5.6110149383275772E-6</c:v>
                </c:pt>
                <c:pt idx="1806">
                  <c:v>6.4768897639674438E-6</c:v>
                </c:pt>
                <c:pt idx="1807">
                  <c:v>7.3425494135687919E-6</c:v>
                </c:pt>
                <c:pt idx="1808">
                  <c:v>8.2079559568204894E-6</c:v>
                </c:pt>
                <c:pt idx="1809">
                  <c:v>9.0730714517440332E-6</c:v>
                </c:pt>
                <c:pt idx="1810">
                  <c:v>9.9378579469030878E-6</c:v>
                </c:pt>
                <c:pt idx="1811">
                  <c:v>1.0802277483617011E-5</c:v>
                </c:pt>
                <c:pt idx="1812">
                  <c:v>1.166629209817807E-5</c:v>
                </c:pt>
                <c:pt idx="1813">
                  <c:v>1.252986382407184E-5</c:v>
                </c:pt>
                <c:pt idx="1814">
                  <c:v>1.339295469420019E-5</c:v>
                </c:pt>
                <c:pt idx="1815">
                  <c:v>1.4255526743106499E-5</c:v>
                </c:pt>
                <c:pt idx="1816">
                  <c:v>1.511754200920314E-5</c:v>
                </c:pt>
                <c:pt idx="1817">
                  <c:v>1.5978962537000681E-5</c:v>
                </c:pt>
                <c:pt idx="1818">
                  <c:v>1.6839750379338939E-5</c:v>
                </c:pt>
                <c:pt idx="1819">
                  <c:v>1.7699867599619708E-5</c:v>
                </c:pt>
                <c:pt idx="1820">
                  <c:v>1.8559276274041458E-5</c:v>
                </c:pt>
                <c:pt idx="1821">
                  <c:v>1.9417938493835831E-5</c:v>
                </c:pt>
                <c:pt idx="1822">
                  <c:v>2.027581636750534E-5</c:v>
                </c:pt>
                <c:pt idx="1823">
                  <c:v>2.1132872023061891E-5</c:v>
                </c:pt>
                <c:pt idx="1824">
                  <c:v>2.1989067610265699E-5</c:v>
                </c:pt>
                <c:pt idx="1825">
                  <c:v>2.284436530286492E-5</c:v>
                </c:pt>
                <c:pt idx="1826">
                  <c:v>2.3698727300835889E-5</c:v>
                </c:pt>
                <c:pt idx="1827">
                  <c:v>2.4552115832623771E-5</c:v>
                </c:pt>
                <c:pt idx="1828">
                  <c:v>2.5404493157383371E-5</c:v>
                </c:pt>
                <c:pt idx="1829">
                  <c:v>2.6255821567220131E-5</c:v>
                </c:pt>
                <c:pt idx="1830">
                  <c:v>2.7106063389431099E-5</c:v>
                </c:pt>
                <c:pt idx="1831">
                  <c:v>2.7955180988745799E-5</c:v>
                </c:pt>
                <c:pt idx="1832">
                  <c:v>2.8803136769566401E-5</c:v>
                </c:pt>
                <c:pt idx="1833">
                  <c:v>2.964989317820657E-5</c:v>
                </c:pt>
                <c:pt idx="1834">
                  <c:v>3.049541270512848E-5</c:v>
                </c:pt>
                <c:pt idx="1835">
                  <c:v>3.1339657887177582E-5</c:v>
                </c:pt>
                <c:pt idx="1836">
                  <c:v>3.2182591309815007E-5</c:v>
                </c:pt>
                <c:pt idx="1837">
                  <c:v>3.3024175609347702E-5</c:v>
                </c:pt>
                <c:pt idx="1838">
                  <c:v>3.3864373475156041E-5</c:v>
                </c:pt>
                <c:pt idx="1839">
                  <c:v>3.4703147651918967E-5</c:v>
                </c:pt>
                <c:pt idx="1840">
                  <c:v>3.5540460941836073E-5</c:v>
                </c:pt>
                <c:pt idx="1841">
                  <c:v>3.6376276206846158E-5</c:v>
                </c:pt>
                <c:pt idx="1842">
                  <c:v>3.7210556370842048E-5</c:v>
                </c:pt>
                <c:pt idx="1843">
                  <c:v>3.8043264421881128E-5</c:v>
                </c:pt>
                <c:pt idx="1844">
                  <c:v>3.8874363414391693E-5</c:v>
                </c:pt>
                <c:pt idx="1845">
                  <c:v>3.9703816471375138E-5</c:v>
                </c:pt>
                <c:pt idx="1846">
                  <c:v>4.0531586786604551E-5</c:v>
                </c:pt>
                <c:pt idx="1847">
                  <c:v>4.1357637626819228E-5</c:v>
                </c:pt>
                <c:pt idx="1848">
                  <c:v>4.2181932333915713E-5</c:v>
                </c:pt>
                <c:pt idx="1849">
                  <c:v>4.3004434327134557E-5</c:v>
                </c:pt>
                <c:pt idx="1850">
                  <c:v>4.3825107105242591E-5</c:v>
                </c:pt>
                <c:pt idx="1851">
                  <c:v>4.4643914248710333E-5</c:v>
                </c:pt>
                <c:pt idx="1852">
                  <c:v>4.5460819421884338E-5</c:v>
                </c:pt>
                <c:pt idx="1853">
                  <c:v>4.6275786375154257E-5</c:v>
                </c:pt>
                <c:pt idx="1854">
                  <c:v>4.7088778947114507E-5</c:v>
                </c:pt>
                <c:pt idx="1855">
                  <c:v>4.7899761066720167E-5</c:v>
                </c:pt>
                <c:pt idx="1856">
                  <c:v>4.8708696755436457E-5</c:v>
                </c:pt>
                <c:pt idx="1857">
                  <c:v>4.9515550129381627E-5</c:v>
                </c:pt>
                <c:pt idx="1858">
                  <c:v>5.0320285401463089E-5</c:v>
                </c:pt>
                <c:pt idx="1859">
                  <c:v>5.1122866883506943E-5</c:v>
                </c:pt>
                <c:pt idx="1860">
                  <c:v>5.1923258988380483E-5</c:v>
                </c:pt>
                <c:pt idx="1861">
                  <c:v>5.2721426232107293E-5</c:v>
                </c:pt>
                <c:pt idx="1862">
                  <c:v>5.3517333235974279E-5</c:v>
                </c:pt>
                <c:pt idx="1863">
                  <c:v>5.4310944728630219E-5</c:v>
                </c:pt>
                <c:pt idx="1864">
                  <c:v>5.5102225548175733E-5</c:v>
                </c:pt>
                <c:pt idx="1865">
                  <c:v>5.5891140644244803E-5</c:v>
                </c:pt>
                <c:pt idx="1866">
                  <c:v>5.6677655080077788E-5</c:v>
                </c:pt>
                <c:pt idx="1867">
                  <c:v>5.746173403458577E-5</c:v>
                </c:pt>
                <c:pt idx="1868">
                  <c:v>5.8243342804405459E-5</c:v>
                </c:pt>
                <c:pt idx="1869">
                  <c:v>5.9022446805945112E-5</c:v>
                </c:pt>
                <c:pt idx="1870">
                  <c:v>5.9799011577421003E-5</c:v>
                </c:pt>
                <c:pt idx="1871">
                  <c:v>6.0573002780884739E-5</c:v>
                </c:pt>
                <c:pt idx="1872">
                  <c:v>6.1344386204241196E-5</c:v>
                </c:pt>
                <c:pt idx="1873">
                  <c:v>6.2113127763256795E-5</c:v>
                </c:pt>
                <c:pt idx="1874">
                  <c:v>6.2879193503558451E-5</c:v>
                </c:pt>
                <c:pt idx="1875">
                  <c:v>6.3642549602622769E-5</c:v>
                </c:pt>
                <c:pt idx="1876">
                  <c:v>6.4403162371755432E-5</c:v>
                </c:pt>
                <c:pt idx="1877">
                  <c:v>6.5160998258060367E-5</c:v>
                </c:pt>
                <c:pt idx="1878">
                  <c:v>6.5916023846398513E-5</c:v>
                </c:pt>
                <c:pt idx="1879">
                  <c:v>6.6668205861335932E-5</c:v>
                </c:pt>
                <c:pt idx="1880">
                  <c:v>6.7417511169081247E-5</c:v>
                </c:pt>
                <c:pt idx="1881">
                  <c:v>6.8163906779412385E-5</c:v>
                </c:pt>
                <c:pt idx="1882">
                  <c:v>6.8907359847591987E-5</c:v>
                </c:pt>
                <c:pt idx="1883">
                  <c:v>6.9647837676271182E-5</c:v>
                </c:pt>
                <c:pt idx="1884">
                  <c:v>7.03853077173814E-5</c:v>
                </c:pt>
                <c:pt idx="1885">
                  <c:v>7.1119737574014324E-5</c:v>
                </c:pt>
                <c:pt idx="1886">
                  <c:v>7.185109500229016E-5</c:v>
                </c:pt>
                <c:pt idx="1887">
                  <c:v>7.2579347913213888E-5</c:v>
                </c:pt>
                <c:pt idx="1888">
                  <c:v>7.3304464374519118E-5</c:v>
                </c:pt>
                <c:pt idx="1889">
                  <c:v>7.4026412612499302E-5</c:v>
                </c:pt>
                <c:pt idx="1890">
                  <c:v>7.4745161013825947E-5</c:v>
                </c:pt>
                <c:pt idx="1891">
                  <c:v>7.5460678127353695E-5</c:v>
                </c:pt>
                <c:pt idx="1892">
                  <c:v>7.6172932665912195E-5</c:v>
                </c:pt>
                <c:pt idx="1893">
                  <c:v>7.6881893508084698E-5</c:v>
                </c:pt>
                <c:pt idx="1894">
                  <c:v>7.7587529699973338E-5</c:v>
                </c:pt>
                <c:pt idx="1895">
                  <c:v>7.8289810456951003E-5</c:v>
                </c:pt>
                <c:pt idx="1896">
                  <c:v>7.8988705165400041E-5</c:v>
                </c:pt>
                <c:pt idx="1897">
                  <c:v>7.9684183384437713E-5</c:v>
                </c:pt>
                <c:pt idx="1898">
                  <c:v>8.0376214847628028E-5</c:v>
                </c:pt>
                <c:pt idx="1899">
                  <c:v>8.1064769464679251E-5</c:v>
                </c:pt>
                <c:pt idx="1900">
                  <c:v>8.1749817323126665E-5</c:v>
                </c:pt>
                <c:pt idx="1901">
                  <c:v>8.2431328690000453E-5</c:v>
                </c:pt>
                <c:pt idx="1902">
                  <c:v>8.3109274013478933E-5</c:v>
                </c:pt>
                <c:pt idx="1903">
                  <c:v>8.3783623924527095E-5</c:v>
                </c:pt>
                <c:pt idx="1904">
                  <c:v>8.4454349238520686E-5</c:v>
                </c:pt>
                <c:pt idx="1905">
                  <c:v>8.5121420956856043E-5</c:v>
                </c:pt>
                <c:pt idx="1906">
                  <c:v>8.5784810268545609E-5</c:v>
                </c:pt>
                <c:pt idx="1907">
                  <c:v>8.6444488551798722E-5</c:v>
                </c:pt>
                <c:pt idx="1908">
                  <c:v>8.7100427375587532E-5</c:v>
                </c:pt>
                <c:pt idx="1909">
                  <c:v>8.7752598501197884E-5</c:v>
                </c:pt>
                <c:pt idx="1910">
                  <c:v>8.8400973883765265E-5</c:v>
                </c:pt>
                <c:pt idx="1911">
                  <c:v>8.9045525673795602E-5</c:v>
                </c:pt>
                <c:pt idx="1912">
                  <c:v>8.96862262186705E-5</c:v>
                </c:pt>
                <c:pt idx="1913">
                  <c:v>9.0323048064136664E-5</c:v>
                </c:pt>
                <c:pt idx="1914">
                  <c:v>9.095596395577936E-5</c:v>
                </c:pt>
                <c:pt idx="1915">
                  <c:v>9.1584946840479932E-5</c:v>
                </c:pt>
                <c:pt idx="1916">
                  <c:v>9.2209969867857667E-5</c:v>
                </c:pt>
                <c:pt idx="1917">
                  <c:v>9.283100639169622E-5</c:v>
                </c:pt>
                <c:pt idx="1918">
                  <c:v>9.3448029971354517E-5</c:v>
                </c:pt>
                <c:pt idx="1919">
                  <c:v>9.4061014373162213E-5</c:v>
                </c:pt>
                <c:pt idx="1920">
                  <c:v>9.4669933571798817E-5</c:v>
                </c:pt>
                <c:pt idx="1921">
                  <c:v>9.5274761751655904E-5</c:v>
                </c:pt>
                <c:pt idx="1922">
                  <c:v>9.5875473308182645E-5</c:v>
                </c:pt>
                <c:pt idx="1923">
                  <c:v>9.6472042849214608E-5</c:v>
                </c:pt>
                <c:pt idx="1924">
                  <c:v>9.7064445196286037E-5</c:v>
                </c:pt>
                <c:pt idx="1925">
                  <c:v>9.7652655385925427E-5</c:v>
                </c:pt>
                <c:pt idx="1926">
                  <c:v>9.8236648670934213E-5</c:v>
                </c:pt>
                <c:pt idx="1927">
                  <c:v>9.881640052164841E-5</c:v>
                </c:pt>
                <c:pt idx="1928">
                  <c:v>9.9391886627183033E-5</c:v>
                </c:pt>
                <c:pt idx="1929">
                  <c:v>9.9963082896658442E-5</c:v>
                </c:pt>
                <c:pt idx="1930">
                  <c:v>1.005299654604088E-4</c:v>
                </c:pt>
                <c:pt idx="1931">
                  <c:v>1.010925106711724E-4</c:v>
                </c:pt>
                <c:pt idx="1932">
                  <c:v>1.0165069510526389E-4</c:v>
                </c:pt>
                <c:pt idx="1933">
                  <c:v>1.0220449556372979E-4</c:v>
                </c:pt>
                <c:pt idx="1934">
                  <c:v>1.027538890734849E-4</c:v>
                </c:pt>
                <c:pt idx="1935">
                  <c:v>1.032988528884327E-4</c:v>
                </c:pt>
                <c:pt idx="1936">
                  <c:v>1.038393644905661E-4</c:v>
                </c:pt>
                <c:pt idx="1937">
                  <c:v>1.043754015910514E-4</c:v>
                </c:pt>
                <c:pt idx="1938">
                  <c:v>1.049069421312937E-4</c:v>
                </c:pt>
                <c:pt idx="1939">
                  <c:v>1.054339642839847E-4</c:v>
                </c:pt>
                <c:pt idx="1940">
                  <c:v>1.059564464541318E-4</c:v>
                </c:pt>
                <c:pt idx="1941">
                  <c:v>1.0647436728007E-4</c:v>
                </c:pt>
                <c:pt idx="1942">
                  <c:v>1.069877056344549E-4</c:v>
                </c:pt>
                <c:pt idx="1943">
                  <c:v>1.074964406252386E-4</c:v>
                </c:pt>
                <c:pt idx="1944">
                  <c:v>1.08000551596627E-4</c:v>
                </c:pt>
                <c:pt idx="1945">
                  <c:v>1.085000181300194E-4</c:v>
                </c:pt>
                <c:pt idx="1946">
                  <c:v>1.0899482004493089E-4</c:v>
                </c:pt>
                <c:pt idx="1947">
                  <c:v>1.094849373998964E-4</c:v>
                </c:pt>
                <c:pt idx="1948">
                  <c:v>1.09970350493358E-4</c:v>
                </c:pt>
                <c:pt idx="1949">
                  <c:v>1.1045103986453279E-4</c:v>
                </c:pt>
                <c:pt idx="1950">
                  <c:v>1.109269862942618E-4</c:v>
                </c:pt>
                <c:pt idx="1951">
                  <c:v>1.1139817080584019E-4</c:v>
                </c:pt>
                <c:pt idx="1952">
                  <c:v>1.118645746658275E-4</c:v>
                </c:pt>
                <c:pt idx="1953">
                  <c:v>1.1232617938484041E-4</c:v>
                </c:pt>
                <c:pt idx="1954">
                  <c:v>1.127829667183249E-4</c:v>
                </c:pt>
                <c:pt idx="1955">
                  <c:v>1.132349186673118E-4</c:v>
                </c:pt>
                <c:pt idx="1956">
                  <c:v>1.136820174791521E-4</c:v>
                </c:pt>
                <c:pt idx="1957">
                  <c:v>1.141242456482342E-4</c:v>
                </c:pt>
                <c:pt idx="1958">
                  <c:v>1.1456158591668309E-4</c:v>
                </c:pt>
                <c:pt idx="1959">
                  <c:v>1.14994021275039E-4</c:v>
                </c:pt>
                <c:pt idx="1960">
                  <c:v>1.154215349629179E-4</c:v>
                </c:pt>
                <c:pt idx="1961">
                  <c:v>1.158441104696531E-4</c:v>
                </c:pt>
                <c:pt idx="1962">
                  <c:v>1.1626173153491761E-4</c:v>
                </c:pt>
                <c:pt idx="1963">
                  <c:v>1.166743821493279E-4</c:v>
                </c:pt>
                <c:pt idx="1964">
                  <c:v>1.170820465550295E-4</c:v>
                </c:pt>
                <c:pt idx="1965">
                  <c:v>1.174847092462627E-4</c:v>
                </c:pt>
                <c:pt idx="1966">
                  <c:v>1.178823549699106E-4</c:v>
                </c:pt>
                <c:pt idx="1967">
                  <c:v>1.182749687260275E-4</c:v>
                </c:pt>
                <c:pt idx="1968">
                  <c:v>1.186625357683495E-4</c:v>
                </c:pt>
                <c:pt idx="1969">
                  <c:v>1.190450416047856E-4</c:v>
                </c:pt>
                <c:pt idx="1970">
                  <c:v>1.1942247199789E-4</c:v>
                </c:pt>
                <c:pt idx="1971">
                  <c:v>1.197948129653165E-4</c:v>
                </c:pt>
                <c:pt idx="1972">
                  <c:v>1.2016205078025291E-4</c:v>
                </c:pt>
                <c:pt idx="1973">
                  <c:v>1.2052417197183839E-4</c:v>
                </c:pt>
                <c:pt idx="1974">
                  <c:v>1.2088116332556061E-4</c:v>
                </c:pt>
                <c:pt idx="1975">
                  <c:v>1.2123301188363481E-4</c:v>
                </c:pt>
                <c:pt idx="1976">
                  <c:v>1.215797049453635E-4</c:v>
                </c:pt>
                <c:pt idx="1977">
                  <c:v>1.219212300674779E-4</c:v>
                </c:pt>
                <c:pt idx="1978">
                  <c:v>1.222575750644601E-4</c:v>
                </c:pt>
                <c:pt idx="1979">
                  <c:v>1.2258872800884741E-4</c:v>
                </c:pt>
                <c:pt idx="1980">
                  <c:v>1.2291467723151789E-4</c:v>
                </c:pt>
                <c:pt idx="1981">
                  <c:v>1.2323541132195731E-4</c:v>
                </c:pt>
                <c:pt idx="1982">
                  <c:v>1.2355091912850781E-4</c:v>
                </c:pt>
                <c:pt idx="1983">
                  <c:v>1.2386118975859839E-4</c:v>
                </c:pt>
                <c:pt idx="1984">
                  <c:v>1.241662125789576E-4</c:v>
                </c:pt>
                <c:pt idx="1985">
                  <c:v>1.2446597721580611E-4</c:v>
                </c:pt>
                <c:pt idx="1986">
                  <c:v>1.2476047355503299E-4</c:v>
                </c:pt>
                <c:pt idx="1987">
                  <c:v>1.2504969174235479E-4</c:v>
                </c:pt>
                <c:pt idx="1988">
                  <c:v>1.2533362218345589E-4</c:v>
                </c:pt>
                <c:pt idx="1989">
                  <c:v>1.2561225554411391E-4</c:v>
                </c:pt>
                <c:pt idx="1990">
                  <c:v>1.258855827503054E-4</c:v>
                </c:pt>
                <c:pt idx="1991">
                  <c:v>1.2615359498829591E-4</c:v>
                </c:pt>
                <c:pt idx="1992">
                  <c:v>1.2641628370471211E-4</c:v>
                </c:pt>
                <c:pt idx="1993">
                  <c:v>1.266736406065963E-4</c:v>
                </c:pt>
                <c:pt idx="1994">
                  <c:v>1.269256576614449E-4</c:v>
                </c:pt>
                <c:pt idx="1995">
                  <c:v>1.2717232709722891E-4</c:v>
                </c:pt>
                <c:pt idx="1996">
                  <c:v>1.2741364140239679E-4</c:v>
                </c:pt>
                <c:pt idx="1997">
                  <c:v>1.2764959332585971E-4</c:v>
                </c:pt>
                <c:pt idx="1998">
                  <c:v>1.2788017587695769E-4</c:v>
                </c:pt>
                <c:pt idx="1999">
                  <c:v>1.2810538232540901E-4</c:v>
                </c:pt>
                <c:pt idx="2000">
                  <c:v>1.283252062012388E-4</c:v>
                </c:pt>
                <c:pt idx="2001">
                  <c:v>1.2853964129469039E-4</c:v>
                </c:pt>
                <c:pt idx="2002">
                  <c:v>1.2874868165611849E-4</c:v>
                </c:pt>
                <c:pt idx="2003">
                  <c:v>1.2895232159586389E-4</c:v>
                </c:pt>
                <c:pt idx="2004">
                  <c:v>1.291505556841113E-4</c:v>
                </c:pt>
                <c:pt idx="2005">
                  <c:v>1.2934337875073021E-4</c:v>
                </c:pt>
                <c:pt idx="2006">
                  <c:v>1.2953078588509779E-4</c:v>
                </c:pt>
                <c:pt idx="2007">
                  <c:v>1.2971277243590569E-4</c:v>
                </c:pt>
                <c:pt idx="2008">
                  <c:v>1.298893340109483E-4</c:v>
                </c:pt>
                <c:pt idx="2009">
                  <c:v>1.300604664768944E-4</c:v>
                </c:pt>
                <c:pt idx="2010">
                  <c:v>1.302261659590424E-4</c:v>
                </c:pt>
                <c:pt idx="2011">
                  <c:v>1.3038642884105809E-4</c:v>
                </c:pt>
                <c:pt idx="2012">
                  <c:v>1.305412517646973E-4</c:v>
                </c:pt>
                <c:pt idx="2013">
                  <c:v>1.3069063162950999E-4</c:v>
                </c:pt>
                <c:pt idx="2014">
                  <c:v>1.3083456559252949E-4</c:v>
                </c:pt>
                <c:pt idx="2015">
                  <c:v>1.3097305106794411E-4</c:v>
                </c:pt>
                <c:pt idx="2016">
                  <c:v>1.311060857267522E-4</c:v>
                </c:pt>
                <c:pt idx="2017">
                  <c:v>1.3123366749640149E-4</c:v>
                </c:pt>
                <c:pt idx="2018">
                  <c:v>1.313557945604103E-4</c:v>
                </c:pt>
                <c:pt idx="2019">
                  <c:v>1.314724653579732E-4</c:v>
                </c:pt>
                <c:pt idx="2020">
                  <c:v>1.3158367858354971E-4</c:v>
                </c:pt>
                <c:pt idx="2021">
                  <c:v>1.3168943318643721E-4</c:v>
                </c:pt>
                <c:pt idx="2022">
                  <c:v>1.3178972837032669E-4</c:v>
                </c:pt>
                <c:pt idx="2023">
                  <c:v>1.3188456359284299E-4</c:v>
                </c:pt>
                <c:pt idx="2024">
                  <c:v>1.3197393856506919E-4</c:v>
                </c:pt>
                <c:pt idx="2025">
                  <c:v>1.3205785325105411E-4</c:v>
                </c:pt>
                <c:pt idx="2026">
                  <c:v>1.3213630786730379E-4</c:v>
                </c:pt>
                <c:pt idx="2027">
                  <c:v>1.3220930288225779E-4</c:v>
                </c:pt>
                <c:pt idx="2028">
                  <c:v>1.3227683901574931E-4</c:v>
                </c:pt>
                <c:pt idx="2029">
                  <c:v>1.3233891723845109E-4</c:v>
                </c:pt>
                <c:pt idx="2030">
                  <c:v>1.323955387713074E-4</c:v>
                </c:pt>
                <c:pt idx="2031">
                  <c:v>1.3244670508495059E-4</c:v>
                </c:pt>
                <c:pt idx="2032">
                  <c:v>1.32492417899104E-4</c:v>
                </c:pt>
                <c:pt idx="2033">
                  <c:v>1.3253267918196841E-4</c:v>
                </c:pt>
                <c:pt idx="2034">
                  <c:v>1.3256749114959541E-4</c:v>
                </c:pt>
                <c:pt idx="2035">
                  <c:v>1.3259685626524389E-4</c:v>
                </c:pt>
                <c:pt idx="2036">
                  <c:v>1.326207772387227E-4</c:v>
                </c:pt>
                <c:pt idx="2037">
                  <c:v>1.3263925702571729E-4</c:v>
                </c:pt>
                <c:pt idx="2038">
                  <c:v>1.326522988271041E-4</c:v>
                </c:pt>
                <c:pt idx="2039">
                  <c:v>1.3265990608825039E-4</c:v>
                </c:pt>
                <c:pt idx="2040">
                  <c:v>1.3266208249830059E-4</c:v>
                </c:pt>
                <c:pt idx="2041">
                  <c:v>1.3265883198944979E-4</c:v>
                </c:pt>
                <c:pt idx="2042">
                  <c:v>1.326501587362024E-4</c:v>
                </c:pt>
                <c:pt idx="2043">
                  <c:v>1.3263606715461799E-4</c:v>
                </c:pt>
                <c:pt idx="2044">
                  <c:v>1.3261656190154261E-4</c:v>
                </c:pt>
                <c:pt idx="2045">
                  <c:v>1.3259164787382611E-4</c:v>
                </c:pt>
                <c:pt idx="2046">
                  <c:v>1.3256133020752591E-4</c:v>
                </c:pt>
                <c:pt idx="2047">
                  <c:v>1.3252561427709681E-4</c:v>
                </c:pt>
                <c:pt idx="2048">
                  <c:v>1.3248450569456721E-4</c:v>
                </c:pt>
                <c:pt idx="2049">
                  <c:v>1.3243801030870289E-4</c:v>
                </c:pt>
                <c:pt idx="2050">
                  <c:v>1.3238613420415781E-4</c:v>
                </c:pt>
                <c:pt idx="2051">
                  <c:v>1.3232888370061179E-4</c:v>
                </c:pt>
                <c:pt idx="2052">
                  <c:v>1.322662653518963E-4</c:v>
                </c:pt>
                <c:pt idx="2053">
                  <c:v>1.321982859451081E-4</c:v>
                </c:pt>
                <c:pt idx="2054">
                  <c:v>1.3212495249971011E-4</c:v>
                </c:pt>
                <c:pt idx="2055">
                  <c:v>1.320462722666199E-4</c:v>
                </c:pt>
                <c:pt idx="2056">
                  <c:v>1.3196225272728591E-4</c:v>
                </c:pt>
                <c:pt idx="2057">
                  <c:v>1.3187290159275201E-4</c:v>
                </c:pt>
                <c:pt idx="2058">
                  <c:v>1.3177822680271001E-4</c:v>
                </c:pt>
                <c:pt idx="2059">
                  <c:v>1.316782365245409E-4</c:v>
                </c:pt>
                <c:pt idx="2060">
                  <c:v>1.315729391523447E-4</c:v>
                </c:pt>
                <c:pt idx="2061">
                  <c:v>1.3146234330595801E-4</c:v>
                </c:pt>
                <c:pt idx="2062">
                  <c:v>1.3134645782996129E-4</c:v>
                </c:pt>
                <c:pt idx="2063">
                  <c:v>1.3122529179267401E-4</c:v>
                </c:pt>
                <c:pt idx="2064">
                  <c:v>1.310988544851388E-4</c:v>
                </c:pt>
                <c:pt idx="2065">
                  <c:v>1.3096715542009339E-4</c:v>
                </c:pt>
                <c:pt idx="2066">
                  <c:v>1.3083020433093181E-4</c:v>
                </c:pt>
                <c:pt idx="2067">
                  <c:v>1.3068801117065439E-4</c:v>
                </c:pt>
                <c:pt idx="2068">
                  <c:v>1.305405861108069E-4</c:v>
                </c:pt>
                <c:pt idx="2069">
                  <c:v>1.3038793954041011E-4</c:v>
                </c:pt>
                <c:pt idx="2070">
                  <c:v>1.3023008206487839E-4</c:v>
                </c:pt>
                <c:pt idx="2071">
                  <c:v>1.300670245049297E-4</c:v>
                </c:pt>
                <c:pt idx="2072">
                  <c:v>1.298987778954861E-4</c:v>
                </c:pt>
                <c:pt idx="2073">
                  <c:v>1.2972535348456529E-4</c:v>
                </c:pt>
                <c:pt idx="2074">
                  <c:v>1.295467627321632E-4</c:v>
                </c:pt>
                <c:pt idx="2075">
                  <c:v>1.2936301730912661E-4</c:v>
                </c:pt>
                <c:pt idx="2076">
                  <c:v>1.291741290960178E-4</c:v>
                </c:pt>
                <c:pt idx="2077">
                  <c:v>1.289801101819681E-4</c:v>
                </c:pt>
                <c:pt idx="2078">
                  <c:v>1.2878097286352349E-4</c:v>
                </c:pt>
                <c:pt idx="2079">
                  <c:v>1.2857672964348049E-4</c:v>
                </c:pt>
                <c:pt idx="2080">
                  <c:v>1.2836739322971341E-4</c:v>
                </c:pt>
                <c:pt idx="2081">
                  <c:v>1.2815297653399321E-4</c:v>
                </c:pt>
                <c:pt idx="2082">
                  <c:v>1.279334926707992E-4</c:v>
                </c:pt>
                <c:pt idx="2083">
                  <c:v>1.2770895495612091E-4</c:v>
                </c:pt>
                <c:pt idx="2084">
                  <c:v>1.2747937690625309E-4</c:v>
                </c:pt>
                <c:pt idx="2085">
                  <c:v>1.2724477223658161E-4</c:v>
                </c:pt>
                <c:pt idx="2086">
                  <c:v>1.2700515486036229E-4</c:v>
                </c:pt>
                <c:pt idx="2087">
                  <c:v>1.2676053888749161E-4</c:v>
                </c:pt>
                <c:pt idx="2088">
                  <c:v>1.265109386232714E-4</c:v>
                </c:pt>
                <c:pt idx="2089">
                  <c:v>1.2625636856716601E-4</c:v>
                </c:pt>
                <c:pt idx="2090">
                  <c:v>1.2599684341155351E-4</c:v>
                </c:pt>
                <c:pt idx="2091">
                  <c:v>1.2573237804047019E-4</c:v>
                </c:pt>
                <c:pt idx="2092">
                  <c:v>1.254629875283486E-4</c:v>
                </c:pt>
                <c:pt idx="2093">
                  <c:v>1.2518868713874909E-4</c:v>
                </c:pt>
                <c:pt idx="2094">
                  <c:v>1.249094923230847E-4</c:v>
                </c:pt>
                <c:pt idx="2095">
                  <c:v>1.2462541871933921E-4</c:v>
                </c:pt>
                <c:pt idx="2096">
                  <c:v>1.2433648215077979E-4</c:v>
                </c:pt>
                <c:pt idx="2097">
                  <c:v>1.240426986246618E-4</c:v>
                </c:pt>
                <c:pt idx="2098">
                  <c:v>1.2374408433092721E-4</c:v>
                </c:pt>
                <c:pt idx="2099">
                  <c:v>1.234406556408969E-4</c:v>
                </c:pt>
                <c:pt idx="2100">
                  <c:v>1.231324291059565E-4</c:v>
                </c:pt>
                <c:pt idx="2101">
                  <c:v>1.2281942145623699E-4</c:v>
                </c:pt>
                <c:pt idx="2102">
                  <c:v>1.2250164959929009E-4</c:v>
                </c:pt>
                <c:pt idx="2103">
                  <c:v>1.221791306187576E-4</c:v>
                </c:pt>
                <c:pt idx="2104">
                  <c:v>1.218518817730378E-4</c:v>
                </c:pt>
                <c:pt idx="2105">
                  <c:v>1.2151992049394609E-4</c:v>
                </c:pt>
                <c:pt idx="2106">
                  <c:v>1.2118326438537061E-4</c:v>
                </c:pt>
                <c:pt idx="2107">
                  <c:v>1.20841931221924E-4</c:v>
                </c:pt>
                <c:pt idx="2108">
                  <c:v>1.2049593894759059E-4</c:v>
                </c:pt>
                <c:pt idx="2109">
                  <c:v>1.2014530567436999E-4</c:v>
                </c:pt>
                <c:pt idx="2110">
                  <c:v>1.197900496809174E-4</c:v>
                </c:pt>
                <c:pt idx="2111">
                  <c:v>1.194301894111809E-4</c:v>
                </c:pt>
                <c:pt idx="2112">
                  <c:v>1.190657434730356E-4</c:v>
                </c:pt>
                <c:pt idx="2113">
                  <c:v>1.1869673063691491E-4</c:v>
                </c:pt>
                <c:pt idx="2114">
                  <c:v>1.183231698344389E-4</c:v>
                </c:pt>
                <c:pt idx="2115">
                  <c:v>1.179450801570391E-4</c:v>
                </c:pt>
                <c:pt idx="2116">
                  <c:v>1.175624808545809E-4</c:v>
                </c:pt>
                <c:pt idx="2117">
                  <c:v>1.171753913339836E-4</c:v>
                </c:pt>
                <c:pt idx="2118">
                  <c:v>1.1678383115783679E-4</c:v>
                </c:pt>
                <c:pt idx="2119">
                  <c:v>1.163878200430166E-4</c:v>
                </c:pt>
                <c:pt idx="2120">
                  <c:v>1.1598737785929749E-4</c:v>
                </c:pt>
                <c:pt idx="2121">
                  <c:v>1.1558252462796439E-4</c:v>
                </c:pt>
                <c:pt idx="2122">
                  <c:v>1.151732805204211E-4</c:v>
                </c:pt>
                <c:pt idx="2123">
                  <c:v>1.147596658567984E-4</c:v>
                </c:pt>
                <c:pt idx="2124">
                  <c:v>1.143417011045591E-4</c:v>
                </c:pt>
                <c:pt idx="2125">
                  <c:v>1.139194068771025E-4</c:v>
                </c:pt>
                <c:pt idx="2126">
                  <c:v>1.13492803932367E-4</c:v>
                </c:pt>
                <c:pt idx="2127">
                  <c:v>1.130619131714316E-4</c:v>
                </c:pt>
                <c:pt idx="2128">
                  <c:v>1.1262675563711651E-4</c:v>
                </c:pt>
                <c:pt idx="2129">
                  <c:v>1.121873525125834E-4</c:v>
                </c:pt>
                <c:pt idx="2130">
                  <c:v>1.1174372511993419E-4</c:v>
                </c:pt>
                <c:pt idx="2131">
                  <c:v>1.112958949188094E-4</c:v>
                </c:pt>
                <c:pt idx="2132">
                  <c:v>1.108438835049858E-4</c:v>
                </c:pt>
                <c:pt idx="2133">
                  <c:v>1.1038771260897249E-4</c:v>
                </c:pt>
                <c:pt idx="2134">
                  <c:v>1.099274040946069E-4</c:v>
                </c:pt>
                <c:pt idx="2135">
                  <c:v>1.094629799576491E-4</c:v>
                </c:pt>
                <c:pt idx="2136">
                  <c:v>1.089944623243768E-4</c:v>
                </c:pt>
                <c:pt idx="2137">
                  <c:v>1.085218734501799E-4</c:v>
                </c:pt>
                <c:pt idx="2138">
                  <c:v>1.080452357181552E-4</c:v>
                </c:pt>
                <c:pt idx="2139">
                  <c:v>1.0756457163770249E-4</c:v>
                </c:pt>
                <c:pt idx="2140">
                  <c:v>1.0707990384311959E-4</c:v>
                </c:pt>
                <c:pt idx="2141">
                  <c:v>1.06591255092199E-4</c:v>
                </c:pt>
                <c:pt idx="2142">
                  <c:v>1.0609864826482461E-4</c:v>
                </c:pt>
                <c:pt idx="2143">
                  <c:v>1.0560210636156889E-4</c:v>
                </c:pt>
                <c:pt idx="2144">
                  <c:v>1.051016525022919E-4</c:v>
                </c:pt>
                <c:pt idx="2145">
                  <c:v>1.04597309924741E-4</c:v>
                </c:pt>
                <c:pt idx="2146">
                  <c:v>1.0408910198315339E-4</c:v>
                </c:pt>
                <c:pt idx="2147">
                  <c:v>1.035770521468599E-4</c:v>
                </c:pt>
                <c:pt idx="2148">
                  <c:v>1.030611839988916E-4</c:v>
                </c:pt>
                <c:pt idx="2149">
                  <c:v>1.0254152123458829E-4</c:v>
                </c:pt>
                <c:pt idx="2150">
                  <c:v>1.020180876602091E-4</c:v>
                </c:pt>
                <c:pt idx="2151">
                  <c:v>1.0149090719154531E-4</c:v>
                </c:pt>
                <c:pt idx="2152">
                  <c:v>1.009600038525358E-4</c:v>
                </c:pt>
                <c:pt idx="2153">
                  <c:v>1.004254017738854E-4</c:v>
                </c:pt>
                <c:pt idx="2154">
                  <c:v>9.9887125191684819E-5</c:v>
                </c:pt>
                <c:pt idx="2155">
                  <c:v>9.9345198446034323E-5</c:v>
                </c:pt>
                <c:pt idx="2156">
                  <c:v>9.8799645979669591E-5</c:v>
                </c:pt>
                <c:pt idx="2157">
                  <c:v>9.8250492336591041E-5</c:v>
                </c:pt>
                <c:pt idx="2158">
                  <c:v>9.7697762160696137E-5</c:v>
                </c:pt>
                <c:pt idx="2159">
                  <c:v>9.7141480194414936E-5</c:v>
                </c:pt>
                <c:pt idx="2160">
                  <c:v>9.6581671277349085E-5</c:v>
                </c:pt>
                <c:pt idx="2161">
                  <c:v>9.601836034491435E-5</c:v>
                </c:pt>
                <c:pt idx="2162">
                  <c:v>9.5451572426987014E-5</c:v>
                </c:pt>
                <c:pt idx="2163">
                  <c:v>9.4881332646554414E-5</c:v>
                </c:pt>
                <c:pt idx="2164">
                  <c:v>9.4307666218369524E-5</c:v>
                </c:pt>
                <c:pt idx="2165">
                  <c:v>9.3730598447609799E-5</c:v>
                </c:pt>
                <c:pt idx="2166">
                  <c:v>9.3150154728540474E-5</c:v>
                </c:pt>
                <c:pt idx="2167">
                  <c:v>9.2566360543182326E-5</c:v>
                </c:pt>
                <c:pt idx="2168">
                  <c:v>9.1979241459984231E-5</c:v>
                </c:pt>
                <c:pt idx="2169">
                  <c:v>9.1388823132501043E-5</c:v>
                </c:pt>
                <c:pt idx="2170">
                  <c:v>9.0795131298076795E-5</c:v>
                </c:pt>
                <c:pt idx="2171">
                  <c:v>9.0198191776533191E-5</c:v>
                </c:pt>
                <c:pt idx="2172">
                  <c:v>8.9598030468863196E-5</c:v>
                </c:pt>
                <c:pt idx="2173">
                  <c:v>8.899467335592997E-5</c:v>
                </c:pt>
                <c:pt idx="2174">
                  <c:v>8.8388146497171038E-5</c:v>
                </c:pt>
                <c:pt idx="2175">
                  <c:v>8.7778476029308107E-5</c:v>
                </c:pt>
                <c:pt idx="2176">
                  <c:v>8.7165688165062583E-5</c:v>
                </c:pt>
                <c:pt idx="2177">
                  <c:v>8.6549809191876443E-5</c:v>
                </c:pt>
                <c:pt idx="2178">
                  <c:v>8.593086547063827E-5</c:v>
                </c:pt>
                <c:pt idx="2179">
                  <c:v>8.5308883434414765E-5</c:v>
                </c:pt>
                <c:pt idx="2180">
                  <c:v>8.4683889587187987E-5</c:v>
                </c:pt>
                <c:pt idx="2181">
                  <c:v>8.4055910502598563E-5</c:v>
                </c:pt>
                <c:pt idx="2182">
                  <c:v>8.3424972822694504E-5</c:v>
                </c:pt>
                <c:pt idx="2183">
                  <c:v>8.2791103256685443E-5</c:v>
                </c:pt>
                <c:pt idx="2184">
                  <c:v>8.2154328579702116E-5</c:v>
                </c:pt>
                <c:pt idx="2185">
                  <c:v>8.1514675631561161E-5</c:v>
                </c:pt>
                <c:pt idx="2186">
                  <c:v>8.0872171315535821E-5</c:v>
                </c:pt>
                <c:pt idx="2187">
                  <c:v>8.02268425971328E-5</c:v>
                </c:pt>
                <c:pt idx="2188">
                  <c:v>7.9578716502875615E-5</c:v>
                </c:pt>
                <c:pt idx="2189">
                  <c:v>7.8927820119094596E-5</c:v>
                </c:pt>
                <c:pt idx="2190">
                  <c:v>7.8274180590723585E-5</c:v>
                </c:pt>
                <c:pt idx="2191">
                  <c:v>7.7617825120103223E-5</c:v>
                </c:pt>
                <c:pt idx="2192">
                  <c:v>7.6958780965790454E-5</c:v>
                </c:pt>
                <c:pt idx="2193">
                  <c:v>7.6297075441374208E-5</c:v>
                </c:pt>
                <c:pt idx="2194">
                  <c:v>7.5632735914297095E-5</c:v>
                </c:pt>
                <c:pt idx="2195">
                  <c:v>7.4965789804683322E-5</c:v>
                </c:pt>
                <c:pt idx="2196">
                  <c:v>7.4296264584172586E-5</c:v>
                </c:pt>
                <c:pt idx="2197">
                  <c:v>7.3624187774759702E-5</c:v>
                </c:pt>
                <c:pt idx="2198">
                  <c:v>7.2949586947640226E-5</c:v>
                </c:pt>
                <c:pt idx="2199">
                  <c:v>7.2272489722062126E-5</c:v>
                </c:pt>
                <c:pt idx="2200">
                  <c:v>7.159292376418315E-5</c:v>
                </c:pt>
                <c:pt idx="2201">
                  <c:v>7.0910916785933597E-5</c:v>
                </c:pt>
                <c:pt idx="2202">
                  <c:v>7.022649654388476E-5</c:v>
                </c:pt>
                <c:pt idx="2203">
                  <c:v>6.953969083812332E-5</c:v>
                </c:pt>
                <c:pt idx="2204">
                  <c:v>6.8850527511132005E-5</c:v>
                </c:pt>
                <c:pt idx="2205">
                  <c:v>6.8159034446676762E-5</c:v>
                </c:pt>
                <c:pt idx="2206">
                  <c:v>6.7465239568700522E-5</c:v>
                </c:pt>
                <c:pt idx="2207">
                  <c:v>6.6769170840223055E-5</c:v>
                </c:pt>
                <c:pt idx="2208">
                  <c:v>6.607085626224711E-5</c:v>
                </c:pt>
                <c:pt idx="2209">
                  <c:v>6.5370323872670821E-5</c:v>
                </c:pt>
                <c:pt idx="2210">
                  <c:v>6.4667601745206489E-5</c:v>
                </c:pt>
                <c:pt idx="2211">
                  <c:v>6.3962717988305917E-5</c:v>
                </c:pt>
                <c:pt idx="2212">
                  <c:v>6.3255700744092042E-5</c:v>
                </c:pt>
                <c:pt idx="2213">
                  <c:v>6.2546578187296849E-5</c:v>
                </c:pt>
                <c:pt idx="2214">
                  <c:v>6.1835378524205327E-5</c:v>
                </c:pt>
                <c:pt idx="2215">
                  <c:v>6.1122129991605657E-5</c:v>
                </c:pt>
                <c:pt idx="2216">
                  <c:v>6.0406860855745782E-5</c:v>
                </c:pt>
                <c:pt idx="2217">
                  <c:v>5.9689599411296447E-5</c:v>
                </c:pt>
                <c:pt idx="2218">
                  <c:v>5.8970373980320757E-5</c:v>
                </c:pt>
                <c:pt idx="2219">
                  <c:v>5.8249212911250748E-5</c:v>
                </c:pt>
                <c:pt idx="2220">
                  <c:v>5.7526144577871008E-5</c:v>
                </c:pt>
                <c:pt idx="2221">
                  <c:v>5.6801197378308847E-5</c:v>
                </c:pt>
                <c:pt idx="2222">
                  <c:v>5.6074399734031322E-5</c:v>
                </c:pt>
                <c:pt idx="2223">
                  <c:v>5.5345780088848708E-5</c:v>
                </c:pt>
                <c:pt idx="2224">
                  <c:v>5.4615366907925061E-5</c:v>
                </c:pt>
                <c:pt idx="2225">
                  <c:v>5.3883188676795832E-5</c:v>
                </c:pt>
                <c:pt idx="2226">
                  <c:v>5.3149273900392698E-5</c:v>
                </c:pt>
                <c:pt idx="2227">
                  <c:v>5.2413651102075543E-5</c:v>
                </c:pt>
                <c:pt idx="2228">
                  <c:v>5.1676348822671429E-5</c:v>
                </c:pt>
                <c:pt idx="2229">
                  <c:v>5.0937395619520207E-5</c:v>
                </c:pt>
                <c:pt idx="2230">
                  <c:v>5.0196820065526213E-5</c:v>
                </c:pt>
                <c:pt idx="2231">
                  <c:v>4.9454650748215938E-5</c:v>
                </c:pt>
                <c:pt idx="2232">
                  <c:v>4.8710916268801832E-5</c:v>
                </c:pt>
                <c:pt idx="2233">
                  <c:v>4.7965645241252239E-5</c:v>
                </c:pt>
                <c:pt idx="2234">
                  <c:v>4.7218866291368109E-5</c:v>
                </c:pt>
                <c:pt idx="2235">
                  <c:v>4.6470608055866692E-5</c:v>
                </c:pt>
                <c:pt idx="2236">
                  <c:v>4.5720899181472088E-5</c:v>
                </c:pt>
                <c:pt idx="2237">
                  <c:v>4.4969768324012698E-5</c:v>
                </c:pt>
                <c:pt idx="2238">
                  <c:v>4.4217244147524999E-5</c:v>
                </c:pt>
                <c:pt idx="2239">
                  <c:v>4.3463355323363777E-5</c:v>
                </c:pt>
                <c:pt idx="2240">
                  <c:v>4.2708130529318452E-5</c:v>
                </c:pt>
                <c:pt idx="2241">
                  <c:v>4.1951598448735282E-5</c:v>
                </c:pt>
                <c:pt idx="2242">
                  <c:v>4.1193787769645737E-5</c:v>
                </c:pt>
                <c:pt idx="2243">
                  <c:v>4.0434727183901107E-5</c:v>
                </c:pt>
                <c:pt idx="2244">
                  <c:v>3.9674445386313381E-5</c:v>
                </c:pt>
                <c:pt idx="2245">
                  <c:v>3.8912971073802359E-5</c:v>
                </c:pt>
                <c:pt idx="2246">
                  <c:v>3.815033294454891E-5</c:v>
                </c:pt>
                <c:pt idx="2247">
                  <c:v>3.7386559697154343E-5</c:v>
                </c:pt>
                <c:pt idx="2248">
                  <c:v>3.6621680029805823E-5</c:v>
                </c:pt>
                <c:pt idx="2249">
                  <c:v>3.585572263944772E-5</c:v>
                </c:pt>
                <c:pt idx="2250">
                  <c:v>3.5088716220958687E-5</c:v>
                </c:pt>
                <c:pt idx="2251">
                  <c:v>3.4320689466334458E-5</c:v>
                </c:pt>
                <c:pt idx="2252">
                  <c:v>3.3551671063876787E-5</c:v>
                </c:pt>
                <c:pt idx="2253">
                  <c:v>3.2781689697388532E-5</c:v>
                </c:pt>
                <c:pt idx="2254">
                  <c:v>3.2010774045375132E-5</c:v>
                </c:pt>
                <c:pt idx="2255">
                  <c:v>3.1238952780252367E-5</c:v>
                </c:pt>
                <c:pt idx="2256">
                  <c:v>3.0466254567559411E-5</c:v>
                </c:pt>
                <c:pt idx="2257">
                  <c:v>2.9692708065177301E-5</c:v>
                </c:pt>
                <c:pt idx="2258">
                  <c:v>2.8918341922552659E-5</c:v>
                </c:pt>
                <c:pt idx="2259">
                  <c:v>2.814318477992696E-5</c:v>
                </c:pt>
                <c:pt idx="2260">
                  <c:v>2.73672652675713E-5</c:v>
                </c:pt>
                <c:pt idx="2261">
                  <c:v>2.65906120050266E-5</c:v>
                </c:pt>
                <c:pt idx="2262">
                  <c:v>2.5813253600349222E-5</c:v>
                </c:pt>
                <c:pt idx="2263">
                  <c:v>2.5035218649362189E-5</c:v>
                </c:pt>
                <c:pt idx="2264">
                  <c:v>2.4256535734911762E-5</c:v>
                </c:pt>
                <c:pt idx="2265">
                  <c:v>2.3477233426129262E-5</c:v>
                </c:pt>
                <c:pt idx="2266">
                  <c:v>2.269734027769821E-5</c:v>
                </c:pt>
                <c:pt idx="2267">
                  <c:v>2.191688482912687E-5</c:v>
                </c:pt>
                <c:pt idx="2268">
                  <c:v>2.1135895604025979E-5</c:v>
                </c:pt>
                <c:pt idx="2269">
                  <c:v>2.035440110939181E-5</c:v>
                </c:pt>
                <c:pt idx="2270">
                  <c:v>1.9572429834894181E-5</c:v>
                </c:pt>
                <c:pt idx="2271">
                  <c:v>1.8790010252169551E-5</c:v>
                </c:pt>
                <c:pt idx="2272">
                  <c:v>1.8007170814118769E-5</c:v>
                </c:pt>
                <c:pt idx="2273">
                  <c:v>1.722393995420973E-5</c:v>
                </c:pt>
                <c:pt idx="2274">
                  <c:v>1.6440346085784981E-5</c:v>
                </c:pt>
                <c:pt idx="2275">
                  <c:v>1.56564176013744E-5</c:v>
                </c:pt>
                <c:pt idx="2276">
                  <c:v>1.4872182872012879E-5</c:v>
                </c:pt>
                <c:pt idx="2277">
                  <c:v>1.408767024656289E-5</c:v>
                </c:pt>
                <c:pt idx="2278">
                  <c:v>1.330290805104119E-5</c:v>
                </c:pt>
                <c:pt idx="2279">
                  <c:v>1.251792458794968E-5</c:v>
                </c:pt>
                <c:pt idx="2280">
                  <c:v>1.17327481356102E-5</c:v>
                </c:pt>
                <c:pt idx="2281">
                  <c:v>1.094740694750346E-5</c:v>
                </c:pt>
                <c:pt idx="2282">
                  <c:v>1.016192925161228E-5</c:v>
                </c:pt>
                <c:pt idx="2283">
                  <c:v>9.3763432497694278E-6</c:v>
                </c:pt>
                <c:pt idx="2284">
                  <c:v>8.5906771170102284E-6</c:v>
                </c:pt>
                <c:pt idx="2285">
                  <c:v>7.8049590009298662E-6</c:v>
                </c:pt>
                <c:pt idx="2286">
                  <c:v>7.0192170210455554E-6</c:v>
                </c:pt>
                <c:pt idx="2287">
                  <c:v>6.2334792681633862E-6</c:v>
                </c:pt>
                <c:pt idx="2288">
                  <c:v>5.447773803749529E-6</c:v>
                </c:pt>
                <c:pt idx="2289">
                  <c:v>4.6621286593053288E-6</c:v>
                </c:pt>
                <c:pt idx="2290">
                  <c:v>3.8765718357458488E-6</c:v>
                </c:pt>
                <c:pt idx="2291">
                  <c:v>3.0911313027815571E-6</c:v>
                </c:pt>
                <c:pt idx="2292">
                  <c:v>2.3058349983030528E-6</c:v>
                </c:pt>
                <c:pt idx="2293">
                  <c:v>1.5207108277690429E-6</c:v>
                </c:pt>
                <c:pt idx="2294">
                  <c:v>7.3578666359797288E-7</c:v>
                </c:pt>
                <c:pt idx="2295">
                  <c:v>-4.8909655436273602E-8</c:v>
                </c:pt>
                <c:pt idx="2296">
                  <c:v>-8.3335032480451586E-7</c:v>
                </c:pt>
                <c:pt idx="2297">
                  <c:v>-1.6175075748184679E-6</c:v>
                </c:pt>
                <c:pt idx="2298">
                  <c:v>-2.4013536712233128E-6</c:v>
                </c:pt>
                <c:pt idx="2299">
                  <c:v>-3.1848609157868601E-6</c:v>
                </c:pt>
                <c:pt idx="2300">
                  <c:v>-3.968001646885231E-6</c:v>
                </c:pt>
                <c:pt idx="2301">
                  <c:v>-4.7507482400848733E-6</c:v>
                </c:pt>
                <c:pt idx="2302">
                  <c:v>-5.5330731087207504E-6</c:v>
                </c:pt>
                <c:pt idx="2303">
                  <c:v>-6.3149487044707021E-6</c:v>
                </c:pt>
                <c:pt idx="2304">
                  <c:v>-7.0963475179260074E-6</c:v>
                </c:pt>
                <c:pt idx="2305">
                  <c:v>-7.8772420791581068E-6</c:v>
                </c:pt>
                <c:pt idx="2306">
                  <c:v>-8.6576049582815693E-6</c:v>
                </c:pt>
                <c:pt idx="2307">
                  <c:v>-9.4374087660136045E-6</c:v>
                </c:pt>
                <c:pt idx="2308">
                  <c:v>-1.021662615423043E-5</c:v>
                </c:pt>
                <c:pt idx="2309">
                  <c:v>-1.0995229816520569E-5</c:v>
                </c:pt>
                <c:pt idx="2310">
                  <c:v>-1.177319248873475E-5</c:v>
                </c:pt>
                <c:pt idx="2311">
                  <c:v>-1.2550486949532211E-5</c:v>
                </c:pt>
                <c:pt idx="2312">
                  <c:v>-1.3327086020923599E-5</c:v>
                </c:pt>
                <c:pt idx="2313">
                  <c:v>-1.4102962568810679E-5</c:v>
                </c:pt>
                <c:pt idx="2314">
                  <c:v>-1.487808950352339E-5</c:v>
                </c:pt>
                <c:pt idx="2315">
                  <c:v>-1.565243978035409E-5</c:v>
                </c:pt>
                <c:pt idx="2316">
                  <c:v>-1.6425986400089219E-5</c:v>
                </c:pt>
                <c:pt idx="2317">
                  <c:v>-1.7198702409538479E-5</c:v>
                </c:pt>
                <c:pt idx="2318">
                  <c:v>-1.7970560902061711E-5</c:v>
                </c:pt>
                <c:pt idx="2319">
                  <c:v>-1.8741535018093331E-5</c:v>
                </c:pt>
                <c:pt idx="2320">
                  <c:v>-1.9511597945664381E-5</c:v>
                </c:pt>
                <c:pt idx="2321">
                  <c:v>-2.028072292092218E-5</c:v>
                </c:pt>
                <c:pt idx="2322">
                  <c:v>-2.1048883228648119E-5</c:v>
                </c:pt>
                <c:pt idx="2323">
                  <c:v>-2.1816052202773739E-5</c:v>
                </c:pt>
                <c:pt idx="2324">
                  <c:v>-2.2582203226895011E-5</c:v>
                </c:pt>
                <c:pt idx="2325">
                  <c:v>-2.3347309734784369E-5</c:v>
                </c:pt>
                <c:pt idx="2326">
                  <c:v>-2.4111345210900301E-5</c:v>
                </c:pt>
                <c:pt idx="2327">
                  <c:v>-2.487428319089442E-5</c:v>
                </c:pt>
                <c:pt idx="2328">
                  <c:v>-2.563609726211655E-5</c:v>
                </c:pt>
                <c:pt idx="2329">
                  <c:v>-2.6396761064118169E-5</c:v>
                </c:pt>
                <c:pt idx="2330">
                  <c:v>-2.7156248289154179E-5</c:v>
                </c:pt>
                <c:pt idx="2331">
                  <c:v>-2.791453268268293E-5</c:v>
                </c:pt>
                <c:pt idx="2332">
                  <c:v>-2.867158804386465E-5</c:v>
                </c:pt>
                <c:pt idx="2333">
                  <c:v>-2.942738822605849E-5</c:v>
                </c:pt>
                <c:pt idx="2334">
                  <c:v>-3.0181907137318141E-5</c:v>
                </c:pt>
                <c:pt idx="2335">
                  <c:v>-3.0935118740885832E-5</c:v>
                </c:pt>
                <c:pt idx="2336">
                  <c:v>-3.1686997055684612E-5</c:v>
                </c:pt>
                <c:pt idx="2337">
                  <c:v>-3.2437516156809163E-5</c:v>
                </c:pt>
                <c:pt idx="2338">
                  <c:v>-3.3186650176015542E-5</c:v>
                </c:pt>
                <c:pt idx="2339">
                  <c:v>-3.3934373302209651E-5</c:v>
                </c:pt>
                <c:pt idx="2340">
                  <c:v>-3.4680659781934538E-5</c:v>
                </c:pt>
                <c:pt idx="2341">
                  <c:v>-3.5425483919856139E-5</c:v>
                </c:pt>
                <c:pt idx="2342">
                  <c:v>-3.6168820079247908E-5</c:v>
                </c:pt>
                <c:pt idx="2343">
                  <c:v>-3.691064268247447E-5</c:v>
                </c:pt>
                <c:pt idx="2344">
                  <c:v>-3.7650926211474583E-5</c:v>
                </c:pt>
                <c:pt idx="2345">
                  <c:v>-3.8389645208243293E-5</c:v>
                </c:pt>
                <c:pt idx="2346">
                  <c:v>-3.912677427531356E-5</c:v>
                </c:pt>
                <c:pt idx="2347">
                  <c:v>-3.9862288076237302E-5</c:v>
                </c:pt>
                <c:pt idx="2348">
                  <c:v>-4.0596161336065657E-5</c:v>
                </c:pt>
                <c:pt idx="2349">
                  <c:v>-4.1328368841828541E-5</c:v>
                </c:pt>
                <c:pt idx="2350">
                  <c:v>-4.2058885443013279E-5</c:v>
                </c:pt>
                <c:pt idx="2351">
                  <c:v>-4.2787686052042943E-5</c:v>
                </c:pt>
                <c:pt idx="2352">
                  <c:v>-4.35147456447544E-5</c:v>
                </c:pt>
                <c:pt idx="2353">
                  <c:v>-4.4240039260876407E-5</c:v>
                </c:pt>
                <c:pt idx="2354">
                  <c:v>-4.4963542004507732E-5</c:v>
                </c:pt>
                <c:pt idx="2355">
                  <c:v>-4.5685229044595492E-5</c:v>
                </c:pt>
                <c:pt idx="2356">
                  <c:v>-4.6405075615413928E-5</c:v>
                </c:pt>
                <c:pt idx="2357">
                  <c:v>-4.7123057017043467E-5</c:v>
                </c:pt>
                <c:pt idx="2358">
                  <c:v>-4.7839148615850279E-5</c:v>
                </c:pt>
                <c:pt idx="2359">
                  <c:v>-4.8553325844966027E-5</c:v>
                </c:pt>
                <c:pt idx="2360">
                  <c:v>-4.9265564204768182E-5</c:v>
                </c:pt>
                <c:pt idx="2361">
                  <c:v>-4.997583926336045E-5</c:v>
                </c:pt>
                <c:pt idx="2362">
                  <c:v>-5.0684126657053617E-5</c:v>
                </c:pt>
                <c:pt idx="2363">
                  <c:v>-5.1390402090846561E-5</c:v>
                </c:pt>
                <c:pt idx="2364">
                  <c:v>-5.2094641338907477E-5</c:v>
                </c:pt>
                <c:pt idx="2365">
                  <c:v>-5.2796820245055817E-5</c:v>
                </c:pt>
                <c:pt idx="2366">
                  <c:v>-5.3496914723245009E-5</c:v>
                </c:pt>
                <c:pt idx="2367">
                  <c:v>-5.4194900758046097E-5</c:v>
                </c:pt>
                <c:pt idx="2368">
                  <c:v>-5.4890754405132451E-5</c:v>
                </c:pt>
                <c:pt idx="2369">
                  <c:v>-5.5584451791765147E-5</c:v>
                </c:pt>
                <c:pt idx="2370">
                  <c:v>-5.6275969117279311E-5</c:v>
                </c:pt>
                <c:pt idx="2371">
                  <c:v>-5.6965282653570648E-5</c:v>
                </c:pt>
                <c:pt idx="2372">
                  <c:v>-5.7652368745582547E-5</c:v>
                </c:pt>
                <c:pt idx="2373">
                  <c:v>-5.8337203811793357E-5</c:v>
                </c:pt>
                <c:pt idx="2374">
                  <c:v>-5.901976434470441E-5</c:v>
                </c:pt>
                <c:pt idx="2375">
                  <c:v>-5.9700026911329028E-5</c:v>
                </c:pt>
                <c:pt idx="2376">
                  <c:v>-6.0377968153682998E-5</c:v>
                </c:pt>
                <c:pt idx="2377">
                  <c:v>-6.1053564789275759E-5</c:v>
                </c:pt>
                <c:pt idx="2378">
                  <c:v>-6.1726793611601902E-5</c:v>
                </c:pt>
                <c:pt idx="2379">
                  <c:v>-6.2397631490632822E-5</c:v>
                </c:pt>
                <c:pt idx="2380">
                  <c:v>-6.3066055373308202E-5</c:v>
                </c:pt>
                <c:pt idx="2381">
                  <c:v>-6.3732042284027888E-5</c:v>
                </c:pt>
                <c:pt idx="2382">
                  <c:v>-6.4395569325144397E-5</c:v>
                </c:pt>
                <c:pt idx="2383">
                  <c:v>-6.5056613677456137E-5</c:v>
                </c:pt>
                <c:pt idx="2384">
                  <c:v>-6.5715152600701285E-5</c:v>
                </c:pt>
                <c:pt idx="2385">
                  <c:v>-6.6371163434052362E-5</c:v>
                </c:pt>
                <c:pt idx="2386">
                  <c:v>-6.7024623596611307E-5</c:v>
                </c:pt>
                <c:pt idx="2387">
                  <c:v>-6.7675510587904562E-5</c:v>
                </c:pt>
                <c:pt idx="2388">
                  <c:v>-6.8323801988378474E-5</c:v>
                </c:pt>
                <c:pt idx="2389">
                  <c:v>-6.8969475459895152E-5</c:v>
                </c:pt>
                <c:pt idx="2390">
                  <c:v>-6.9612508746229088E-5</c:v>
                </c:pt>
                <c:pt idx="2391">
                  <c:v>-7.0252879673564315E-5</c:v>
                </c:pt>
                <c:pt idx="2392">
                  <c:v>-7.0890566150991669E-5</c:v>
                </c:pt>
                <c:pt idx="2393">
                  <c:v>-7.1525546171006293E-5</c:v>
                </c:pt>
                <c:pt idx="2394">
                  <c:v>-7.2157797810005296E-5</c:v>
                </c:pt>
                <c:pt idx="2395">
                  <c:v>-7.2787299228786043E-5</c:v>
                </c:pt>
                <c:pt idx="2396">
                  <c:v>-7.3414028673045247E-5</c:v>
                </c:pt>
                <c:pt idx="2397">
                  <c:v>-7.4037964473879094E-5</c:v>
                </c:pt>
                <c:pt idx="2398">
                  <c:v>-7.4659085048284405E-5</c:v>
                </c:pt>
                <c:pt idx="2399">
                  <c:v>-7.5277368899660633E-5</c:v>
                </c:pt>
                <c:pt idx="2400">
                  <c:v>-7.5892794618312459E-5</c:v>
                </c:pt>
                <c:pt idx="2401">
                  <c:v>-7.6505340881952846E-5</c:v>
                </c:pt>
                <c:pt idx="2402">
                  <c:v>-7.7114986456206563E-5</c:v>
                </c:pt>
                <c:pt idx="2403">
                  <c:v>-7.7721710195113855E-5</c:v>
                </c:pt>
                <c:pt idx="2404">
                  <c:v>-7.8325491041634051E-5</c:v>
                </c:pt>
                <c:pt idx="2405">
                  <c:v>-7.8926308028148679E-5</c:v>
                </c:pt>
                <c:pt idx="2406">
                  <c:v>-7.9524140276964137E-5</c:v>
                </c:pt>
                <c:pt idx="2407">
                  <c:v>-8.0118967000813714E-5</c:v>
                </c:pt>
                <c:pt idx="2408">
                  <c:v>-8.0710767503358697E-5</c:v>
                </c:pt>
                <c:pt idx="2409">
                  <c:v>-8.1299521179688594E-5</c:v>
                </c:pt>
                <c:pt idx="2410">
                  <c:v>-8.1885207516821089E-5</c:v>
                </c:pt>
                <c:pt idx="2411">
                  <c:v>-8.246780609420203E-5</c:v>
                </c:pt>
                <c:pt idx="2412">
                  <c:v>-8.304729658420543E-5</c:v>
                </c:pt>
                <c:pt idx="2413">
                  <c:v>-8.3623658752633506E-5</c:v>
                </c:pt>
                <c:pt idx="2414">
                  <c:v>-8.4196872459216978E-5</c:v>
                </c:pt>
                <c:pt idx="2415">
                  <c:v>-8.4766917658115804E-5</c:v>
                </c:pt>
                <c:pt idx="2416">
                  <c:v>-8.5333774398420529E-5</c:v>
                </c:pt>
                <c:pt idx="2417">
                  <c:v>-8.5897422824654095E-5</c:v>
                </c:pt>
                <c:pt idx="2418">
                  <c:v>-8.6457843177273759E-5</c:v>
                </c:pt>
                <c:pt idx="2419">
                  <c:v>-8.7015015793172698E-5</c:v>
                </c:pt>
                <c:pt idx="2420">
                  <c:v>-8.7568921106180979E-5</c:v>
                </c:pt>
                <c:pt idx="2421">
                  <c:v>-8.8119539647566408E-5</c:v>
                </c:pt>
                <c:pt idx="2422">
                  <c:v>-8.8666852046535304E-5</c:v>
                </c:pt>
                <c:pt idx="2423">
                  <c:v>-8.9210839030733516E-5</c:v>
                </c:pt>
                <c:pt idx="2424">
                  <c:v>-8.9751481426747739E-5</c:v>
                </c:pt>
                <c:pt idx="2425">
                  <c:v>-9.0288760160606824E-5</c:v>
                </c:pt>
                <c:pt idx="2426">
                  <c:v>-9.0822656258282883E-5</c:v>
                </c:pt>
                <c:pt idx="2427">
                  <c:v>-9.1353150846191933E-5</c:v>
                </c:pt>
                <c:pt idx="2428">
                  <c:v>-9.1880225151693901E-5</c:v>
                </c:pt>
                <c:pt idx="2429">
                  <c:v>-9.2403860503591792E-5</c:v>
                </c:pt>
                <c:pt idx="2430">
                  <c:v>-9.2924038332630574E-5</c:v>
                </c:pt>
                <c:pt idx="2431">
                  <c:v>-9.3440740171995919E-5</c:v>
                </c:pt>
                <c:pt idx="2432">
                  <c:v>-9.3953947657812804E-5</c:v>
                </c:pt>
                <c:pt idx="2433">
                  <c:v>-9.4463642529644325E-5</c:v>
                </c:pt>
                <c:pt idx="2434">
                  <c:v>-9.4969806630991173E-5</c:v>
                </c:pt>
                <c:pt idx="2435">
                  <c:v>-9.5472421909791687E-5</c:v>
                </c:pt>
                <c:pt idx="2436">
                  <c:v>-9.5971470418921759E-5</c:v>
                </c:pt>
                <c:pt idx="2437">
                  <c:v>-9.64669343166944E-5</c:v>
                </c:pt>
                <c:pt idx="2438">
                  <c:v>-9.6958795867358564E-5</c:v>
                </c:pt>
                <c:pt idx="2439">
                  <c:v>-9.7447037441596973E-5</c:v>
                </c:pt>
                <c:pt idx="2440">
                  <c:v>-9.7931641517022888E-5</c:v>
                </c:pt>
                <c:pt idx="2441">
                  <c:v>-9.8412590678675682E-5</c:v>
                </c:pt>
                <c:pt idx="2442">
                  <c:v>-9.8889867619515384E-5</c:v>
                </c:pt>
                <c:pt idx="2443">
                  <c:v>-9.9363455140915913E-5</c:v>
                </c:pt>
                <c:pt idx="2444">
                  <c:v>-9.9833336153157398E-5</c:v>
                </c:pt>
                <c:pt idx="2445">
                  <c:v>-1.002994936759177E-4</c:v>
                </c:pt>
                <c:pt idx="2446">
                  <c:v>-1.007619108387635E-4</c:v>
                </c:pt>
                <c:pt idx="2447">
                  <c:v>-1.012205708816407E-4</c:v>
                </c:pt>
                <c:pt idx="2448">
                  <c:v>-1.016754571553655E-4</c:v>
                </c:pt>
                <c:pt idx="2449">
                  <c:v>-1.021265531221147E-4</c:v>
                </c:pt>
                <c:pt idx="2450">
                  <c:v>-1.025738423559176E-4</c:v>
                </c:pt>
                <c:pt idx="2451">
                  <c:v>-1.03017308543146E-4</c:v>
                </c:pt>
                <c:pt idx="2452">
                  <c:v>-1.034569354830053E-4</c:v>
                </c:pt>
                <c:pt idx="2453">
                  <c:v>-1.038927070880248E-4</c:v>
                </c:pt>
                <c:pt idx="2454">
                  <c:v>-1.0432460738454811E-4</c:v>
                </c:pt>
                <c:pt idx="2455">
                  <c:v>-1.047526205132231E-4</c:v>
                </c:pt>
                <c:pt idx="2456">
                  <c:v>-1.051767307294917E-4</c:v>
                </c:pt>
                <c:pt idx="2457">
                  <c:v>-1.0559692240407871E-4</c:v>
                </c:pt>
                <c:pt idx="2458">
                  <c:v>-1.060131800234802E-4</c:v>
                </c:pt>
                <c:pt idx="2459">
                  <c:v>-1.064254881904517E-4</c:v>
                </c:pt>
                <c:pt idx="2460">
                  <c:v>-1.068338316244956E-4</c:v>
                </c:pt>
                <c:pt idx="2461">
                  <c:v>-1.072381951623482E-4</c:v>
                </c:pt>
                <c:pt idx="2462">
                  <c:v>-1.076385637584675E-4</c:v>
                </c:pt>
                <c:pt idx="2463">
                  <c:v>-1.0803492248552E-4</c:v>
                </c:pt>
                <c:pt idx="2464">
                  <c:v>-1.084272565348698E-4</c:v>
                </c:pt>
                <c:pt idx="2465">
                  <c:v>-1.088155512170677E-4</c:v>
                </c:pt>
                <c:pt idx="2466">
                  <c:v>-1.091997919623407E-4</c:v>
                </c:pt>
                <c:pt idx="2467">
                  <c:v>-1.0957996432108191E-4</c:v>
                </c:pt>
                <c:pt idx="2468">
                  <c:v>-1.099560539643383E-4</c:v>
                </c:pt>
                <c:pt idx="2469">
                  <c:v>-1.103280466842986E-4</c:v>
                </c:pt>
                <c:pt idx="2470">
                  <c:v>-1.106959283947792E-4</c:v>
                </c:pt>
                <c:pt idx="2471">
                  <c:v>-1.110596851317113E-4</c:v>
                </c:pt>
                <c:pt idx="2472">
                  <c:v>-1.114193030536285E-4</c:v>
                </c:pt>
                <c:pt idx="2473">
                  <c:v>-1.1177476844215421E-4</c:v>
                </c:pt>
                <c:pt idx="2474">
                  <c:v>-1.121260677024902E-4</c:v>
                </c:pt>
                <c:pt idx="2475">
                  <c:v>-1.124731873639049E-4</c:v>
                </c:pt>
                <c:pt idx="2476">
                  <c:v>-1.1281611408022249E-4</c:v>
                </c:pt>
                <c:pt idx="2477">
                  <c:v>-1.1315483463031191E-4</c:v>
                </c:pt>
                <c:pt idx="2478">
                  <c:v>-1.134893359185766E-4</c:v>
                </c:pt>
                <c:pt idx="2479">
                  <c:v>-1.1381960497544411E-4</c:v>
                </c:pt>
                <c:pt idx="2480">
                  <c:v>-1.1414562895785531E-4</c:v>
                </c:pt>
                <c:pt idx="2481">
                  <c:v>-1.144673951497545E-4</c:v>
                </c:pt>
                <c:pt idx="2482">
                  <c:v>-1.1478489096257811E-4</c:v>
                </c:pt>
                <c:pt idx="2483">
                  <c:v>-1.150981039357442E-4</c:v>
                </c:pt>
                <c:pt idx="2484">
                  <c:v>-1.154070217371419E-4</c:v>
                </c:pt>
                <c:pt idx="2485">
                  <c:v>-1.157116321636198E-4</c:v>
                </c:pt>
                <c:pt idx="2486">
                  <c:v>-1.160119231414762E-4</c:v>
                </c:pt>
                <c:pt idx="2487">
                  <c:v>-1.1630788272694731E-4</c:v>
                </c:pt>
                <c:pt idx="2488">
                  <c:v>-1.165994991066961E-4</c:v>
                </c:pt>
                <c:pt idx="2489">
                  <c:v>-1.168867605983004E-4</c:v>
                </c:pt>
                <c:pt idx="2490">
                  <c:v>-1.1716965565074071E-4</c:v>
                </c:pt>
                <c:pt idx="2491">
                  <c:v>-1.17448172844888E-4</c:v>
                </c:pt>
                <c:pt idx="2492">
                  <c:v>-1.1772230089399149E-4</c:v>
                </c:pt>
                <c:pt idx="2493">
                  <c:v>-1.179920286441677E-4</c:v>
                </c:pt>
                <c:pt idx="2494">
                  <c:v>-1.1825734507488801E-4</c:v>
                </c:pt>
                <c:pt idx="2495">
                  <c:v>-1.18518239299466E-4</c:v>
                </c:pt>
                <c:pt idx="2496">
                  <c:v>-1.187747005655452E-4</c:v>
                </c:pt>
                <c:pt idx="2497">
                  <c:v>-1.190267182555855E-4</c:v>
                </c:pt>
                <c:pt idx="2498">
                  <c:v>-1.1927428188735049E-4</c:v>
                </c:pt>
                <c:pt idx="2499">
                  <c:v>-1.195173811143952E-4</c:v>
                </c:pt>
              </c:numCache>
            </c:numRef>
          </c:xVal>
          <c:yVal>
            <c:numRef>
              <c:f>ref0p35_90min_v6_f1!$C$2:$C$2501</c:f>
              <c:numCache>
                <c:formatCode>General</c:formatCode>
                <c:ptCount val="2500"/>
                <c:pt idx="0">
                  <c:v>2.374530390298041E-3</c:v>
                </c:pt>
                <c:pt idx="1">
                  <c:v>2.3686262323493429E-3</c:v>
                </c:pt>
                <c:pt idx="2">
                  <c:v>2.3626254298851779E-3</c:v>
                </c:pt>
                <c:pt idx="3">
                  <c:v>2.3565282638296921E-3</c:v>
                </c:pt>
                <c:pt idx="4">
                  <c:v>2.350335019428944E-3</c:v>
                </c:pt>
                <c:pt idx="5">
                  <c:v>2.3440459862333102E-3</c:v>
                </c:pt>
                <c:pt idx="6">
                  <c:v>2.3376614580796389E-3</c:v>
                </c:pt>
                <c:pt idx="7">
                  <c:v>2.3311817330731511E-3</c:v>
                </c:pt>
                <c:pt idx="8">
                  <c:v>2.3246071135690741E-3</c:v>
                </c:pt>
                <c:pt idx="9">
                  <c:v>2.3179379061540402E-3</c:v>
                </c:pt>
                <c:pt idx="10">
                  <c:v>2.3111744216272319E-3</c:v>
                </c:pt>
                <c:pt idx="11">
                  <c:v>2.3043169749812822E-3</c:v>
                </c:pt>
                <c:pt idx="12">
                  <c:v>2.2973658853829332E-3</c:v>
                </c:pt>
                <c:pt idx="13">
                  <c:v>2.2903214761534649E-3</c:v>
                </c:pt>
                <c:pt idx="14">
                  <c:v>2.2831840747488878E-3</c:v>
                </c:pt>
                <c:pt idx="15">
                  <c:v>2.2759540127399E-3</c:v>
                </c:pt>
                <c:pt idx="16">
                  <c:v>2.26863162579162E-3</c:v>
                </c:pt>
                <c:pt idx="17">
                  <c:v>2.261217253643099E-3</c:v>
                </c:pt>
                <c:pt idx="18">
                  <c:v>2.253711240086585E-3</c:v>
                </c:pt>
                <c:pt idx="19">
                  <c:v>2.2461139329465899E-3</c:v>
                </c:pt>
                <c:pt idx="20">
                  <c:v>2.2384256840587121E-3</c:v>
                </c:pt>
                <c:pt idx="21">
                  <c:v>2.230646849248244E-3</c:v>
                </c:pt>
                <c:pt idx="22">
                  <c:v>2.2227777883085651E-3</c:v>
                </c:pt>
                <c:pt idx="23">
                  <c:v>2.214818864979296E-3</c:v>
                </c:pt>
                <c:pt idx="24">
                  <c:v>2.2067704469242539E-3</c:v>
                </c:pt>
                <c:pt idx="25">
                  <c:v>2.1986329057091612E-3</c:v>
                </c:pt>
                <c:pt idx="26">
                  <c:v>2.190406616779157E-3</c:v>
                </c:pt>
                <c:pt idx="27">
                  <c:v>2.1820919594360911E-3</c:v>
                </c:pt>
                <c:pt idx="28">
                  <c:v>2.1736893168155988E-3</c:v>
                </c:pt>
                <c:pt idx="29">
                  <c:v>2.165199075863974E-3</c:v>
                </c:pt>
                <c:pt idx="30">
                  <c:v>2.1566216273148399E-3</c:v>
                </c:pt>
                <c:pt idx="31">
                  <c:v>2.1479573656656122E-3</c:v>
                </c:pt>
                <c:pt idx="32">
                  <c:v>2.1392066891537599E-3</c:v>
                </c:pt>
                <c:pt idx="33">
                  <c:v>2.130369999732872E-3</c:v>
                </c:pt>
                <c:pt idx="34">
                  <c:v>2.1214477030485159E-3</c:v>
                </c:pt>
                <c:pt idx="35">
                  <c:v>2.1124402084139069E-3</c:v>
                </c:pt>
                <c:pt idx="36">
                  <c:v>2.10334792878537E-3</c:v>
                </c:pt>
                <c:pt idx="37">
                  <c:v>2.0941712807376199E-3</c:v>
                </c:pt>
                <c:pt idx="38">
                  <c:v>2.0849106844388421E-3</c:v>
                </c:pt>
                <c:pt idx="39">
                  <c:v>2.0755665636255868E-3</c:v>
                </c:pt>
                <c:pt idx="40">
                  <c:v>2.066139345577474E-3</c:v>
                </c:pt>
                <c:pt idx="41">
                  <c:v>2.056629461091722E-3</c:v>
                </c:pt>
                <c:pt idx="42">
                  <c:v>2.0470373444574841E-3</c:v>
                </c:pt>
                <c:pt idx="43">
                  <c:v>2.0373634334300188E-3</c:v>
                </c:pt>
                <c:pt idx="44">
                  <c:v>2.0276081692046622E-3</c:v>
                </c:pt>
                <c:pt idx="45">
                  <c:v>2.0177719963906278E-3</c:v>
                </c:pt>
                <c:pt idx="46">
                  <c:v>2.0078553629846352E-3</c:v>
                </c:pt>
                <c:pt idx="47">
                  <c:v>1.9978587203443678E-3</c:v>
                </c:pt>
                <c:pt idx="48">
                  <c:v>1.9877825231617769E-3</c:v>
                </c:pt>
                <c:pt idx="49">
                  <c:v>1.9776272294362109E-3</c:v>
                </c:pt>
                <c:pt idx="50">
                  <c:v>1.9673933004473979E-3</c:v>
                </c:pt>
                <c:pt idx="51">
                  <c:v>1.957081200728252E-3</c:v>
                </c:pt>
                <c:pt idx="52">
                  <c:v>1.9466913980375289E-3</c:v>
                </c:pt>
                <c:pt idx="53">
                  <c:v>1.93622436333233E-3</c:v>
                </c:pt>
                <c:pt idx="54">
                  <c:v>1.9256805707404409E-3</c:v>
                </c:pt>
                <c:pt idx="55">
                  <c:v>1.915060497532535E-3</c:v>
                </c:pt>
                <c:pt idx="56">
                  <c:v>1.9043646240942251E-3</c:v>
                </c:pt>
                <c:pt idx="57">
                  <c:v>1.8935934338979729E-3</c:v>
                </c:pt>
                <c:pt idx="58">
                  <c:v>1.8827474134748591E-3</c:v>
                </c:pt>
                <c:pt idx="59">
                  <c:v>1.871827052386214E-3</c:v>
                </c:pt>
                <c:pt idx="60">
                  <c:v>1.860832843195122E-3</c:v>
                </c:pt>
                <c:pt idx="61">
                  <c:v>1.8497652814377949E-3</c:v>
                </c:pt>
                <c:pt idx="62">
                  <c:v>1.838624865594812E-3</c:v>
                </c:pt>
                <c:pt idx="63">
                  <c:v>1.8274120970622411E-3</c:v>
                </c:pt>
                <c:pt idx="64">
                  <c:v>1.8161274801226351E-3</c:v>
                </c:pt>
                <c:pt idx="65">
                  <c:v>1.8047715219159041E-3</c:v>
                </c:pt>
                <c:pt idx="66">
                  <c:v>1.7933447324100819E-3</c:v>
                </c:pt>
                <c:pt idx="67">
                  <c:v>1.781847624371978E-3</c:v>
                </c:pt>
                <c:pt idx="68">
                  <c:v>1.770280713337707E-3</c:v>
                </c:pt>
                <c:pt idx="69">
                  <c:v>1.758644517583107E-3</c:v>
                </c:pt>
                <c:pt idx="70">
                  <c:v>1.746939558094052E-3</c:v>
                </c:pt>
                <c:pt idx="71">
                  <c:v>1.7351663585366539E-3</c:v>
                </c:pt>
                <c:pt idx="72">
                  <c:v>1.7233254452273829E-3</c:v>
                </c:pt>
                <c:pt idx="73">
                  <c:v>1.711417347103072E-3</c:v>
                </c:pt>
                <c:pt idx="74">
                  <c:v>1.6994425956908369E-3</c:v>
                </c:pt>
                <c:pt idx="75">
                  <c:v>1.6874017250778949E-3</c:v>
                </c:pt>
                <c:pt idx="76">
                  <c:v>1.675295271881289E-3</c:v>
                </c:pt>
                <c:pt idx="77">
                  <c:v>1.6631237752175261E-3</c:v>
                </c:pt>
                <c:pt idx="78">
                  <c:v>1.65088777667213E-3</c:v>
                </c:pt>
                <c:pt idx="79">
                  <c:v>1.6385878202691041E-3</c:v>
                </c:pt>
                <c:pt idx="80">
                  <c:v>1.6262244524403149E-3</c:v>
                </c:pt>
                <c:pt idx="81">
                  <c:v>1.613798221994808E-3</c:v>
                </c:pt>
                <c:pt idx="82">
                  <c:v>1.601309680088036E-3</c:v>
                </c:pt>
                <c:pt idx="83">
                  <c:v>1.5887593801910229E-3</c:v>
                </c:pt>
                <c:pt idx="84">
                  <c:v>1.5761478780594561E-3</c:v>
                </c:pt>
                <c:pt idx="85">
                  <c:v>1.5634757317026979E-3</c:v>
                </c:pt>
                <c:pt idx="86">
                  <c:v>1.550743501352743E-3</c:v>
                </c:pt>
                <c:pt idx="87">
                  <c:v>1.5379517494331001E-3</c:v>
                </c:pt>
                <c:pt idx="88">
                  <c:v>1.5251010405276169E-3</c:v>
                </c:pt>
                <c:pt idx="89">
                  <c:v>1.5121919413492531E-3</c:v>
                </c:pt>
                <c:pt idx="90">
                  <c:v>1.499225020708795E-3</c:v>
                </c:pt>
                <c:pt idx="91">
                  <c:v>1.48620084948353E-3</c:v>
                </c:pt>
                <c:pt idx="92">
                  <c:v>1.4731200005858611E-3</c:v>
                </c:pt>
                <c:pt idx="93">
                  <c:v>1.459983048931877E-3</c:v>
                </c:pt>
                <c:pt idx="94">
                  <c:v>1.4467905714098709E-3</c:v>
                </c:pt>
                <c:pt idx="95">
                  <c:v>1.4335431468488289E-3</c:v>
                </c:pt>
                <c:pt idx="96">
                  <c:v>1.4202413559868761E-3</c:v>
                </c:pt>
                <c:pt idx="97">
                  <c:v>1.4068857814396819E-3</c:v>
                </c:pt>
                <c:pt idx="98">
                  <c:v>1.3934770076688421E-3</c:v>
                </c:pt>
                <c:pt idx="99">
                  <c:v>1.380015620950219E-3</c:v>
                </c:pt>
                <c:pt idx="100">
                  <c:v>1.366502209342275E-3</c:v>
                </c:pt>
                <c:pt idx="101">
                  <c:v>1.3529373626543671E-3</c:v>
                </c:pt>
                <c:pt idx="102">
                  <c:v>1.3393216724150361E-3</c:v>
                </c:pt>
                <c:pt idx="103">
                  <c:v>1.325655731840264E-3</c:v>
                </c:pt>
                <c:pt idx="104">
                  <c:v>1.3119401358017259E-3</c:v>
                </c:pt>
                <c:pt idx="105">
                  <c:v>1.2981754807950309E-3</c:v>
                </c:pt>
                <c:pt idx="106">
                  <c:v>1.2843623649079459E-3</c:v>
                </c:pt>
                <c:pt idx="107">
                  <c:v>1.270501387788627E-3</c:v>
                </c:pt>
                <c:pt idx="108">
                  <c:v>1.256593150613839E-3</c:v>
                </c:pt>
                <c:pt idx="109">
                  <c:v>1.2426382560571821E-3</c:v>
                </c:pt>
                <c:pt idx="110">
                  <c:v>1.228637308257308E-3</c:v>
                </c:pt>
                <c:pt idx="111">
                  <c:v>1.2145909127861531E-3</c:v>
                </c:pt>
                <c:pt idx="112">
                  <c:v>1.2004996766171729E-3</c:v>
                </c:pt>
                <c:pt idx="113">
                  <c:v>1.1863642080935911E-3</c:v>
                </c:pt>
                <c:pt idx="114">
                  <c:v>1.1721851168966641E-3</c:v>
                </c:pt>
                <c:pt idx="115">
                  <c:v>1.157963014013967E-3</c:v>
                </c:pt>
                <c:pt idx="116">
                  <c:v>1.143698511707693E-3</c:v>
                </c:pt>
                <c:pt idx="117">
                  <c:v>1.129392223482977E-3</c:v>
                </c:pt>
                <c:pt idx="118">
                  <c:v>1.115044764056241E-3</c:v>
                </c:pt>
                <c:pt idx="119">
                  <c:v>1.1006567493235689E-3</c:v>
                </c:pt>
                <c:pt idx="120">
                  <c:v>1.0862287963291049E-3</c:v>
                </c:pt>
                <c:pt idx="121">
                  <c:v>1.0717615232334831E-3</c:v>
                </c:pt>
                <c:pt idx="122">
                  <c:v>1.0572555492822961E-3</c:v>
                </c:pt>
                <c:pt idx="123">
                  <c:v>1.0427114947745911E-3</c:v>
                </c:pt>
                <c:pt idx="124">
                  <c:v>1.028129981031413E-3</c:v>
                </c:pt>
                <c:pt idx="125">
                  <c:v>1.0135116303643789E-3</c:v>
                </c:pt>
                <c:pt idx="126">
                  <c:v>9.988570660442995E-4</c:v>
                </c:pt>
                <c:pt idx="127">
                  <c:v>9.8416691226983571E-4</c:v>
                </c:pt>
                <c:pt idx="128">
                  <c:v>9.6944179413620464E-4</c:v>
                </c:pt>
                <c:pt idx="129">
                  <c:v>9.5468233760393135E-4</c:v>
                </c:pt>
                <c:pt idx="130">
                  <c:v>9.3988916946765157E-4</c:v>
                </c:pt>
                <c:pt idx="131">
                  <c:v>9.2506291732496538E-4</c:v>
                </c:pt>
                <c:pt idx="132">
                  <c:v>9.1020420954535238E-4</c:v>
                </c:pt>
                <c:pt idx="133">
                  <c:v>8.9531367523914879E-4</c:v>
                </c:pt>
                <c:pt idx="134">
                  <c:v>8.803919442265869E-4</c:v>
                </c:pt>
                <c:pt idx="135">
                  <c:v>8.6543964700689746E-4</c:v>
                </c:pt>
                <c:pt idx="136">
                  <c:v>8.5045741472747794E-4</c:v>
                </c:pt>
                <c:pt idx="137">
                  <c:v>8.3544587915312918E-4</c:v>
                </c:pt>
                <c:pt idx="138">
                  <c:v>8.2040567263536035E-4</c:v>
                </c:pt>
                <c:pt idx="139">
                  <c:v>8.0533742808176713E-4</c:v>
                </c:pt>
                <c:pt idx="140">
                  <c:v>7.9024177892548684E-4</c:v>
                </c:pt>
                <c:pt idx="141">
                  <c:v>7.7511935909472943E-4</c:v>
                </c:pt>
                <c:pt idx="142">
                  <c:v>7.5997080298238707E-4</c:v>
                </c:pt>
                <c:pt idx="143">
                  <c:v>7.4479674541572517E-4</c:v>
                </c:pt>
                <c:pt idx="144">
                  <c:v>7.2959782162615276E-4</c:v>
                </c:pt>
                <c:pt idx="145">
                  <c:v>7.1437466721907636E-4</c:v>
                </c:pt>
                <c:pt idx="146">
                  <c:v>6.9912791814383853E-4</c:v>
                </c:pt>
                <c:pt idx="147">
                  <c:v>6.8385821066374521E-4</c:v>
                </c:pt>
                <c:pt idx="148">
                  <c:v>6.6856618132618453E-4</c:v>
                </c:pt>
                <c:pt idx="149">
                  <c:v>6.5325246693283712E-4</c:v>
                </c:pt>
                <c:pt idx="150">
                  <c:v>6.3791770450998334E-4</c:v>
                </c:pt>
                <c:pt idx="151">
                  <c:v>6.2256253127890206E-4</c:v>
                </c:pt>
                <c:pt idx="152">
                  <c:v>6.0718758462636427E-4</c:v>
                </c:pt>
                <c:pt idx="153">
                  <c:v>5.9179350207522077E-4</c:v>
                </c:pt>
                <c:pt idx="154">
                  <c:v>5.7638092125508983E-4</c:v>
                </c:pt>
                <c:pt idx="155">
                  <c:v>5.6095047987314551E-4</c:v>
                </c:pt>
                <c:pt idx="156">
                  <c:v>5.4550281568501195E-4</c:v>
                </c:pt>
                <c:pt idx="157">
                  <c:v>5.3003856646576333E-4</c:v>
                </c:pt>
                <c:pt idx="158">
                  <c:v>5.1455836998103423E-4</c:v>
                </c:pt>
                <c:pt idx="159">
                  <c:v>4.9906286395824087E-4</c:v>
                </c:pt>
                <c:pt idx="160">
                  <c:v>4.8355268605791208E-4</c:v>
                </c:pt>
                <c:pt idx="161">
                  <c:v>4.6802847384513609E-4</c:v>
                </c:pt>
                <c:pt idx="162">
                  <c:v>4.5249086476112268E-4</c:v>
                </c:pt>
                <c:pt idx="163">
                  <c:v>4.3694049609488509E-4</c:v>
                </c:pt>
                <c:pt idx="164">
                  <c:v>4.2137800495503853E-4</c:v>
                </c:pt>
                <c:pt idx="165">
                  <c:v>4.0580402824171979E-4</c:v>
                </c:pt>
                <c:pt idx="166">
                  <c:v>3.9021920261863278E-4</c:v>
                </c:pt>
                <c:pt idx="167">
                  <c:v>3.7462416448522161E-4</c:v>
                </c:pt>
                <c:pt idx="168">
                  <c:v>3.5901954994897191E-4</c:v>
                </c:pt>
                <c:pt idx="169">
                  <c:v>3.4340599479784108E-4</c:v>
                </c:pt>
                <c:pt idx="170">
                  <c:v>3.2778413447281653E-4</c:v>
                </c:pt>
                <c:pt idx="171">
                  <c:v>3.1215460404060077E-4</c:v>
                </c:pt>
                <c:pt idx="172">
                  <c:v>2.965180381664301E-4</c:v>
                </c:pt>
                <c:pt idx="173">
                  <c:v>2.808750710870233E-4</c:v>
                </c:pt>
                <c:pt idx="174">
                  <c:v>2.6522633658366808E-4</c:v>
                </c:pt>
                <c:pt idx="175">
                  <c:v>2.4957246795544522E-4</c:v>
                </c:pt>
                <c:pt idx="176">
                  <c:v>2.339140979925932E-4</c:v>
                </c:pt>
                <c:pt idx="177">
                  <c:v>2.1825185895001369E-4</c:v>
                </c:pt>
                <c:pt idx="178">
                  <c:v>2.0258638252091719E-4</c:v>
                </c:pt>
                <c:pt idx="179">
                  <c:v>1.869182998106076E-4</c:v>
                </c:pt>
                <c:pt idx="180">
                  <c:v>1.7124824131040751E-4</c:v>
                </c:pt>
                <c:pt idx="181">
                  <c:v>1.5557683687172401E-4</c:v>
                </c:pt>
                <c:pt idx="182">
                  <c:v>1.399047156802561E-4</c:v>
                </c:pt>
                <c:pt idx="183">
                  <c:v>1.242325062303451E-4</c:v>
                </c:pt>
                <c:pt idx="184">
                  <c:v>1.0856083629946509E-4</c:v>
                </c:pt>
                <c:pt idx="185">
                  <c:v>9.2890332922857644E-5</c:v>
                </c:pt>
                <c:pt idx="186">
                  <c:v>7.7221622368308729E-5</c:v>
                </c:pt>
                <c:pt idx="187">
                  <c:v>6.1555330111071307E-5</c:v>
                </c:pt>
                <c:pt idx="188">
                  <c:v>4.5892080808931012E-5</c:v>
                </c:pt>
                <c:pt idx="189">
                  <c:v>3.0232498277415589E-5</c:v>
                </c:pt>
                <c:pt idx="190">
                  <c:v>1.4577205465147781E-5</c:v>
                </c:pt>
                <c:pt idx="191">
                  <c:v>-1.073175570657142E-6</c:v>
                </c:pt>
                <c:pt idx="192">
                  <c:v>-1.671802368854808E-5</c:v>
                </c:pt>
                <c:pt idx="193">
                  <c:v>-3.2356718687048418E-5</c:v>
                </c:pt>
                <c:pt idx="194">
                  <c:v>-4.7988641328718493E-5</c:v>
                </c:pt>
                <c:pt idx="195">
                  <c:v>-6.3613173364068559E-5</c:v>
                </c:pt>
                <c:pt idx="196">
                  <c:v>-7.9229697555320983E-5</c:v>
                </c:pt>
                <c:pt idx="197">
                  <c:v>-9.4837597700019768E-5</c:v>
                </c:pt>
                <c:pt idx="198">
                  <c:v>-1.104362586544854E-4</c:v>
                </c:pt>
                <c:pt idx="199">
                  <c:v>-1.260250663571119E-4</c:v>
                </c:pt>
                <c:pt idx="200">
                  <c:v>-1.4160340785150441E-4</c:v>
                </c:pt>
                <c:pt idx="201">
                  <c:v>-1.5717067130945609E-4</c:v>
                </c:pt>
                <c:pt idx="202">
                  <c:v>-1.727262460537652E-4</c:v>
                </c:pt>
                <c:pt idx="203">
                  <c:v>-1.8826952258088999E-4</c:v>
                </c:pt>
                <c:pt idx="204">
                  <c:v>-2.037998925834464E-4</c:v>
                </c:pt>
                <c:pt idx="205">
                  <c:v>-2.1931674897254739E-4</c:v>
                </c:pt>
                <c:pt idx="206">
                  <c:v>-2.3481948589998769E-4</c:v>
                </c:pt>
                <c:pt idx="207">
                  <c:v>-2.5030749878027513E-4</c:v>
                </c:pt>
                <c:pt idx="208">
                  <c:v>-2.6578018431250918E-4</c:v>
                </c:pt>
                <c:pt idx="209">
                  <c:v>-2.812369405021064E-4</c:v>
                </c:pt>
                <c:pt idx="210">
                  <c:v>-2.9667716668237181E-4</c:v>
                </c:pt>
                <c:pt idx="211">
                  <c:v>-3.1210026353591412E-4</c:v>
                </c:pt>
                <c:pt idx="212">
                  <c:v>-3.2750563311590222E-4</c:v>
                </c:pt>
                <c:pt idx="213">
                  <c:v>-3.428926788671614E-4</c:v>
                </c:pt>
                <c:pt idx="214">
                  <c:v>-3.5826080564711022E-4</c:v>
                </c:pt>
                <c:pt idx="215">
                  <c:v>-3.7360941974653523E-4</c:v>
                </c:pt>
                <c:pt idx="216">
                  <c:v>-3.8893792891020809E-4</c:v>
                </c:pt>
                <c:pt idx="217">
                  <c:v>-4.0424574235734288E-4</c:v>
                </c:pt>
                <c:pt idx="218">
                  <c:v>-4.1953227080189932E-4</c:v>
                </c:pt>
                <c:pt idx="219">
                  <c:v>-4.3479692647273131E-4</c:v>
                </c:pt>
                <c:pt idx="220">
                  <c:v>-4.500391231335833E-4</c:v>
                </c:pt>
                <c:pt idx="221">
                  <c:v>-4.6525827610292971E-4</c:v>
                </c:pt>
                <c:pt idx="222">
                  <c:v>-4.8045380227365928E-4</c:v>
                </c:pt>
                <c:pt idx="223">
                  <c:v>-4.9562512013260045E-4</c:v>
                </c:pt>
                <c:pt idx="224">
                  <c:v>-5.1077164977988434E-4</c:v>
                </c:pt>
                <c:pt idx="225">
                  <c:v>-5.2589281294814492E-4</c:v>
                </c:pt>
                <c:pt idx="226">
                  <c:v>-5.4098803302155788E-4</c:v>
                </c:pt>
                <c:pt idx="227">
                  <c:v>-5.5605673505471466E-4</c:v>
                </c:pt>
                <c:pt idx="228">
                  <c:v>-5.7109834579133613E-4</c:v>
                </c:pt>
                <c:pt idx="229">
                  <c:v>-5.8611229368282682E-4</c:v>
                </c:pt>
                <c:pt idx="230">
                  <c:v>-6.0109800890667368E-4</c:v>
                </c:pt>
                <c:pt idx="231">
                  <c:v>-6.1605492338469216E-4</c:v>
                </c:pt>
                <c:pt idx="232">
                  <c:v>-6.3098247080111889E-4</c:v>
                </c:pt>
                <c:pt idx="233">
                  <c:v>-6.4588008662055246E-4</c:v>
                </c:pt>
                <c:pt idx="234">
                  <c:v>-6.6074720810574156E-4</c:v>
                </c:pt>
                <c:pt idx="235">
                  <c:v>-6.7558327433522218E-4</c:v>
                </c:pt>
                <c:pt idx="236">
                  <c:v>-6.9038772622080353E-4</c:v>
                </c:pt>
                <c:pt idx="237">
                  <c:v>-7.0516000652490239E-4</c:v>
                </c:pt>
                <c:pt idx="238">
                  <c:v>-7.1989955987772673E-4</c:v>
                </c:pt>
                <c:pt idx="239">
                  <c:v>-7.3460583279430763E-4</c:v>
                </c:pt>
                <c:pt idx="240">
                  <c:v>-7.4927827369138209E-4</c:v>
                </c:pt>
                <c:pt idx="241">
                  <c:v>-7.6391633290412398E-4</c:v>
                </c:pt>
                <c:pt idx="242">
                  <c:v>-7.7851946270272453E-4</c:v>
                </c:pt>
                <c:pt idx="243">
                  <c:v>-7.9308711730881993E-4</c:v>
                </c:pt>
                <c:pt idx="244">
                  <c:v>-8.0761875291176784E-4</c:v>
                </c:pt>
                <c:pt idx="245">
                  <c:v>-8.2211382768477735E-4</c:v>
                </c:pt>
                <c:pt idx="246">
                  <c:v>-8.3657180180089373E-4</c:v>
                </c:pt>
                <c:pt idx="247">
                  <c:v>-8.5099213744883515E-4</c:v>
                </c:pt>
                <c:pt idx="248">
                  <c:v>-8.6537429884868313E-4</c:v>
                </c:pt>
                <c:pt idx="249">
                  <c:v>-8.7971775226742828E-4</c:v>
                </c:pt>
                <c:pt idx="250">
                  <c:v>-8.9402196603436876E-4</c:v>
                </c:pt>
                <c:pt idx="251">
                  <c:v>-9.0828641055635997E-4</c:v>
                </c:pt>
                <c:pt idx="252">
                  <c:v>-9.2251055833291362E-4</c:v>
                </c:pt>
                <c:pt idx="253">
                  <c:v>-9.3669388397114286E-4</c:v>
                </c:pt>
                <c:pt idx="254">
                  <c:v>-9.5083586420055836E-4</c:v>
                </c:pt>
                <c:pt idx="255">
                  <c:v>-9.6493597788771925E-4</c:v>
                </c:pt>
                <c:pt idx="256">
                  <c:v>-9.7899370605073963E-4</c:v>
                </c:pt>
                <c:pt idx="257">
                  <c:v>-9.9300853187365675E-4</c:v>
                </c:pt>
                <c:pt idx="258">
                  <c:v>-1.006979940720659E-3</c:v>
                </c:pt>
                <c:pt idx="259">
                  <c:v>-1.020907420150165E-3</c:v>
                </c:pt>
                <c:pt idx="260">
                  <c:v>-1.034790459928757E-3</c:v>
                </c:pt>
                <c:pt idx="261">
                  <c:v>-1.048628552044971E-3</c:v>
                </c:pt>
                <c:pt idx="262">
                  <c:v>-1.062421190722942E-3</c:v>
                </c:pt>
                <c:pt idx="263">
                  <c:v>-1.07616787243591E-3</c:v>
                </c:pt>
                <c:pt idx="264">
                  <c:v>-1.0898680959195849E-3</c:v>
                </c:pt>
                <c:pt idx="265">
                  <c:v>-1.103521362185366E-3</c:v>
                </c:pt>
                <c:pt idx="266">
                  <c:v>-1.117127174533428E-3</c:v>
                </c:pt>
                <c:pt idx="267">
                  <c:v>-1.1306850385656569E-3</c:v>
                </c:pt>
                <c:pt idx="268">
                  <c:v>-1.1441944621984629E-3</c:v>
                </c:pt>
                <c:pt idx="269">
                  <c:v>-1.157654955675432E-3</c:v>
                </c:pt>
                <c:pt idx="270">
                  <c:v>-1.171066031579848E-3</c:v>
                </c:pt>
                <c:pt idx="271">
                  <c:v>-1.184427204847074E-3</c:v>
                </c:pt>
                <c:pt idx="272">
                  <c:v>-1.19773799277679E-3</c:v>
                </c:pt>
                <c:pt idx="273">
                  <c:v>-1.2109979150450999E-3</c:v>
                </c:pt>
                <c:pt idx="274">
                  <c:v>-1.224206493716503E-3</c:v>
                </c:pt>
                <c:pt idx="275">
                  <c:v>-1.237363253255722E-3</c:v>
                </c:pt>
                <c:pt idx="276">
                  <c:v>-1.2504677205394121E-3</c:v>
                </c:pt>
                <c:pt idx="277">
                  <c:v>-1.2635194248677231E-3</c:v>
                </c:pt>
                <c:pt idx="278">
                  <c:v>-1.2765178979757411E-3</c:v>
                </c:pt>
                <c:pt idx="279">
                  <c:v>-1.289462674044796E-3</c:v>
                </c:pt>
                <c:pt idx="280">
                  <c:v>-1.3023532897136359E-3</c:v>
                </c:pt>
                <c:pt idx="281">
                  <c:v>-1.315189284089474E-3</c:v>
                </c:pt>
                <c:pt idx="282">
                  <c:v>-1.3279701987589029E-3</c:v>
                </c:pt>
                <c:pt idx="283">
                  <c:v>-1.3406955777986839E-3</c:v>
                </c:pt>
                <c:pt idx="284">
                  <c:v>-1.3533649677864011E-3</c:v>
                </c:pt>
                <c:pt idx="285">
                  <c:v>-1.3659779178109919E-3</c:v>
                </c:pt>
                <c:pt idx="286">
                  <c:v>-1.3785339794831479E-3</c:v>
                </c:pt>
                <c:pt idx="287">
                  <c:v>-1.3910327069455849E-3</c:v>
                </c:pt>
                <c:pt idx="288">
                  <c:v>-1.403473656883202E-3</c:v>
                </c:pt>
                <c:pt idx="289">
                  <c:v>-1.4158563885331001E-3</c:v>
                </c:pt>
                <c:pt idx="290">
                  <c:v>-1.428180463694491E-3</c:v>
                </c:pt>
                <c:pt idx="291">
                  <c:v>-1.4404454467384709E-3</c:v>
                </c:pt>
                <c:pt idx="292">
                  <c:v>-1.45265090461768E-3</c:v>
                </c:pt>
                <c:pt idx="293">
                  <c:v>-1.4647964068758279E-3</c:v>
                </c:pt>
                <c:pt idx="294">
                  <c:v>-1.476881525657109E-3</c:v>
                </c:pt>
                <c:pt idx="295">
                  <c:v>-1.488905835715486E-3</c:v>
                </c:pt>
                <c:pt idx="296">
                  <c:v>-1.5008689144238589E-3</c:v>
                </c:pt>
                <c:pt idx="297">
                  <c:v>-1.5127703417831229E-3</c:v>
                </c:pt>
                <c:pt idx="298">
                  <c:v>-1.5246097004310969E-3</c:v>
                </c:pt>
                <c:pt idx="299">
                  <c:v>-1.5363865756513439E-3</c:v>
                </c:pt>
                <c:pt idx="300">
                  <c:v>-1.548100555381873E-3</c:v>
                </c:pt>
                <c:pt idx="301">
                  <c:v>-1.5597512302237249E-3</c:v>
                </c:pt>
                <c:pt idx="302">
                  <c:v>-1.571338193449447E-3</c:v>
                </c:pt>
                <c:pt idx="303">
                  <c:v>-1.5828610410114461E-3</c:v>
                </c:pt>
                <c:pt idx="304">
                  <c:v>-1.5943193715502321E-3</c:v>
                </c:pt>
                <c:pt idx="305">
                  <c:v>-1.6057127864025399E-3</c:v>
                </c:pt>
                <c:pt idx="306">
                  <c:v>-1.617040889609341E-3</c:v>
                </c:pt>
                <c:pt idx="307">
                  <c:v>-1.6283032879237361E-3</c:v>
                </c:pt>
                <c:pt idx="308">
                  <c:v>-1.6394995908187381E-3</c:v>
                </c:pt>
                <c:pt idx="309">
                  <c:v>-1.6506294104949529E-3</c:v>
                </c:pt>
                <c:pt idx="310">
                  <c:v>-1.6616923618881451E-3</c:v>
                </c:pt>
                <c:pt idx="311">
                  <c:v>-1.6726880626766979E-3</c:v>
                </c:pt>
                <c:pt idx="312">
                  <c:v>-1.683616133288966E-3</c:v>
                </c:pt>
                <c:pt idx="313">
                  <c:v>-1.6944761969105251E-3</c:v>
                </c:pt>
                <c:pt idx="314">
                  <c:v>-1.7052678794913199E-3</c:v>
                </c:pt>
                <c:pt idx="315">
                  <c:v>-1.715990809752706E-3</c:v>
                </c:pt>
                <c:pt idx="316">
                  <c:v>-1.726644619194405E-3</c:v>
                </c:pt>
                <c:pt idx="317">
                  <c:v>-1.7372289421013489E-3</c:v>
                </c:pt>
                <c:pt idx="318">
                  <c:v>-1.7477434155504349E-3</c:v>
                </c:pt>
                <c:pt idx="319">
                  <c:v>-1.758187679417176E-3</c:v>
                </c:pt>
                <c:pt idx="320">
                  <c:v>-1.7685613763822659E-3</c:v>
                </c:pt>
                <c:pt idx="321">
                  <c:v>-1.778864151938044E-3</c:v>
                </c:pt>
                <c:pt idx="322">
                  <c:v>-1.7890956543948669E-3</c:v>
                </c:pt>
                <c:pt idx="323">
                  <c:v>-1.7992555348873771E-3</c:v>
                </c:pt>
                <c:pt idx="324">
                  <c:v>-1.8093434473806841E-3</c:v>
                </c:pt>
                <c:pt idx="325">
                  <c:v>-1.8193590486764409E-3</c:v>
                </c:pt>
                <c:pt idx="326">
                  <c:v>-1.82930199841884E-3</c:v>
                </c:pt>
                <c:pt idx="327">
                  <c:v>-1.839171959100512E-3</c:v>
                </c:pt>
                <c:pt idx="328">
                  <c:v>-1.848968596068325E-3</c:v>
                </c:pt>
                <c:pt idx="329">
                  <c:v>-1.858691577529105E-3</c:v>
                </c:pt>
                <c:pt idx="330">
                  <c:v>-1.8683405745552469E-3</c:v>
                </c:pt>
                <c:pt idx="331">
                  <c:v>-1.8779152610902601E-3</c:v>
                </c:pt>
                <c:pt idx="332">
                  <c:v>-1.887415313954215E-3</c:v>
                </c:pt>
                <c:pt idx="333">
                  <c:v>-1.8968404128490979E-3</c:v>
                </c:pt>
                <c:pt idx="334">
                  <c:v>-1.9061902403640981E-3</c:v>
                </c:pt>
                <c:pt idx="335">
                  <c:v>-1.915464481980791E-3</c:v>
                </c:pt>
                <c:pt idx="336">
                  <c:v>-1.924662826078252E-3</c:v>
                </c:pt>
                <c:pt idx="337">
                  <c:v>-1.9337849639380789E-3</c:v>
                </c:pt>
                <c:pt idx="338">
                  <c:v>-1.942830589749344E-3</c:v>
                </c:pt>
                <c:pt idx="339">
                  <c:v>-1.9517994006134499E-3</c:v>
                </c:pt>
                <c:pt idx="340">
                  <c:v>-1.9606910965489178E-3</c:v>
                </c:pt>
                <c:pt idx="341">
                  <c:v>-1.9695053804960781E-3</c:v>
                </c:pt>
                <c:pt idx="342">
                  <c:v>-1.9782419583216789E-3</c:v>
                </c:pt>
                <c:pt idx="343">
                  <c:v>-1.986900538823411E-3</c:v>
                </c:pt>
                <c:pt idx="344">
                  <c:v>-1.995480833734355E-3</c:v>
                </c:pt>
                <c:pt idx="345">
                  <c:v>-2.0039825577273509E-3</c:v>
                </c:pt>
                <c:pt idx="346">
                  <c:v>-2.0124054284192871E-3</c:v>
                </c:pt>
                <c:pt idx="347">
                  <c:v>-2.0207491663753151E-3</c:v>
                </c:pt>
                <c:pt idx="348">
                  <c:v>-2.0290134951129872E-3</c:v>
                </c:pt>
                <c:pt idx="349">
                  <c:v>-2.0371981411063359E-3</c:v>
                </c:pt>
                <c:pt idx="350">
                  <c:v>-2.0453028337898711E-3</c:v>
                </c:pt>
                <c:pt idx="351">
                  <c:v>-2.053327305562516E-3</c:v>
                </c:pt>
                <c:pt idx="352">
                  <c:v>-2.0612712917914681E-3</c:v>
                </c:pt>
                <c:pt idx="353">
                  <c:v>-2.0691345308159869E-3</c:v>
                </c:pt>
                <c:pt idx="354">
                  <c:v>-2.076916763951111E-3</c:v>
                </c:pt>
                <c:pt idx="355">
                  <c:v>-2.0846177354912989E-3</c:v>
                </c:pt>
                <c:pt idx="356">
                  <c:v>-2.092237192714013E-3</c:v>
                </c:pt>
                <c:pt idx="357">
                  <c:v>-2.0997748858832301E-3</c:v>
                </c:pt>
                <c:pt idx="358">
                  <c:v>-2.1072305682528891E-3</c:v>
                </c:pt>
                <c:pt idx="359">
                  <c:v>-2.1146039960702558E-3</c:v>
                </c:pt>
                <c:pt idx="360">
                  <c:v>-2.121894928579247E-3</c:v>
                </c:pt>
                <c:pt idx="361">
                  <c:v>-2.1291031280236661E-3</c:v>
                </c:pt>
                <c:pt idx="362">
                  <c:v>-2.1362283596503798E-3</c:v>
                </c:pt>
                <c:pt idx="363">
                  <c:v>-2.1432703917124399E-3</c:v>
                </c:pt>
                <c:pt idx="364">
                  <c:v>-2.150228995472115E-3</c:v>
                </c:pt>
                <c:pt idx="365">
                  <c:v>-2.1571039452038731E-3</c:v>
                </c:pt>
                <c:pt idx="366">
                  <c:v>-2.1638950181972721E-3</c:v>
                </c:pt>
                <c:pt idx="367">
                  <c:v>-2.1706019947598E-3</c:v>
                </c:pt>
                <c:pt idx="368">
                  <c:v>-2.1772246582196409E-3</c:v>
                </c:pt>
                <c:pt idx="369">
                  <c:v>-2.1837627949283719E-3</c:v>
                </c:pt>
                <c:pt idx="370">
                  <c:v>-2.190216194263613E-3</c:v>
                </c:pt>
                <c:pt idx="371">
                  <c:v>-2.19658464863159E-3</c:v>
                </c:pt>
                <c:pt idx="372">
                  <c:v>-2.202867953469646E-3</c:v>
                </c:pt>
                <c:pt idx="373">
                  <c:v>-2.2090659072486881E-3</c:v>
                </c:pt>
                <c:pt idx="374">
                  <c:v>-2.2151783114755588E-3</c:v>
                </c:pt>
                <c:pt idx="375">
                  <c:v>-2.2212049706953518E-3</c:v>
                </c:pt>
                <c:pt idx="376">
                  <c:v>-2.2271456924936638E-3</c:v>
                </c:pt>
                <c:pt idx="377">
                  <c:v>-2.2330002874987689E-3</c:v>
                </c:pt>
                <c:pt idx="378">
                  <c:v>-2.2387685693837402E-3</c:v>
                </c:pt>
                <c:pt idx="379">
                  <c:v>-2.2444503548685012E-3</c:v>
                </c:pt>
                <c:pt idx="380">
                  <c:v>-2.250045463721824E-3</c:v>
                </c:pt>
                <c:pt idx="381">
                  <c:v>-2.2555537187632642E-3</c:v>
                </c:pt>
                <c:pt idx="382">
                  <c:v>-2.2609749458650319E-3</c:v>
                </c:pt>
                <c:pt idx="383">
                  <c:v>-2.266308973953809E-3</c:v>
                </c:pt>
                <c:pt idx="384">
                  <c:v>-2.271555635012508E-3</c:v>
                </c:pt>
                <c:pt idx="385">
                  <c:v>-2.27671476408197E-3</c:v>
                </c:pt>
                <c:pt idx="386">
                  <c:v>-2.2817861992626108E-3</c:v>
                </c:pt>
                <c:pt idx="387">
                  <c:v>-2.286769781715995E-3</c:v>
                </c:pt>
                <c:pt idx="388">
                  <c:v>-2.2916653556663631E-3</c:v>
                </c:pt>
                <c:pt idx="389">
                  <c:v>-2.2964727684020832E-3</c:v>
                </c:pt>
                <c:pt idx="390">
                  <c:v>-2.301191870277055E-3</c:v>
                </c:pt>
                <c:pt idx="391">
                  <c:v>-2.3058225147120351E-3</c:v>
                </c:pt>
                <c:pt idx="392">
                  <c:v>-2.310364558195918E-3</c:v>
                </c:pt>
                <c:pt idx="393">
                  <c:v>-2.314817860286953E-3</c:v>
                </c:pt>
                <c:pt idx="394">
                  <c:v>-2.319182283613901E-3</c:v>
                </c:pt>
                <c:pt idx="395">
                  <c:v>-2.3234576938771421E-3</c:v>
                </c:pt>
                <c:pt idx="396">
                  <c:v>-2.3276439598497261E-3</c:v>
                </c:pt>
                <c:pt idx="397">
                  <c:v>-2.331740953378366E-3</c:v>
                </c:pt>
                <c:pt idx="398">
                  <c:v>-2.335748549384373E-3</c:v>
                </c:pt>
                <c:pt idx="399">
                  <c:v>-2.339666625864544E-3</c:v>
                </c:pt>
                <c:pt idx="400">
                  <c:v>-2.3434950638919808E-3</c:v>
                </c:pt>
                <c:pt idx="401">
                  <c:v>-2.347233747616861E-3</c:v>
                </c:pt>
                <c:pt idx="402">
                  <c:v>-2.3508825642671381E-3</c:v>
                </c:pt>
                <c:pt idx="403">
                  <c:v>-2.354441404149189E-3</c:v>
                </c:pt>
                <c:pt idx="404">
                  <c:v>-2.3579101606484082E-3</c:v>
                </c:pt>
                <c:pt idx="405">
                  <c:v>-2.36128873022974E-3</c:v>
                </c:pt>
                <c:pt idx="406">
                  <c:v>-2.3645770124381569E-3</c:v>
                </c:pt>
                <c:pt idx="407">
                  <c:v>-2.367774909899097E-3</c:v>
                </c:pt>
                <c:pt idx="408">
                  <c:v>-2.3708823283188352E-3</c:v>
                </c:pt>
                <c:pt idx="409">
                  <c:v>-2.373899176484829E-3</c:v>
                </c:pt>
                <c:pt idx="410">
                  <c:v>-2.376825366265981E-3</c:v>
                </c:pt>
                <c:pt idx="411">
                  <c:v>-2.379660812612849E-3</c:v>
                </c:pt>
                <c:pt idx="412">
                  <c:v>-2.3824054335578018E-3</c:v>
                </c:pt>
                <c:pt idx="413">
                  <c:v>-2.3850591502151209E-3</c:v>
                </c:pt>
                <c:pt idx="414">
                  <c:v>-2.3876218867810431E-3</c:v>
                </c:pt>
                <c:pt idx="415">
                  <c:v>-2.3900935705337581E-3</c:v>
                </c:pt>
                <c:pt idx="416">
                  <c:v>-2.3924741318333501E-3</c:v>
                </c:pt>
                <c:pt idx="417">
                  <c:v>-2.3947635041216978E-3</c:v>
                </c:pt>
                <c:pt idx="418">
                  <c:v>-2.396961623922307E-3</c:v>
                </c:pt>
                <c:pt idx="419">
                  <c:v>-2.3990684308401E-3</c:v>
                </c:pt>
                <c:pt idx="420">
                  <c:v>-2.4010838675611532E-3</c:v>
                </c:pt>
                <c:pt idx="421">
                  <c:v>-2.403007879852375E-3</c:v>
                </c:pt>
                <c:pt idx="422">
                  <c:v>-2.4048404165611359E-3</c:v>
                </c:pt>
                <c:pt idx="423">
                  <c:v>-2.4065814296148329E-3</c:v>
                </c:pt>
                <c:pt idx="424">
                  <c:v>-2.4082308740204098E-3</c:v>
                </c:pt>
                <c:pt idx="425">
                  <c:v>-2.4097887078638248E-3</c:v>
                </c:pt>
                <c:pt idx="426">
                  <c:v>-2.4112548923094692E-3</c:v>
                </c:pt>
                <c:pt idx="427">
                  <c:v>-2.4126293915995361E-3</c:v>
                </c:pt>
                <c:pt idx="428">
                  <c:v>-2.413912173053338E-3</c:v>
                </c:pt>
                <c:pt idx="429">
                  <c:v>-2.4151032070665671E-3</c:v>
                </c:pt>
                <c:pt idx="430">
                  <c:v>-2.4162024671105079E-3</c:v>
                </c:pt>
                <c:pt idx="431">
                  <c:v>-2.417209929731197E-3</c:v>
                </c:pt>
                <c:pt idx="432">
                  <c:v>-2.41812557454853E-3</c:v>
                </c:pt>
                <c:pt idx="433">
                  <c:v>-2.418949384255303E-3</c:v>
                </c:pt>
                <c:pt idx="434">
                  <c:v>-2.419681344616214E-3</c:v>
                </c:pt>
                <c:pt idx="435">
                  <c:v>-2.4203214444668028E-3</c:v>
                </c:pt>
                <c:pt idx="436">
                  <c:v>-2.4208696757123381E-3</c:v>
                </c:pt>
                <c:pt idx="437">
                  <c:v>-2.421326033326658E-3</c:v>
                </c:pt>
                <c:pt idx="438">
                  <c:v>-2.4216905153509592E-3</c:v>
                </c:pt>
                <c:pt idx="439">
                  <c:v>-2.4219631228925378E-3</c:v>
                </c:pt>
                <c:pt idx="440">
                  <c:v>-2.4221438601234832E-3</c:v>
                </c:pt>
                <c:pt idx="441">
                  <c:v>-2.4222327342793238E-3</c:v>
                </c:pt>
                <c:pt idx="442">
                  <c:v>-2.4222297556576321E-3</c:v>
                </c:pt>
                <c:pt idx="443">
                  <c:v>-2.4221349376165689E-3</c:v>
                </c:pt>
                <c:pt idx="444">
                  <c:v>-2.4219482965733962E-3</c:v>
                </c:pt>
                <c:pt idx="445">
                  <c:v>-2.4216698520029231E-3</c:v>
                </c:pt>
                <c:pt idx="446">
                  <c:v>-2.4212996264359179E-3</c:v>
                </c:pt>
                <c:pt idx="447">
                  <c:v>-2.4208376454574621E-3</c:v>
                </c:pt>
                <c:pt idx="448">
                  <c:v>-2.4202839377052521E-3</c:v>
                </c:pt>
                <c:pt idx="449">
                  <c:v>-2.4196385348678501E-3</c:v>
                </c:pt>
                <c:pt idx="450">
                  <c:v>-2.4189014716828878E-3</c:v>
                </c:pt>
                <c:pt idx="451">
                  <c:v>-2.4180727859352152E-3</c:v>
                </c:pt>
                <c:pt idx="452">
                  <c:v>-2.4171525184550039E-3</c:v>
                </c:pt>
                <c:pt idx="453">
                  <c:v>-2.416140713115817E-3</c:v>
                </c:pt>
                <c:pt idx="454">
                  <c:v>-2.4150374168326128E-3</c:v>
                </c:pt>
                <c:pt idx="455">
                  <c:v>-2.4138426795597052E-3</c:v>
                </c:pt>
                <c:pt idx="456">
                  <c:v>-2.4125565542886611E-3</c:v>
                </c:pt>
                <c:pt idx="457">
                  <c:v>-2.4111790970461591E-3</c:v>
                </c:pt>
                <c:pt idx="458">
                  <c:v>-2.4097103668917989E-3</c:v>
                </c:pt>
                <c:pt idx="459">
                  <c:v>-2.4081504259158642E-3</c:v>
                </c:pt>
                <c:pt idx="460">
                  <c:v>-2.406499339237032E-3</c:v>
                </c:pt>
                <c:pt idx="461">
                  <c:v>-2.4047571750000448E-3</c:v>
                </c:pt>
                <c:pt idx="462">
                  <c:v>-2.4029240043733158E-3</c:v>
                </c:pt>
                <c:pt idx="463">
                  <c:v>-2.4009999015464959E-3</c:v>
                </c:pt>
                <c:pt idx="464">
                  <c:v>-2.3989849437279979E-3</c:v>
                </c:pt>
                <c:pt idx="465">
                  <c:v>-2.3968792111424631E-3</c:v>
                </c:pt>
                <c:pt idx="466">
                  <c:v>-2.394682787028177E-3</c:v>
                </c:pt>
                <c:pt idx="467">
                  <c:v>-2.3923957576344411E-3</c:v>
                </c:pt>
                <c:pt idx="468">
                  <c:v>-2.3900182122188951E-3</c:v>
                </c:pt>
                <c:pt idx="469">
                  <c:v>-2.387550243044797E-3</c:v>
                </c:pt>
                <c:pt idx="470">
                  <c:v>-2.3849919453782439E-3</c:v>
                </c:pt>
                <c:pt idx="471">
                  <c:v>-2.38234341748535E-3</c:v>
                </c:pt>
                <c:pt idx="472">
                  <c:v>-2.3796047606293711E-3</c:v>
                </c:pt>
                <c:pt idx="473">
                  <c:v>-2.3767760790677789E-3</c:v>
                </c:pt>
                <c:pt idx="474">
                  <c:v>-2.3738574800492899E-3</c:v>
                </c:pt>
                <c:pt idx="475">
                  <c:v>-2.3708490738108328E-3</c:v>
                </c:pt>
                <c:pt idx="476">
                  <c:v>-2.3677509735744772E-3</c:v>
                </c:pt>
                <c:pt idx="477">
                  <c:v>-2.3645632955442992E-3</c:v>
                </c:pt>
                <c:pt idx="478">
                  <c:v>-2.361286158903212E-3</c:v>
                </c:pt>
                <c:pt idx="479">
                  <c:v>-2.3579196858097441E-3</c:v>
                </c:pt>
                <c:pt idx="480">
                  <c:v>-2.3544640013947642E-3</c:v>
                </c:pt>
                <c:pt idx="481">
                  <c:v>-2.350919233758179E-3</c:v>
                </c:pt>
                <c:pt idx="482">
                  <c:v>-2.3472855139655669E-3</c:v>
                </c:pt>
                <c:pt idx="483">
                  <c:v>-2.3435629760447602E-3</c:v>
                </c:pt>
                <c:pt idx="484">
                  <c:v>-2.339751756982378E-3</c:v>
                </c:pt>
                <c:pt idx="485">
                  <c:v>-2.335851996720329E-3</c:v>
                </c:pt>
                <c:pt idx="486">
                  <c:v>-2.331863838152242E-3</c:v>
                </c:pt>
                <c:pt idx="487">
                  <c:v>-2.3277874271198668E-3</c:v>
                </c:pt>
                <c:pt idx="488">
                  <c:v>-2.3236229124094319E-3</c:v>
                </c:pt>
                <c:pt idx="489">
                  <c:v>-2.319370445747944E-3</c:v>
                </c:pt>
                <c:pt idx="490">
                  <c:v>-2.3150301817994531E-3</c:v>
                </c:pt>
                <c:pt idx="491">
                  <c:v>-2.310602278161268E-3</c:v>
                </c:pt>
                <c:pt idx="492">
                  <c:v>-2.3060868953601299E-3</c:v>
                </c:pt>
                <c:pt idx="493">
                  <c:v>-2.3014841968483309E-3</c:v>
                </c:pt>
                <c:pt idx="494">
                  <c:v>-2.2967943489997978E-3</c:v>
                </c:pt>
                <c:pt idx="495">
                  <c:v>-2.29201752110612E-3</c:v>
                </c:pt>
                <c:pt idx="496">
                  <c:v>-2.2871538853725388E-3</c:v>
                </c:pt>
                <c:pt idx="497">
                  <c:v>-2.2822036169138928E-3</c:v>
                </c:pt>
                <c:pt idx="498">
                  <c:v>-2.277166893750516E-3</c:v>
                </c:pt>
                <c:pt idx="499">
                  <c:v>-2.2720438968040898E-3</c:v>
                </c:pt>
                <c:pt idx="500">
                  <c:v>-2.2668348098934471E-3</c:v>
                </c:pt>
                <c:pt idx="501">
                  <c:v>-2.2615398197303278E-3</c:v>
                </c:pt>
                <c:pt idx="502">
                  <c:v>-2.256159115915098E-3</c:v>
                </c:pt>
                <c:pt idx="503">
                  <c:v>-2.2506928909324189E-3</c:v>
                </c:pt>
                <c:pt idx="504">
                  <c:v>-2.2451413401468711E-3</c:v>
                </c:pt>
                <c:pt idx="505">
                  <c:v>-2.2395046617985359E-3</c:v>
                </c:pt>
                <c:pt idx="506">
                  <c:v>-2.2337830569985218E-3</c:v>
                </c:pt>
                <c:pt idx="507">
                  <c:v>-2.227976729724441E-3</c:v>
                </c:pt>
                <c:pt idx="508">
                  <c:v>-2.2220858868158499E-3</c:v>
                </c:pt>
                <c:pt idx="509">
                  <c:v>-2.216110737969644E-3</c:v>
                </c:pt>
                <c:pt idx="510">
                  <c:v>-2.21005149573539E-3</c:v>
                </c:pt>
                <c:pt idx="511">
                  <c:v>-2.2039083755106301E-3</c:v>
                </c:pt>
                <c:pt idx="512">
                  <c:v>-2.1976815955361329E-3</c:v>
                </c:pt>
                <c:pt idx="513">
                  <c:v>-2.1913713768910948E-3</c:v>
                </c:pt>
                <c:pt idx="514">
                  <c:v>-2.1849779434882882E-3</c:v>
                </c:pt>
                <c:pt idx="515">
                  <c:v>-2.1785015220691551E-3</c:v>
                </c:pt>
                <c:pt idx="516">
                  <c:v>-2.1719423421988461E-3</c:v>
                </c:pt>
                <c:pt idx="517">
                  <c:v>-2.1653006362612119E-3</c:v>
                </c:pt>
                <c:pt idx="518">
                  <c:v>-2.158576639453741E-3</c:v>
                </c:pt>
                <c:pt idx="519">
                  <c:v>-2.151770589782442E-3</c:v>
                </c:pt>
                <c:pt idx="520">
                  <c:v>-2.144882728056689E-3</c:v>
                </c:pt>
                <c:pt idx="521">
                  <c:v>-2.137913297884003E-3</c:v>
                </c:pt>
                <c:pt idx="522">
                  <c:v>-2.1308625456647819E-3</c:v>
                </c:pt>
                <c:pt idx="523">
                  <c:v>-2.123730720586981E-3</c:v>
                </c:pt>
                <c:pt idx="524">
                  <c:v>-2.1165180746207362E-3</c:v>
                </c:pt>
                <c:pt idx="525">
                  <c:v>-2.109224862512948E-3</c:v>
                </c:pt>
                <c:pt idx="526">
                  <c:v>-2.101851341781806E-3</c:v>
                </c:pt>
                <c:pt idx="527">
                  <c:v>-2.0943977727112739E-3</c:v>
                </c:pt>
                <c:pt idx="528">
                  <c:v>-2.086864418345514E-3</c:v>
                </c:pt>
                <c:pt idx="529">
                  <c:v>-2.079251544483273E-3</c:v>
                </c:pt>
                <c:pt idx="530">
                  <c:v>-2.0715594196722168E-3</c:v>
                </c:pt>
                <c:pt idx="531">
                  <c:v>-2.063788315203219E-3</c:v>
                </c:pt>
                <c:pt idx="532">
                  <c:v>-2.0559385051045912E-3</c:v>
                </c:pt>
                <c:pt idx="533">
                  <c:v>-2.0480102661362661E-3</c:v>
                </c:pt>
                <c:pt idx="534">
                  <c:v>-2.0400038777839218E-3</c:v>
                </c:pt>
                <c:pt idx="535">
                  <c:v>-2.031919622253053E-3</c:v>
                </c:pt>
                <c:pt idx="536">
                  <c:v>-2.0237577844629921E-3</c:v>
                </c:pt>
                <c:pt idx="537">
                  <c:v>-2.015518652040874E-3</c:v>
                </c:pt>
                <c:pt idx="538">
                  <c:v>-2.0072025153155541E-3</c:v>
                </c:pt>
                <c:pt idx="539">
                  <c:v>-1.9988096673114741E-3</c:v>
                </c:pt>
                <c:pt idx="540">
                  <c:v>-1.9903404037424819E-3</c:v>
                </c:pt>
                <c:pt idx="541">
                  <c:v>-1.981795023005595E-3</c:v>
                </c:pt>
                <c:pt idx="542">
                  <c:v>-1.9731738261747058E-3</c:v>
                </c:pt>
                <c:pt idx="543">
                  <c:v>-1.964477116994246E-3</c:v>
                </c:pt>
                <c:pt idx="544">
                  <c:v>-1.9557052018727861E-3</c:v>
                </c:pt>
                <c:pt idx="545">
                  <c:v>-1.946858389876584E-3</c:v>
                </c:pt>
                <c:pt idx="546">
                  <c:v>-1.937936992723087E-3</c:v>
                </c:pt>
                <c:pt idx="547">
                  <c:v>-1.9289413247743721E-3</c:v>
                </c:pt>
                <c:pt idx="548">
                  <c:v>-1.9198717030305291E-3</c:v>
                </c:pt>
                <c:pt idx="549">
                  <c:v>-1.910728447123004E-3</c:v>
                </c:pt>
                <c:pt idx="550">
                  <c:v>-1.9015118793078681E-3</c:v>
                </c:pt>
                <c:pt idx="551">
                  <c:v>-1.892222324459045E-3</c:v>
                </c:pt>
                <c:pt idx="552">
                  <c:v>-1.882860110061483E-3</c:v>
                </c:pt>
                <c:pt idx="553">
                  <c:v>-1.8734255662042659E-3</c:v>
                </c:pt>
                <c:pt idx="554">
                  <c:v>-1.8639190255736759E-3</c:v>
                </c:pt>
                <c:pt idx="555">
                  <c:v>-1.854340823446205E-3</c:v>
                </c:pt>
                <c:pt idx="556">
                  <c:v>-1.8446912976815149E-3</c:v>
                </c:pt>
                <c:pt idx="557">
                  <c:v>-1.8349707887153411E-3</c:v>
                </c:pt>
                <c:pt idx="558">
                  <c:v>-1.8251796395523461E-3</c:v>
                </c:pt>
                <c:pt idx="559">
                  <c:v>-1.8153181957589061E-3</c:v>
                </c:pt>
                <c:pt idx="560">
                  <c:v>-1.805386805455842E-3</c:v>
                </c:pt>
                <c:pt idx="561">
                  <c:v>-1.7953858193110999E-3</c:v>
                </c:pt>
                <c:pt idx="562">
                  <c:v>-1.7853155905323749E-3</c:v>
                </c:pt>
                <c:pt idx="563">
                  <c:v>-1.7751764748596701E-3</c:v>
                </c:pt>
                <c:pt idx="564">
                  <c:v>-1.76496883055781E-3</c:v>
                </c:pt>
                <c:pt idx="565">
                  <c:v>-1.754693018408888E-3</c:v>
                </c:pt>
                <c:pt idx="566">
                  <c:v>-1.744349401704657E-3</c:v>
                </c:pt>
                <c:pt idx="567">
                  <c:v>-1.7339383462388681E-3</c:v>
                </c:pt>
                <c:pt idx="568">
                  <c:v>-1.723460220299533E-3</c:v>
                </c:pt>
                <c:pt idx="569">
                  <c:v>-1.7129153946611421E-3</c:v>
                </c:pt>
                <c:pt idx="570">
                  <c:v>-1.7023042425767989E-3</c:v>
                </c:pt>
                <c:pt idx="571">
                  <c:v>-1.6916271397703091E-3</c:v>
                </c:pt>
                <c:pt idx="572">
                  <c:v>-1.680884464428203E-3</c:v>
                </c:pt>
                <c:pt idx="573">
                  <c:v>-1.670076597191699E-3</c:v>
                </c:pt>
                <c:pt idx="574">
                  <c:v>-1.6592039211486089E-3</c:v>
                </c:pt>
                <c:pt idx="575">
                  <c:v>-1.648266821825168E-3</c:v>
                </c:pt>
                <c:pt idx="576">
                  <c:v>-1.637265687177809E-3</c:v>
                </c:pt>
                <c:pt idx="577">
                  <c:v>-1.626200907584874E-3</c:v>
                </c:pt>
                <c:pt idx="578">
                  <c:v>-1.6150728758382461E-3</c:v>
                </c:pt>
                <c:pt idx="579">
                  <c:v>-1.6038819871349371E-3</c:v>
                </c:pt>
                <c:pt idx="580">
                  <c:v>-1.5926286390685791E-3</c:v>
                </c:pt>
                <c:pt idx="581">
                  <c:v>-1.581313231620869E-3</c:v>
                </c:pt>
                <c:pt idx="582">
                  <c:v>-1.5699361671529259E-3</c:v>
                </c:pt>
                <c:pt idx="583">
                  <c:v>-1.5584978503965911E-3</c:v>
                </c:pt>
                <c:pt idx="584">
                  <c:v>-1.5469986884456459E-3</c:v>
                </c:pt>
                <c:pt idx="585">
                  <c:v>-1.535439090746975E-3</c:v>
                </c:pt>
                <c:pt idx="586">
                  <c:v>-1.5238194690916371E-3</c:v>
                </c:pt>
                <c:pt idx="587">
                  <c:v>-1.512140237605878E-3</c:v>
                </c:pt>
                <c:pt idx="588">
                  <c:v>-1.500401812742062E-3</c:v>
                </c:pt>
                <c:pt idx="589">
                  <c:v>-1.4886046132695271E-3</c:v>
                </c:pt>
                <c:pt idx="590">
                  <c:v>-1.4767490602653709E-3</c:v>
                </c:pt>
                <c:pt idx="591">
                  <c:v>-1.4648355771051491E-3</c:v>
                </c:pt>
                <c:pt idx="592">
                  <c:v>-1.452864589453505E-3</c:v>
                </c:pt>
                <c:pt idx="593">
                  <c:v>-1.440836525254715E-3</c:v>
                </c:pt>
                <c:pt idx="594">
                  <c:v>-1.4287518147231581E-3</c:v>
                </c:pt>
                <c:pt idx="595">
                  <c:v>-1.416610890333695E-3</c:v>
                </c:pt>
                <c:pt idx="596">
                  <c:v>-1.4044141868119731E-3</c:v>
                </c:pt>
                <c:pt idx="597">
                  <c:v>-1.3921621411246449E-3</c:v>
                </c:pt>
                <c:pt idx="598">
                  <c:v>-1.379855192469517E-3</c:v>
                </c:pt>
                <c:pt idx="599">
                  <c:v>-1.367493782265601E-3</c:v>
                </c:pt>
                <c:pt idx="600">
                  <c:v>-1.355078354143102E-3</c:v>
                </c:pt>
                <c:pt idx="601">
                  <c:v>-1.34260935393331E-3</c:v>
                </c:pt>
                <c:pt idx="602">
                  <c:v>-1.330087229658419E-3</c:v>
                </c:pt>
                <c:pt idx="603">
                  <c:v>-1.317512431521253E-3</c:v>
                </c:pt>
                <c:pt idx="604">
                  <c:v>-1.3048854118949051E-3</c:v>
                </c:pt>
                <c:pt idx="605">
                  <c:v>-1.292206625312293E-3</c:v>
                </c:pt>
                <c:pt idx="606">
                  <c:v>-1.2794765284556129E-3</c:v>
                </c:pt>
                <c:pt idx="607">
                  <c:v>-1.2666955801457129E-3</c:v>
                </c:pt>
                <c:pt idx="608">
                  <c:v>-1.2538642413313719E-3</c:v>
                </c:pt>
                <c:pt idx="609">
                  <c:v>-1.240982975078487E-3</c:v>
                </c:pt>
                <c:pt idx="610">
                  <c:v>-1.2280522465591801E-3</c:v>
                </c:pt>
                <c:pt idx="611">
                  <c:v>-1.2150725230407949E-3</c:v>
                </c:pt>
                <c:pt idx="612">
                  <c:v>-1.202044273874821E-3</c:v>
                </c:pt>
                <c:pt idx="613">
                  <c:v>-1.188967970485708E-3</c:v>
                </c:pt>
                <c:pt idx="614">
                  <c:v>-1.1758440863595999E-3</c:v>
                </c:pt>
                <c:pt idx="615">
                  <c:v>-1.1626730970329729E-3</c:v>
                </c:pt>
                <c:pt idx="616">
                  <c:v>-1.1494554800811859E-3</c:v>
                </c:pt>
                <c:pt idx="617">
                  <c:v>-1.136191715106935E-3</c:v>
                </c:pt>
                <c:pt idx="618">
                  <c:v>-1.1228822837286161E-3</c:v>
                </c:pt>
                <c:pt idx="619">
                  <c:v>-1.109527669568583E-3</c:v>
                </c:pt>
                <c:pt idx="620">
                  <c:v>-1.096128358241311E-3</c:v>
                </c:pt>
                <c:pt idx="621">
                  <c:v>-1.082684837341454E-3</c:v>
                </c:pt>
                <c:pt idx="622">
                  <c:v>-1.0691975964318039E-3</c:v>
                </c:pt>
                <c:pt idx="623">
                  <c:v>-1.0556671270311551E-3</c:v>
                </c:pt>
                <c:pt idx="624">
                  <c:v>-1.042093922602056E-3</c:v>
                </c:pt>
                <c:pt idx="625">
                  <c:v>-1.0284784785384721E-3</c:v>
                </c:pt>
                <c:pt idx="626">
                  <c:v>-1.014821292153326E-3</c:v>
                </c:pt>
                <c:pt idx="627">
                  <c:v>-1.001122862665941E-3</c:v>
                </c:pt>
                <c:pt idx="628">
                  <c:v>-9.873836911893745E-4</c:v>
                </c:pt>
                <c:pt idx="629">
                  <c:v>-9.736042807176389E-4</c:v>
                </c:pt>
                <c:pt idx="630">
                  <c:v>-9.5978513611281579E-4</c:v>
                </c:pt>
                <c:pt idx="631">
                  <c:v>-9.4592676409205627E-4</c:v>
                </c:pt>
                <c:pt idx="632">
                  <c:v>-9.3202967321447431E-4</c:v>
                </c:pt>
                <c:pt idx="633">
                  <c:v>-9.1809437386792701E-4</c:v>
                </c:pt>
                <c:pt idx="634">
                  <c:v>-9.041213782556845E-4</c:v>
                </c:pt>
                <c:pt idx="635">
                  <c:v>-8.9011120038298989E-4</c:v>
                </c:pt>
                <c:pt idx="636">
                  <c:v>-8.7606435604350823E-4</c:v>
                </c:pt>
                <c:pt idx="637">
                  <c:v>-8.6198136280566425E-4</c:v>
                </c:pt>
                <c:pt idx="638">
                  <c:v>-8.478627399988684E-4</c:v>
                </c:pt>
                <c:pt idx="639">
                  <c:v>-8.3370900869962768E-4</c:v>
                </c:pt>
                <c:pt idx="640">
                  <c:v>-8.1952069171753981E-4</c:v>
                </c:pt>
                <c:pt idx="641">
                  <c:v>-8.0529831358117164E-4</c:v>
                </c:pt>
                <c:pt idx="642">
                  <c:v>-7.9104240052382498E-4</c:v>
                </c:pt>
                <c:pt idx="643">
                  <c:v>-7.7675348046918444E-4</c:v>
                </c:pt>
                <c:pt idx="644">
                  <c:v>-7.6243208301684704E-4</c:v>
                </c:pt>
                <c:pt idx="645">
                  <c:v>-7.4807873942773291E-4</c:v>
                </c:pt>
                <c:pt idx="646">
                  <c:v>-7.3369398260937613E-4</c:v>
                </c:pt>
                <c:pt idx="647">
                  <c:v>-7.1927834710109521E-4</c:v>
                </c:pt>
                <c:pt idx="648">
                  <c:v>-7.0483236905904219E-4</c:v>
                </c:pt>
                <c:pt idx="649">
                  <c:v>-6.9035658624113142E-4</c:v>
                </c:pt>
                <c:pt idx="650">
                  <c:v>-6.7585153799184518E-4</c:v>
                </c:pt>
                <c:pt idx="651">
                  <c:v>-6.6131776522691907E-4</c:v>
                </c:pt>
                <c:pt idx="652">
                  <c:v>-6.4675581041790579E-4</c:v>
                </c:pt>
                <c:pt idx="653">
                  <c:v>-6.3216621757661848E-4</c:v>
                </c:pt>
                <c:pt idx="654">
                  <c:v>-6.1754953223945206E-4</c:v>
                </c:pt>
                <c:pt idx="655">
                  <c:v>-6.0290630145158261E-4</c:v>
                </c:pt>
                <c:pt idx="656">
                  <c:v>-5.8823707375104046E-4</c:v>
                </c:pt>
                <c:pt idx="657">
                  <c:v>-5.7354239915265854E-4</c:v>
                </c:pt>
                <c:pt idx="658">
                  <c:v>-5.5882282913189362E-4</c:v>
                </c:pt>
                <c:pt idx="659">
                  <c:v>-5.4407891660852305E-4</c:v>
                </c:pt>
                <c:pt idx="660">
                  <c:v>-5.2931121593021325E-4</c:v>
                </c:pt>
                <c:pt idx="661">
                  <c:v>-5.1452028285596345E-4</c:v>
                </c:pt>
                <c:pt idx="662">
                  <c:v>-4.9970667453942436E-4</c:v>
                </c:pt>
                <c:pt idx="663">
                  <c:v>-4.8487094951208792E-4</c:v>
                </c:pt>
                <c:pt idx="664">
                  <c:v>-4.7001366766634769E-4</c:v>
                </c:pt>
                <c:pt idx="665">
                  <c:v>-4.5513539023842958E-4</c:v>
                </c:pt>
                <c:pt idx="666">
                  <c:v>-4.4023667979119511E-4</c:v>
                </c:pt>
                <c:pt idx="667">
                  <c:v>-4.2531810019681541E-4</c:v>
                </c:pt>
                <c:pt idx="668">
                  <c:v>-4.1038021661931538E-4</c:v>
                </c:pt>
                <c:pt idx="669">
                  <c:v>-3.9542359549698381E-4</c:v>
                </c:pt>
                <c:pt idx="670">
                  <c:v>-3.8044880452465E-4</c:v>
                </c:pt>
                <c:pt idx="671">
                  <c:v>-3.6545641263583322E-4</c:v>
                </c:pt>
                <c:pt idx="672">
                  <c:v>-3.5044698998476379E-4</c:v>
                </c:pt>
                <c:pt idx="673">
                  <c:v>-3.3542110792827799E-4</c:v>
                </c:pt>
                <c:pt idx="674">
                  <c:v>-3.20379339007585E-4</c:v>
                </c:pt>
                <c:pt idx="675">
                  <c:v>-3.0532225692990342E-4</c:v>
                </c:pt>
                <c:pt idx="676">
                  <c:v>-2.9025043654996402E-4</c:v>
                </c:pt>
                <c:pt idx="677">
                  <c:v>-2.7516445385137678E-4</c:v>
                </c:pt>
                <c:pt idx="678">
                  <c:v>-2.6006488592785929E-4</c:v>
                </c:pt>
                <c:pt idx="679">
                  <c:v>-2.4495231096432769E-4</c:v>
                </c:pt>
                <c:pt idx="680">
                  <c:v>-2.2982730821785111E-4</c:v>
                </c:pt>
                <c:pt idx="681">
                  <c:v>-2.1469045799846841E-4</c:v>
                </c:pt>
                <c:pt idx="682">
                  <c:v>-1.9954234164987219E-4</c:v>
                </c:pt>
                <c:pt idx="683">
                  <c:v>-1.843835415299588E-4</c:v>
                </c:pt>
                <c:pt idx="684">
                  <c:v>-1.6921464099124481E-4</c:v>
                </c:pt>
                <c:pt idx="685">
                  <c:v>-1.5403622436115089E-4</c:v>
                </c:pt>
                <c:pt idx="686">
                  <c:v>-1.3884887692215391E-4</c:v>
                </c:pt>
                <c:pt idx="687">
                  <c:v>-1.2365318489180539E-4</c:v>
                </c:pt>
                <c:pt idx="688">
                  <c:v>-1.084497354026176E-4</c:v>
                </c:pt>
                <c:pt idx="689">
                  <c:v>-9.3239116481817077E-5</c:v>
                </c:pt>
                <c:pt idx="690">
                  <c:v>-7.8021917030964108E-5</c:v>
                </c:pt>
                <c:pt idx="691">
                  <c:v>-6.2798726805438077E-5</c:v>
                </c:pt>
                <c:pt idx="692">
                  <c:v>-4.7570136393786138E-5</c:v>
                </c:pt>
                <c:pt idx="693">
                  <c:v>-3.2336737196935397E-5</c:v>
                </c:pt>
                <c:pt idx="694">
                  <c:v>-1.7099121407266629E-5</c:v>
                </c:pt>
                <c:pt idx="695">
                  <c:v>-1.8578819875482091E-6</c:v>
                </c:pt>
                <c:pt idx="696">
                  <c:v>1.338638735026949E-5</c:v>
                </c:pt>
                <c:pt idx="697">
                  <c:v>2.8633092166398569E-5</c:v>
                </c:pt>
                <c:pt idx="698">
                  <c:v>4.3881637314695933E-5</c:v>
                </c:pt>
                <c:pt idx="699">
                  <c:v>5.9131426964282398E-5</c:v>
                </c:pt>
                <c:pt idx="700">
                  <c:v>7.4381864621297943E-5</c:v>
                </c:pt>
                <c:pt idx="701">
                  <c:v>8.9632353150791621E-5</c:v>
                </c:pt>
                <c:pt idx="702">
                  <c:v>1.048822947987447E-4</c:v>
                </c:pt>
                <c:pt idx="703">
                  <c:v>1.201310912142256E-4</c:v>
                </c:pt>
                <c:pt idx="704">
                  <c:v>1.3537814347167561E-4</c:v>
                </c:pt>
                <c:pt idx="705">
                  <c:v>1.5062285209332309E-4</c:v>
                </c:pt>
                <c:pt idx="706">
                  <c:v>1.6586461707172859E-4</c:v>
                </c:pt>
                <c:pt idx="707">
                  <c:v>1.8110283789245959E-4</c:v>
                </c:pt>
                <c:pt idx="708">
                  <c:v>1.963369135568985E-4</c:v>
                </c:pt>
                <c:pt idx="709">
                  <c:v>2.1156624260518529E-4</c:v>
                </c:pt>
                <c:pt idx="710">
                  <c:v>2.2679022313929631E-4</c:v>
                </c:pt>
                <c:pt idx="711">
                  <c:v>2.420082528462573E-4</c:v>
                </c:pt>
                <c:pt idx="712">
                  <c:v>2.5721972902149057E-4</c:v>
                </c:pt>
                <c:pt idx="713">
                  <c:v>2.7242404859229128E-4</c:v>
                </c:pt>
                <c:pt idx="714">
                  <c:v>2.876206081414346E-4</c:v>
                </c:pt>
                <c:pt idx="715">
                  <c:v>3.028088039309155E-4</c:v>
                </c:pt>
                <c:pt idx="716">
                  <c:v>3.179880319258211E-4</c:v>
                </c:pt>
                <c:pt idx="717">
                  <c:v>3.3315768781833668E-4</c:v>
                </c:pt>
                <c:pt idx="718">
                  <c:v>3.4831716705188351E-4</c:v>
                </c:pt>
                <c:pt idx="719">
                  <c:v>3.6346586484538741E-4</c:v>
                </c:pt>
                <c:pt idx="720">
                  <c:v>3.7860317621767617E-4</c:v>
                </c:pt>
                <c:pt idx="721">
                  <c:v>3.9372849601200299E-4</c:v>
                </c:pt>
                <c:pt idx="722">
                  <c:v>4.0884121892069322E-4</c:v>
                </c:pt>
                <c:pt idx="723">
                  <c:v>4.2394073950991249E-4</c:v>
                </c:pt>
                <c:pt idx="724">
                  <c:v>4.3902645224455921E-4</c:v>
                </c:pt>
                <c:pt idx="725">
                  <c:v>4.5409775151327618E-4</c:v>
                </c:pt>
                <c:pt idx="726">
                  <c:v>4.6915403165358752E-4</c:v>
                </c:pt>
                <c:pt idx="727">
                  <c:v>4.8419468697715612E-4</c:v>
                </c:pt>
                <c:pt idx="728">
                  <c:v>4.9921911179516738E-4</c:v>
                </c:pt>
                <c:pt idx="729">
                  <c:v>5.1422670044383564E-4</c:v>
                </c:pt>
                <c:pt idx="730">
                  <c:v>5.2921684731003637E-4</c:v>
                </c:pt>
                <c:pt idx="731">
                  <c:v>5.4418894685706186E-4</c:v>
                </c:pt>
                <c:pt idx="732">
                  <c:v>5.5914239365050043E-4</c:v>
                </c:pt>
                <c:pt idx="733">
                  <c:v>5.7407658238423521E-4</c:v>
                </c:pt>
                <c:pt idx="734">
                  <c:v>5.8899090790656195E-4</c:v>
                </c:pt>
                <c:pt idx="735">
                  <c:v>6.0388476524642402E-4</c:v>
                </c:pt>
                <c:pt idx="736">
                  <c:v>6.1875754963976073E-4</c:v>
                </c:pt>
                <c:pt idx="737">
                  <c:v>6.3360865655596793E-4</c:v>
                </c:pt>
                <c:pt idx="738">
                  <c:v>6.4843748172446964E-4</c:v>
                </c:pt>
                <c:pt idx="739">
                  <c:v>6.6324342116140067E-4</c:v>
                </c:pt>
                <c:pt idx="740">
                  <c:v>6.7802587119639678E-4</c:v>
                </c:pt>
                <c:pt idx="741">
                  <c:v>6.9278422849949417E-4</c:v>
                </c:pt>
                <c:pt idx="742">
                  <c:v>7.0751789010813559E-4</c:v>
                </c:pt>
                <c:pt idx="743">
                  <c:v>7.2222625345428335E-4</c:v>
                </c:pt>
                <c:pt idx="744">
                  <c:v>7.3690871639163567E-4</c:v>
                </c:pt>
                <c:pt idx="745">
                  <c:v>7.5156467722294713E-4</c:v>
                </c:pt>
                <c:pt idx="746">
                  <c:v>7.6619353472744849E-4</c:v>
                </c:pt>
                <c:pt idx="747">
                  <c:v>7.8079468818836862E-4</c:v>
                </c:pt>
                <c:pt idx="748">
                  <c:v>7.9536753742055289E-4</c:v>
                </c:pt>
                <c:pt idx="749">
                  <c:v>8.0991148279818085E-4</c:v>
                </c:pt>
                <c:pt idx="750">
                  <c:v>8.2442592528257587E-4</c:v>
                </c:pt>
                <c:pt idx="751">
                  <c:v>8.3891026645010742E-4</c:v>
                </c:pt>
                <c:pt idx="752">
                  <c:v>8.533639085201776E-4</c:v>
                </c:pt>
                <c:pt idx="753">
                  <c:v>8.6778625438329183E-4</c:v>
                </c:pt>
                <c:pt idx="754">
                  <c:v>8.821767076292135E-4</c:v>
                </c:pt>
                <c:pt idx="755">
                  <c:v>8.9653467257519513E-4</c:v>
                </c:pt>
                <c:pt idx="756">
                  <c:v>9.1085955429429262E-4</c:v>
                </c:pt>
                <c:pt idx="757">
                  <c:v>9.2515075864376111E-4</c:v>
                </c:pt>
                <c:pt idx="758">
                  <c:v>9.394076922935329E-4</c:v>
                </c:pt>
                <c:pt idx="759">
                  <c:v>9.5362976275477069E-4</c:v>
                </c:pt>
                <c:pt idx="760">
                  <c:v>9.6781637840849251E-4</c:v>
                </c:pt>
                <c:pt idx="761">
                  <c:v>9.8196694853426233E-4</c:v>
                </c:pt>
                <c:pt idx="762">
                  <c:v>9.9608088333894766E-4</c:v>
                </c:pt>
                <c:pt idx="763">
                  <c:v>1.0101575939855439E-3</c:v>
                </c:pt>
                <c:pt idx="764">
                  <c:v>1.024196492622061E-3</c:v>
                </c:pt>
                <c:pt idx="765">
                  <c:v>1.0381969924104729E-3</c:v>
                </c:pt>
                <c:pt idx="766">
                  <c:v>1.0521585075557291E-3</c:v>
                </c:pt>
                <c:pt idx="767">
                  <c:v>1.066080453334806E-3</c:v>
                </c:pt>
                <c:pt idx="768">
                  <c:v>1.0799622461258259E-3</c:v>
                </c:pt>
                <c:pt idx="769">
                  <c:v>1.0938033034372111E-3</c:v>
                </c:pt>
                <c:pt idx="770">
                  <c:v>1.1076030439368849E-3</c:v>
                </c:pt>
                <c:pt idx="771">
                  <c:v>1.1213608874815219E-3</c:v>
                </c:pt>
                <c:pt idx="772">
                  <c:v>1.1350762551458309E-3</c:v>
                </c:pt>
                <c:pt idx="773">
                  <c:v>1.1487485692518731E-3</c:v>
                </c:pt>
                <c:pt idx="774">
                  <c:v>1.162377253398424E-3</c:v>
                </c:pt>
                <c:pt idx="775">
                  <c:v>1.175961732490363E-3</c:v>
                </c:pt>
                <c:pt idx="776">
                  <c:v>1.1895014327680941E-3</c:v>
                </c:pt>
                <c:pt idx="777">
                  <c:v>1.202995781836992E-3</c:v>
                </c:pt>
                <c:pt idx="778">
                  <c:v>1.2164442086968731E-3</c:v>
                </c:pt>
                <c:pt idx="779">
                  <c:v>1.2298461437714779E-3</c:v>
                </c:pt>
                <c:pt idx="780">
                  <c:v>1.243201018937987E-3</c:v>
                </c:pt>
                <c:pt idx="781">
                  <c:v>1.2565082675565389E-3</c:v>
                </c:pt>
                <c:pt idx="782">
                  <c:v>1.269767324499773E-3</c:v>
                </c:pt>
                <c:pt idx="783">
                  <c:v>1.282977626182382E-3</c:v>
                </c:pt>
                <c:pt idx="784">
                  <c:v>1.2961386105906779E-3</c:v>
                </c:pt>
                <c:pt idx="785">
                  <c:v>1.309249717312171E-3</c:v>
                </c:pt>
                <c:pt idx="786">
                  <c:v>1.322310387565142E-3</c:v>
                </c:pt>
                <c:pt idx="787">
                  <c:v>1.33532006422823E-3</c:v>
                </c:pt>
                <c:pt idx="788">
                  <c:v>1.3482781918700141E-3</c:v>
                </c:pt>
                <c:pt idx="789">
                  <c:v>1.3611842167785949E-3</c:v>
                </c:pt>
                <c:pt idx="790">
                  <c:v>1.374037586991169E-3</c:v>
                </c:pt>
                <c:pt idx="791">
                  <c:v>1.3868377523235959E-3</c:v>
                </c:pt>
                <c:pt idx="792">
                  <c:v>1.399584164399958E-3</c:v>
                </c:pt>
                <c:pt idx="793">
                  <c:v>1.4122762766821039E-3</c:v>
                </c:pt>
                <c:pt idx="794">
                  <c:v>1.4249135444991689E-3</c:v>
                </c:pt>
                <c:pt idx="795">
                  <c:v>1.4374954250770729E-3</c:v>
                </c:pt>
                <c:pt idx="796">
                  <c:v>1.4500213775680039E-3</c:v>
                </c:pt>
                <c:pt idx="797">
                  <c:v>1.462490863079867E-3</c:v>
                </c:pt>
                <c:pt idx="798">
                  <c:v>1.4749033447057111E-3</c:v>
                </c:pt>
                <c:pt idx="799">
                  <c:v>1.4872582875531219E-3</c:v>
                </c:pt>
                <c:pt idx="800">
                  <c:v>1.4995551587735801E-3</c:v>
                </c:pt>
                <c:pt idx="801">
                  <c:v>1.5117934275917829E-3</c:v>
                </c:pt>
                <c:pt idx="802">
                  <c:v>1.5239725653349359E-3</c:v>
                </c:pt>
                <c:pt idx="803">
                  <c:v>1.536092045461995E-3</c:v>
                </c:pt>
                <c:pt idx="804">
                  <c:v>1.548151343592867E-3</c:v>
                </c:pt>
                <c:pt idx="805">
                  <c:v>1.560149937537555E-3</c:v>
                </c:pt>
                <c:pt idx="806">
                  <c:v>1.5720873073252529E-3</c:v>
                </c:pt>
                <c:pt idx="807">
                  <c:v>1.5839629352333751E-3</c:v>
                </c:pt>
                <c:pt idx="808">
                  <c:v>1.59577630581654E-3</c:v>
                </c:pt>
                <c:pt idx="809">
                  <c:v>1.6075269059354831E-3</c:v>
                </c:pt>
                <c:pt idx="810">
                  <c:v>1.619214224785915E-3</c:v>
                </c:pt>
                <c:pt idx="811">
                  <c:v>1.630837753927304E-3</c:v>
                </c:pt>
                <c:pt idx="812">
                  <c:v>1.642396987311592E-3</c:v>
                </c:pt>
                <c:pt idx="813">
                  <c:v>1.653891421311845E-3</c:v>
                </c:pt>
                <c:pt idx="814">
                  <c:v>1.6653205547508231E-3</c:v>
                </c:pt>
                <c:pt idx="815">
                  <c:v>1.676683888929491E-3</c:v>
                </c:pt>
                <c:pt idx="816">
                  <c:v>1.687980927655437E-3</c:v>
                </c:pt>
                <c:pt idx="817">
                  <c:v>1.6992111772712361E-3</c:v>
                </c:pt>
                <c:pt idx="818">
                  <c:v>1.7103741466827161E-3</c:v>
                </c:pt>
                <c:pt idx="819">
                  <c:v>1.7214693473871501E-3</c:v>
                </c:pt>
                <c:pt idx="820">
                  <c:v>1.73249629350136E-3</c:v>
                </c:pt>
                <c:pt idx="821">
                  <c:v>1.7434545017897139E-3</c:v>
                </c:pt>
                <c:pt idx="822">
                  <c:v>1.754343491692048E-3</c:v>
                </c:pt>
                <c:pt idx="823">
                  <c:v>1.7651627853514651E-3</c:v>
                </c:pt>
                <c:pt idx="824">
                  <c:v>1.7759119076420601E-3</c:v>
                </c:pt>
                <c:pt idx="825">
                  <c:v>1.7865903861965259E-3</c:v>
                </c:pt>
                <c:pt idx="826">
                  <c:v>1.797197751433667E-3</c:v>
                </c:pt>
                <c:pt idx="827">
                  <c:v>1.807733536585805E-3</c:v>
                </c:pt>
                <c:pt idx="828">
                  <c:v>1.8181972777260619E-3</c:v>
                </c:pt>
                <c:pt idx="829">
                  <c:v>1.8285885137955581E-3</c:v>
                </c:pt>
                <c:pt idx="830">
                  <c:v>1.8389067866304649E-3</c:v>
                </c:pt>
                <c:pt idx="831">
                  <c:v>1.849151640988972E-3</c:v>
                </c:pt>
                <c:pt idx="832">
                  <c:v>1.8593226245781119E-3</c:v>
                </c:pt>
                <c:pt idx="833">
                  <c:v>1.8694192880804789E-3</c:v>
                </c:pt>
                <c:pt idx="834">
                  <c:v>1.8794411851808131E-3</c:v>
                </c:pt>
                <c:pt idx="835">
                  <c:v>1.889387872592441E-3</c:v>
                </c:pt>
                <c:pt idx="836">
                  <c:v>1.899258910083591E-3</c:v>
                </c:pt>
                <c:pt idx="837">
                  <c:v>1.9090538605035601E-3</c:v>
                </c:pt>
                <c:pt idx="838">
                  <c:v>1.9187722898087449E-3</c:v>
                </c:pt>
                <c:pt idx="839">
                  <c:v>1.928413767088533E-3</c:v>
                </c:pt>
                <c:pt idx="840">
                  <c:v>1.9379778645910581E-3</c:v>
                </c:pt>
                <c:pt idx="841">
                  <c:v>1.947464157748813E-3</c:v>
                </c:pt>
                <c:pt idx="842">
                  <c:v>1.9568722252041172E-3</c:v>
                </c:pt>
                <c:pt idx="843">
                  <c:v>1.9662016488344431E-3</c:v>
                </c:pt>
                <c:pt idx="844">
                  <c:v>1.9754520137775862E-3</c:v>
                </c:pt>
                <c:pt idx="845">
                  <c:v>1.984622908456685E-3</c:v>
                </c:pt>
                <c:pt idx="846">
                  <c:v>1.993713924605079E-3</c:v>
                </c:pt>
                <c:pt idx="847">
                  <c:v>2.002724657291012E-3</c:v>
                </c:pt>
                <c:pt idx="848">
                  <c:v>2.0116547049421839E-3</c:v>
                </c:pt>
                <c:pt idx="849">
                  <c:v>2.020503669370123E-3</c:v>
                </c:pt>
                <c:pt idx="850">
                  <c:v>2.0292711557943922E-3</c:v>
                </c:pt>
                <c:pt idx="851">
                  <c:v>2.0379567728666232E-3</c:v>
                </c:pt>
                <c:pt idx="852">
                  <c:v>2.04656013269438E-3</c:v>
                </c:pt>
                <c:pt idx="853">
                  <c:v>2.0550808508648299E-3</c:v>
                </c:pt>
                <c:pt idx="854">
                  <c:v>2.063518546468252E-3</c:v>
                </c:pt>
                <c:pt idx="855">
                  <c:v>2.0718728421213481E-3</c:v>
                </c:pt>
                <c:pt idx="856">
                  <c:v>2.0801433639903739E-3</c:v>
                </c:pt>
                <c:pt idx="857">
                  <c:v>2.088329741814074E-3</c:v>
                </c:pt>
                <c:pt idx="858">
                  <c:v>2.0964316089264259E-3</c:v>
                </c:pt>
                <c:pt idx="859">
                  <c:v>2.1044486022791932E-3</c:v>
                </c:pt>
                <c:pt idx="860">
                  <c:v>2.1123803624642939E-3</c:v>
                </c:pt>
                <c:pt idx="861">
                  <c:v>2.1202265337359788E-3</c:v>
                </c:pt>
                <c:pt idx="862">
                  <c:v>2.1279867640328211E-3</c:v>
                </c:pt>
                <c:pt idx="863">
                  <c:v>2.1356607049994969E-3</c:v>
                </c:pt>
                <c:pt idx="864">
                  <c:v>2.143248012008379E-3</c:v>
                </c:pt>
                <c:pt idx="865">
                  <c:v>2.15074834418091E-3</c:v>
                </c:pt>
                <c:pt idx="866">
                  <c:v>2.158161364408784E-3</c:v>
                </c:pt>
                <c:pt idx="867">
                  <c:v>2.165486739374921E-3</c:v>
                </c:pt>
                <c:pt idx="868">
                  <c:v>2.1727241395742428E-3</c:v>
                </c:pt>
                <c:pt idx="869">
                  <c:v>2.17987323933425E-3</c:v>
                </c:pt>
                <c:pt idx="870">
                  <c:v>2.1869337168353808E-3</c:v>
                </c:pt>
                <c:pt idx="871">
                  <c:v>2.1939052541311622E-3</c:v>
                </c:pt>
                <c:pt idx="872">
                  <c:v>2.2007875371681282E-3</c:v>
                </c:pt>
                <c:pt idx="873">
                  <c:v>2.2075802558055272E-3</c:v>
                </c:pt>
                <c:pt idx="874">
                  <c:v>2.214283103834805E-3</c:v>
                </c:pt>
                <c:pt idx="875">
                  <c:v>2.2208957789988568E-3</c:v>
                </c:pt>
                <c:pt idx="876">
                  <c:v>2.227417983011069E-3</c:v>
                </c:pt>
                <c:pt idx="877">
                  <c:v>2.233849421574115E-3</c:v>
                </c:pt>
                <c:pt idx="878">
                  <c:v>2.2401898043985478E-3</c:v>
                </c:pt>
                <c:pt idx="879">
                  <c:v>2.246438845221143E-3</c:v>
                </c:pt>
                <c:pt idx="880">
                  <c:v>2.2525962618230159E-3</c:v>
                </c:pt>
                <c:pt idx="881">
                  <c:v>2.2586617760475092E-3</c:v>
                </c:pt>
                <c:pt idx="882">
                  <c:v>2.2646351138178229E-3</c:v>
                </c:pt>
                <c:pt idx="883">
                  <c:v>2.2705160051544201E-3</c:v>
                </c:pt>
                <c:pt idx="884">
                  <c:v>2.2763041841921809E-3</c:v>
                </c:pt>
                <c:pt idx="885">
                  <c:v>2.281999389197314E-3</c:v>
                </c:pt>
                <c:pt idx="886">
                  <c:v>2.2876013625840238E-3</c:v>
                </c:pt>
                <c:pt idx="887">
                  <c:v>2.2931098509309249E-3</c:v>
                </c:pt>
                <c:pt idx="888">
                  <c:v>2.298524604997204E-3</c:v>
                </c:pt>
                <c:pt idx="889">
                  <c:v>2.303845379738525E-3</c:v>
                </c:pt>
                <c:pt idx="890">
                  <c:v>2.3090719343226971E-3</c:v>
                </c:pt>
                <c:pt idx="891">
                  <c:v>2.3142040321450829E-3</c:v>
                </c:pt>
                <c:pt idx="892">
                  <c:v>2.3192414408437548E-3</c:v>
                </c:pt>
                <c:pt idx="893">
                  <c:v>2.3241839323143989E-3</c:v>
                </c:pt>
                <c:pt idx="894">
                  <c:v>2.3290312827249611E-3</c:v>
                </c:pt>
                <c:pt idx="895">
                  <c:v>2.3337832725300349E-3</c:v>
                </c:pt>
                <c:pt idx="896">
                  <c:v>2.338439686484989E-3</c:v>
                </c:pt>
                <c:pt idx="897">
                  <c:v>2.3430003136598238E-3</c:v>
                </c:pt>
                <c:pt idx="898">
                  <c:v>2.3474649474527799E-3</c:v>
                </c:pt>
                <c:pt idx="899">
                  <c:v>2.351833385603679E-3</c:v>
                </c:pt>
                <c:pt idx="900">
                  <c:v>2.3561054302069992E-3</c:v>
                </c:pt>
                <c:pt idx="901">
                  <c:v>2.3602808877246891E-3</c:v>
                </c:pt>
                <c:pt idx="902">
                  <c:v>2.3643595689987031E-3</c:v>
                </c:pt>
                <c:pt idx="903">
                  <c:v>2.3683412892632752E-3</c:v>
                </c:pt>
                <c:pt idx="904">
                  <c:v>2.3722258681569092E-3</c:v>
                </c:pt>
                <c:pt idx="905">
                  <c:v>2.376013129734109E-3</c:v>
                </c:pt>
                <c:pt idx="906">
                  <c:v>2.3797029024768259E-3</c:v>
                </c:pt>
                <c:pt idx="907">
                  <c:v>2.383295019305641E-3</c:v>
                </c:pt>
                <c:pt idx="908">
                  <c:v>2.3867893175906658E-3</c:v>
                </c:pt>
                <c:pt idx="909">
                  <c:v>2.390185639162162E-3</c:v>
                </c:pt>
                <c:pt idx="910">
                  <c:v>2.3934838303208668E-3</c:v>
                </c:pt>
                <c:pt idx="911">
                  <c:v>2.3966837418480502E-3</c:v>
                </c:pt>
                <c:pt idx="912">
                  <c:v>2.3997852290152701E-3</c:v>
                </c:pt>
                <c:pt idx="913">
                  <c:v>2.4027881515938689E-3</c:v>
                </c:pt>
                <c:pt idx="914">
                  <c:v>2.4056923738641641E-3</c:v>
                </c:pt>
                <c:pt idx="915">
                  <c:v>2.4084977646243681E-3</c:v>
                </c:pt>
                <c:pt idx="916">
                  <c:v>2.4112041971992172E-3</c:v>
                </c:pt>
                <c:pt idx="917">
                  <c:v>2.4138115494483098E-3</c:v>
                </c:pt>
                <c:pt idx="918">
                  <c:v>2.4163197037741771E-3</c:v>
                </c:pt>
                <c:pt idx="919">
                  <c:v>2.4187285471300472E-3</c:v>
                </c:pt>
                <c:pt idx="920">
                  <c:v>2.4210379710273501E-3</c:v>
                </c:pt>
                <c:pt idx="921">
                  <c:v>2.4232478715429211E-3</c:v>
                </c:pt>
                <c:pt idx="922">
                  <c:v>2.42535814932592E-3</c:v>
                </c:pt>
                <c:pt idx="923">
                  <c:v>2.427368709604456E-3</c:v>
                </c:pt>
                <c:pt idx="924">
                  <c:v>2.42927946219193E-3</c:v>
                </c:pt>
                <c:pt idx="925">
                  <c:v>2.4310903214930729E-3</c:v>
                </c:pt>
                <c:pt idx="926">
                  <c:v>2.4328012065097122E-3</c:v>
                </c:pt>
                <c:pt idx="927">
                  <c:v>2.434412040846233E-3</c:v>
                </c:pt>
                <c:pt idx="928">
                  <c:v>2.43592275271475E-3</c:v>
                </c:pt>
                <c:pt idx="929">
                  <c:v>2.4373332749399869E-3</c:v>
                </c:pt>
                <c:pt idx="930">
                  <c:v>2.4386435449638591E-3</c:v>
                </c:pt>
                <c:pt idx="931">
                  <c:v>2.439853504849755E-3</c:v>
                </c:pt>
                <c:pt idx="932">
                  <c:v>2.440963101286533E-3</c:v>
                </c:pt>
                <c:pt idx="933">
                  <c:v>2.4419722855922041E-3</c:v>
                </c:pt>
                <c:pt idx="934">
                  <c:v>2.442881013717335E-3</c:v>
                </c:pt>
                <c:pt idx="935">
                  <c:v>2.443689246248141E-3</c:v>
                </c:pt>
                <c:pt idx="936">
                  <c:v>2.4443969484092901E-3</c:v>
                </c:pt>
                <c:pt idx="937">
                  <c:v>2.4450040900663968E-3</c:v>
                </c:pt>
                <c:pt idx="938">
                  <c:v>2.445510645728231E-3</c:v>
                </c:pt>
                <c:pt idx="939">
                  <c:v>2.4459165945486189E-3</c:v>
                </c:pt>
                <c:pt idx="940">
                  <c:v>2.4462219203280479E-3</c:v>
                </c:pt>
                <c:pt idx="941">
                  <c:v>2.44642661151497E-3</c:v>
                </c:pt>
                <c:pt idx="942">
                  <c:v>2.4465306612068212E-3</c:v>
                </c:pt>
                <c:pt idx="943">
                  <c:v>2.4465340671507361E-3</c:v>
                </c:pt>
                <c:pt idx="944">
                  <c:v>2.4464368317439751E-3</c:v>
                </c:pt>
                <c:pt idx="945">
                  <c:v>2.4462389620340521E-3</c:v>
                </c:pt>
                <c:pt idx="946">
                  <c:v>2.4459404697185641E-3</c:v>
                </c:pt>
                <c:pt idx="947">
                  <c:v>2.4455413711447251E-3</c:v>
                </c:pt>
                <c:pt idx="948">
                  <c:v>2.4450416873086031E-3</c:v>
                </c:pt>
                <c:pt idx="949">
                  <c:v>2.444441443854055E-3</c:v>
                </c:pt>
                <c:pt idx="950">
                  <c:v>2.443740671071358E-3</c:v>
                </c:pt>
                <c:pt idx="951">
                  <c:v>2.4429394038955571E-3</c:v>
                </c:pt>
                <c:pt idx="952">
                  <c:v>2.442037681904497E-3</c:v>
                </c:pt>
                <c:pt idx="953">
                  <c:v>2.441035549316579E-3</c:v>
                </c:pt>
                <c:pt idx="954">
                  <c:v>2.4399330549882111E-3</c:v>
                </c:pt>
                <c:pt idx="955">
                  <c:v>2.4387302524109611E-3</c:v>
                </c:pt>
                <c:pt idx="956">
                  <c:v>2.4374271997084258E-3</c:v>
                </c:pt>
                <c:pt idx="957">
                  <c:v>2.436023959632798E-3</c:v>
                </c:pt>
                <c:pt idx="958">
                  <c:v>2.4345205995611251E-3</c:v>
                </c:pt>
                <c:pt idx="959">
                  <c:v>2.4329171914912939E-3</c:v>
                </c:pt>
                <c:pt idx="960">
                  <c:v>2.4312138120377042E-3</c:v>
                </c:pt>
                <c:pt idx="961">
                  <c:v>2.4294105424266551E-3</c:v>
                </c:pt>
                <c:pt idx="962">
                  <c:v>2.427507468491432E-3</c:v>
                </c:pt>
                <c:pt idx="963">
                  <c:v>2.4255046806671119E-3</c:v>
                </c:pt>
                <c:pt idx="964">
                  <c:v>2.4234022739850619E-3</c:v>
                </c:pt>
                <c:pt idx="965">
                  <c:v>2.4212003480671611E-3</c:v>
                </c:pt>
                <c:pt idx="966">
                  <c:v>2.418899007119708E-3</c:v>
                </c:pt>
                <c:pt idx="967">
                  <c:v>2.4164983599270582E-3</c:v>
                </c:pt>
                <c:pt idx="968">
                  <c:v>2.4139985198449532E-3</c:v>
                </c:pt>
                <c:pt idx="969">
                  <c:v>2.4113996047935831E-3</c:v>
                </c:pt>
                <c:pt idx="970">
                  <c:v>2.4087017372503429E-3</c:v>
                </c:pt>
                <c:pt idx="971">
                  <c:v>2.4059050442423111E-3</c:v>
                </c:pt>
                <c:pt idx="972">
                  <c:v>2.4030096573384421E-3</c:v>
                </c:pt>
                <c:pt idx="973">
                  <c:v>2.4000157126414711E-3</c:v>
                </c:pt>
                <c:pt idx="974">
                  <c:v>2.3969233507795361E-3</c:v>
                </c:pt>
                <c:pt idx="975">
                  <c:v>2.3937327168975309E-3</c:v>
                </c:pt>
                <c:pt idx="976">
                  <c:v>2.3904439606481729E-3</c:v>
                </c:pt>
                <c:pt idx="977">
                  <c:v>2.3870572361827909E-3</c:v>
                </c:pt>
                <c:pt idx="978">
                  <c:v>2.3835727021418382E-3</c:v>
                </c:pt>
                <c:pt idx="979">
                  <c:v>2.3799905216451158E-3</c:v>
                </c:pt>
                <c:pt idx="980">
                  <c:v>2.376310862281726E-3</c:v>
                </c:pt>
                <c:pt idx="981">
                  <c:v>2.372533896099737E-3</c:v>
                </c:pt>
                <c:pt idx="982">
                  <c:v>2.3686597995955798E-3</c:v>
                </c:pt>
                <c:pt idx="983">
                  <c:v>2.3646887537031552E-3</c:v>
                </c:pt>
                <c:pt idx="984">
                  <c:v>2.3606209437826691E-3</c:v>
                </c:pt>
                <c:pt idx="985">
                  <c:v>2.3564565596092091E-3</c:v>
                </c:pt>
                <c:pt idx="986">
                  <c:v>2.3521957953610379E-3</c:v>
                </c:pt>
                <c:pt idx="987">
                  <c:v>2.3478388496076192E-3</c:v>
                </c:pt>
                <c:pt idx="988">
                  <c:v>2.3433859252973629E-3</c:v>
                </c:pt>
                <c:pt idx="989">
                  <c:v>2.33883722974509E-3</c:v>
                </c:pt>
                <c:pt idx="990">
                  <c:v>2.3341929746192231E-3</c:v>
                </c:pt>
                <c:pt idx="991">
                  <c:v>2.3294533759286979E-3</c:v>
                </c:pt>
                <c:pt idx="992">
                  <c:v>2.32461865400962E-3</c:v>
                </c:pt>
                <c:pt idx="993">
                  <c:v>2.319689033511636E-3</c:v>
                </c:pt>
                <c:pt idx="994">
                  <c:v>2.3146647433840459E-3</c:v>
                </c:pt>
                <c:pt idx="995">
                  <c:v>2.3095460168616609E-3</c:v>
                </c:pt>
                <c:pt idx="996">
                  <c:v>2.3043330914503872E-3</c:v>
                </c:pt>
                <c:pt idx="997">
                  <c:v>2.29902620891257E-3</c:v>
                </c:pt>
                <c:pt idx="998">
                  <c:v>2.2936256152520668E-3</c:v>
                </c:pt>
                <c:pt idx="999">
                  <c:v>2.2881315606990719E-3</c:v>
                </c:pt>
                <c:pt idx="1000">
                  <c:v>2.282544299694675E-3</c:v>
                </c:pt>
                <c:pt idx="1001">
                  <c:v>2.2768640908751672E-3</c:v>
                </c:pt>
                <c:pt idx="1002">
                  <c:v>2.271091197056103E-3</c:v>
                </c:pt>
                <c:pt idx="1003">
                  <c:v>2.2652258852160988E-3</c:v>
                </c:pt>
                <c:pt idx="1004">
                  <c:v>2.2592684264803901E-3</c:v>
                </c:pt>
                <c:pt idx="1005">
                  <c:v>2.2532190961041332E-3</c:v>
                </c:pt>
                <c:pt idx="1006">
                  <c:v>2.247078173455477E-3</c:v>
                </c:pt>
                <c:pt idx="1007">
                  <c:v>2.2408459419983721E-3</c:v>
                </c:pt>
                <c:pt idx="1008">
                  <c:v>2.2345226892751418E-3</c:v>
                </c:pt>
                <c:pt idx="1009">
                  <c:v>2.2281087068888E-3</c:v>
                </c:pt>
                <c:pt idx="1010">
                  <c:v>2.2216042904851289E-3</c:v>
                </c:pt>
                <c:pt idx="1011">
                  <c:v>2.2150097397345271E-3</c:v>
                </c:pt>
                <c:pt idx="1012">
                  <c:v>2.2083253583136129E-3</c:v>
                </c:pt>
                <c:pt idx="1013">
                  <c:v>2.201551453886614E-3</c:v>
                </c:pt>
                <c:pt idx="1014">
                  <c:v>2.1946883380865108E-3</c:v>
                </c:pt>
                <c:pt idx="1015">
                  <c:v>2.1877363264959722E-3</c:v>
                </c:pt>
                <c:pt idx="1016">
                  <c:v>2.1806957386280501E-3</c:v>
                </c:pt>
                <c:pt idx="1017">
                  <c:v>2.1735668979066748E-3</c:v>
                </c:pt>
                <c:pt idx="1018">
                  <c:v>2.1663501316469208E-3</c:v>
                </c:pt>
                <c:pt idx="1019">
                  <c:v>2.1590457710350462E-3</c:v>
                </c:pt>
                <c:pt idx="1020">
                  <c:v>2.1516541511083149E-3</c:v>
                </c:pt>
                <c:pt idx="1021">
                  <c:v>2.1441756107346038E-3</c:v>
                </c:pt>
                <c:pt idx="1022">
                  <c:v>2.13661049259179E-3</c:v>
                </c:pt>
                <c:pt idx="1023">
                  <c:v>2.1289591431469311E-3</c:v>
                </c:pt>
                <c:pt idx="1024">
                  <c:v>2.121221912635223E-3</c:v>
                </c:pt>
                <c:pt idx="1025">
                  <c:v>2.1133991550387581E-3</c:v>
                </c:pt>
                <c:pt idx="1026">
                  <c:v>2.1054912280650691E-3</c:v>
                </c:pt>
                <c:pt idx="1027">
                  <c:v>2.0974984931254621E-3</c:v>
                </c:pt>
                <c:pt idx="1028">
                  <c:v>2.0894213153131568E-3</c:v>
                </c:pt>
                <c:pt idx="1029">
                  <c:v>2.0812600633812049E-3</c:v>
                </c:pt>
                <c:pt idx="1030">
                  <c:v>2.073015109720223E-3</c:v>
                </c:pt>
                <c:pt idx="1031">
                  <c:v>2.0646868303359199E-3</c:v>
                </c:pt>
                <c:pt idx="1032">
                  <c:v>2.056275604826427E-3</c:v>
                </c:pt>
                <c:pt idx="1033">
                  <c:v>2.0477818163594391E-3</c:v>
                </c:pt>
                <c:pt idx="1034">
                  <c:v>2.0392058516491658E-3</c:v>
                </c:pt>
                <c:pt idx="1035">
                  <c:v>2.0305481009331009E-3</c:v>
                </c:pt>
                <c:pt idx="1036">
                  <c:v>2.0218089579485958E-3</c:v>
                </c:pt>
                <c:pt idx="1037">
                  <c:v>2.012988819909251E-3</c:v>
                </c:pt>
                <c:pt idx="1038">
                  <c:v>2.004088087481128E-3</c:v>
                </c:pt>
                <c:pt idx="1039">
                  <c:v>1.995107164758772E-3</c:v>
                </c:pt>
                <c:pt idx="1040">
                  <c:v>1.9860464592410562E-3</c:v>
                </c:pt>
                <c:pt idx="1041">
                  <c:v>1.9769063818068518E-3</c:v>
                </c:pt>
                <c:pt idx="1042">
                  <c:v>1.967687346690518E-3</c:v>
                </c:pt>
                <c:pt idx="1043">
                  <c:v>1.958389771457218E-3</c:v>
                </c:pt>
                <c:pt idx="1044">
                  <c:v>1.949014076978063E-3</c:v>
                </c:pt>
                <c:pt idx="1045">
                  <c:v>1.939560687405085E-3</c:v>
                </c:pt>
                <c:pt idx="1046">
                  <c:v>1.9300300301460531E-3</c:v>
                </c:pt>
                <c:pt idx="1047">
                  <c:v>1.9204225358391189E-3</c:v>
                </c:pt>
                <c:pt idx="1048">
                  <c:v>1.910738638327297E-3</c:v>
                </c:pt>
                <c:pt idx="1049">
                  <c:v>1.900978774632795E-3</c:v>
                </c:pt>
                <c:pt idx="1050">
                  <c:v>1.891143384931181E-3</c:v>
                </c:pt>
                <c:pt idx="1051">
                  <c:v>1.8812329125254129E-3</c:v>
                </c:pt>
                <c:pt idx="1052">
                  <c:v>1.871247803819706E-3</c:v>
                </c:pt>
                <c:pt idx="1053">
                  <c:v>1.861188508293264E-3</c:v>
                </c:pt>
                <c:pt idx="1054">
                  <c:v>1.8510554784738639E-3</c:v>
                </c:pt>
                <c:pt idx="1055">
                  <c:v>1.840849169911303E-3</c:v>
                </c:pt>
                <c:pt idx="1056">
                  <c:v>1.830570041150706E-3</c:v>
                </c:pt>
                <c:pt idx="1057">
                  <c:v>1.820218553705703E-3</c:v>
                </c:pt>
                <c:pt idx="1058">
                  <c:v>1.809795172031469E-3</c:v>
                </c:pt>
                <c:pt idx="1059">
                  <c:v>1.7993003634976391E-3</c:v>
                </c:pt>
                <c:pt idx="1060">
                  <c:v>1.788734598361093E-3</c:v>
                </c:pt>
                <c:pt idx="1061">
                  <c:v>1.7780983497385991E-3</c:v>
                </c:pt>
                <c:pt idx="1062">
                  <c:v>1.7673920935793569E-3</c:v>
                </c:pt>
                <c:pt idx="1063">
                  <c:v>1.756616308637399E-3</c:v>
                </c:pt>
                <c:pt idx="1064">
                  <c:v>1.7457714764438929E-3</c:v>
                </c:pt>
                <c:pt idx="1065">
                  <c:v>1.7348580812793131E-3</c:v>
                </c:pt>
                <c:pt idx="1066">
                  <c:v>1.723876610145514E-3</c:v>
                </c:pt>
                <c:pt idx="1067">
                  <c:v>1.712827552737683E-3</c:v>
                </c:pt>
                <c:pt idx="1068">
                  <c:v>1.7017114014161951E-3</c:v>
                </c:pt>
                <c:pt idx="1069">
                  <c:v>1.690528651178364E-3</c:v>
                </c:pt>
                <c:pt idx="1070">
                  <c:v>1.6792797996300951E-3</c:v>
                </c:pt>
                <c:pt idx="1071">
                  <c:v>1.667965346957446E-3</c:v>
                </c:pt>
                <c:pt idx="1072">
                  <c:v>1.6565857958980869E-3</c:v>
                </c:pt>
                <c:pt idx="1073">
                  <c:v>1.645141651712674E-3</c:v>
                </c:pt>
                <c:pt idx="1074">
                  <c:v>1.6336334221561299E-3</c:v>
                </c:pt>
                <c:pt idx="1075">
                  <c:v>1.6220616174488481E-3</c:v>
                </c:pt>
                <c:pt idx="1076">
                  <c:v>1.610426750247798E-3</c:v>
                </c:pt>
                <c:pt idx="1077">
                  <c:v>1.598729335617561E-3</c:v>
                </c:pt>
                <c:pt idx="1078">
                  <c:v>1.5869698910012679E-3</c:v>
                </c:pt>
                <c:pt idx="1079">
                  <c:v>1.575148936191475E-3</c:v>
                </c:pt>
                <c:pt idx="1080">
                  <c:v>1.5632669933009469E-3</c:v>
                </c:pt>
                <c:pt idx="1081">
                  <c:v>1.5513245867333869E-3</c:v>
                </c:pt>
                <c:pt idx="1082">
                  <c:v>1.539322243154076E-3</c:v>
                </c:pt>
                <c:pt idx="1083">
                  <c:v>1.5272604914604549E-3</c:v>
                </c:pt>
                <c:pt idx="1084">
                  <c:v>1.5151398627526291E-3</c:v>
                </c:pt>
                <c:pt idx="1085">
                  <c:v>1.5029608903038109E-3</c:v>
                </c:pt>
                <c:pt idx="1086">
                  <c:v>1.490724109530701E-3</c:v>
                </c:pt>
                <c:pt idx="1087">
                  <c:v>1.478430057963806E-3</c:v>
                </c:pt>
                <c:pt idx="1088">
                  <c:v>1.466079275217696E-3</c:v>
                </c:pt>
                <c:pt idx="1089">
                  <c:v>1.453672302961208E-3</c:v>
                </c:pt>
                <c:pt idx="1090">
                  <c:v>1.441209684887598E-3</c:v>
                </c:pt>
                <c:pt idx="1091">
                  <c:v>1.4286919666846409E-3</c:v>
                </c:pt>
                <c:pt idx="1092">
                  <c:v>1.416119696004687E-3</c:v>
                </c:pt>
                <c:pt idx="1093">
                  <c:v>1.4034934224346849E-3</c:v>
                </c:pt>
                <c:pt idx="1094">
                  <c:v>1.3908136974661539E-3</c:v>
                </c:pt>
                <c:pt idx="1095">
                  <c:v>1.3780810744651319E-3</c:v>
                </c:pt>
                <c:pt idx="1096">
                  <c:v>1.365296108642076E-3</c:v>
                </c:pt>
                <c:pt idx="1097">
                  <c:v>1.3524593570217441E-3</c:v>
                </c:pt>
                <c:pt idx="1098">
                  <c:v>1.3395713784130369E-3</c:v>
                </c:pt>
                <c:pt idx="1099">
                  <c:v>1.326632733378807E-3</c:v>
                </c:pt>
                <c:pt idx="1100">
                  <c:v>1.3136439842056629E-3</c:v>
                </c:pt>
                <c:pt idx="1101">
                  <c:v>1.300605694873733E-3</c:v>
                </c:pt>
                <c:pt idx="1102">
                  <c:v>1.287518431026429E-3</c:v>
                </c:pt>
                <c:pt idx="1103">
                  <c:v>1.274382759940186E-3</c:v>
                </c:pt>
                <c:pt idx="1104">
                  <c:v>1.2611992504941911E-3</c:v>
                </c:pt>
                <c:pt idx="1105">
                  <c:v>1.247968473140106E-3</c:v>
                </c:pt>
                <c:pt idx="1106">
                  <c:v>1.2346909998717851E-3</c:v>
                </c:pt>
                <c:pt idx="1107">
                  <c:v>1.2213674041949871E-3</c:v>
                </c:pt>
                <c:pt idx="1108">
                  <c:v>1.207998261097083E-3</c:v>
                </c:pt>
                <c:pt idx="1109">
                  <c:v>1.194584147016758E-3</c:v>
                </c:pt>
                <c:pt idx="1110">
                  <c:v>1.1811256398137149E-3</c:v>
                </c:pt>
                <c:pt idx="1111">
                  <c:v>1.1676233187383829E-3</c:v>
                </c:pt>
                <c:pt idx="1112">
                  <c:v>1.154077764401638E-3</c:v>
                </c:pt>
                <c:pt idx="1113">
                  <c:v>1.1404895587445269E-3</c:v>
                </c:pt>
                <c:pt idx="1114">
                  <c:v>1.126859285008025E-3</c:v>
                </c:pt>
                <c:pt idx="1115">
                  <c:v>1.1131875277027991E-3</c:v>
                </c:pt>
                <c:pt idx="1116">
                  <c:v>1.0994748725790019E-3</c:v>
                </c:pt>
                <c:pt idx="1117">
                  <c:v>1.085721906596084E-3</c:v>
                </c:pt>
                <c:pt idx="1118">
                  <c:v>1.071929217892627E-3</c:v>
                </c:pt>
                <c:pt idx="1119">
                  <c:v>1.0580973957562041E-3</c:v>
                </c:pt>
                <c:pt idx="1120">
                  <c:v>1.044227030593271E-3</c:v>
                </c:pt>
                <c:pt idx="1121">
                  <c:v>1.030318713899076E-3</c:v>
                </c:pt>
                <c:pt idx="1122">
                  <c:v>1.016373038227618E-3</c:v>
                </c:pt>
                <c:pt idx="1123">
                  <c:v>1.0023905971616189E-3</c:v>
                </c:pt>
                <c:pt idx="1124">
                  <c:v>9.8837198528254678E-4</c:v>
                </c:pt>
                <c:pt idx="1125">
                  <c:v>9.7431779814066667E-4</c:v>
                </c:pt>
                <c:pt idx="1126">
                  <c:v>9.6022863222513437E-4</c:v>
                </c:pt>
                <c:pt idx="1127">
                  <c:v>9.4610508493412585E-4</c:v>
                </c:pt>
                <c:pt idx="1128">
                  <c:v>9.3194775454501265E-4</c:v>
                </c:pt>
                <c:pt idx="1129">
                  <c:v>9.1775724018458235E-4</c:v>
                </c:pt>
                <c:pt idx="1130">
                  <c:v>9.035341417993109E-4</c:v>
                </c:pt>
                <c:pt idx="1131">
                  <c:v>8.8927906012568588E-4</c:v>
                </c:pt>
                <c:pt idx="1132">
                  <c:v>8.7499259666058682E-4</c:v>
                </c:pt>
                <c:pt idx="1133">
                  <c:v>8.6067535363172512E-4</c:v>
                </c:pt>
                <c:pt idx="1134">
                  <c:v>8.4632793396814351E-4</c:v>
                </c:pt>
                <c:pt idx="1135">
                  <c:v>8.3195094127077468E-4</c:v>
                </c:pt>
                <c:pt idx="1136">
                  <c:v>8.1754497978306015E-4</c:v>
                </c:pt>
                <c:pt idx="1137">
                  <c:v>8.0311065436163183E-4</c:v>
                </c:pt>
                <c:pt idx="1138">
                  <c:v>7.8864857044705892E-4</c:v>
                </c:pt>
                <c:pt idx="1139">
                  <c:v>7.7415933403466642E-4</c:v>
                </c:pt>
                <c:pt idx="1140">
                  <c:v>7.5964355164542916E-4</c:v>
                </c:pt>
                <c:pt idx="1141">
                  <c:v>7.4510183029693924E-4</c:v>
                </c:pt>
                <c:pt idx="1142">
                  <c:v>7.3053477747445019E-4</c:v>
                </c:pt>
                <c:pt idx="1143">
                  <c:v>7.1594300110199591E-4</c:v>
                </c:pt>
                <c:pt idx="1144">
                  <c:v>7.0132710951359195E-4</c:v>
                </c:pt>
                <c:pt idx="1145">
                  <c:v>6.8668771142451561E-4</c:v>
                </c:pt>
                <c:pt idx="1146">
                  <c:v>6.720254159026703E-4</c:v>
                </c:pt>
                <c:pt idx="1147">
                  <c:v>6.573408323400367E-4</c:v>
                </c:pt>
                <c:pt idx="1148">
                  <c:v>6.426345704242108E-4</c:v>
                </c:pt>
                <c:pt idx="1149">
                  <c:v>6.2790724011003117E-4</c:v>
                </c:pt>
                <c:pt idx="1150">
                  <c:v>6.1315945159129924E-4</c:v>
                </c:pt>
                <c:pt idx="1151">
                  <c:v>5.9839181527258846E-4</c:v>
                </c:pt>
                <c:pt idx="1152">
                  <c:v>5.8360494174114453E-4</c:v>
                </c:pt>
                <c:pt idx="1153">
                  <c:v>5.6879944173887729E-4</c:v>
                </c:pt>
                <c:pt idx="1154">
                  <c:v>5.5397592613444882E-4</c:v>
                </c:pt>
                <c:pt idx="1155">
                  <c:v>5.3913500589546093E-4</c:v>
                </c:pt>
                <c:pt idx="1156">
                  <c:v>5.242772920607421E-4</c:v>
                </c:pt>
                <c:pt idx="1157">
                  <c:v>5.0940339571274064E-4</c:v>
                </c:pt>
                <c:pt idx="1158">
                  <c:v>4.9451392795002284E-4</c:v>
                </c:pt>
                <c:pt idx="1159">
                  <c:v>4.7960949985987841E-4</c:v>
                </c:pt>
                <c:pt idx="1160">
                  <c:v>4.6469072249103442E-4</c:v>
                </c:pt>
                <c:pt idx="1161">
                  <c:v>4.4975820682647888E-4</c:v>
                </c:pt>
                <c:pt idx="1162">
                  <c:v>4.3481256375639722E-4</c:v>
                </c:pt>
                <c:pt idx="1163">
                  <c:v>4.1985440405122211E-4</c:v>
                </c:pt>
                <c:pt idx="1164">
                  <c:v>4.0488433833479599E-4</c:v>
                </c:pt>
                <c:pt idx="1165">
                  <c:v>3.8990297705765009E-4</c:v>
                </c:pt>
                <c:pt idx="1166">
                  <c:v>3.7491093047040298E-4</c:v>
                </c:pt>
                <c:pt idx="1167">
                  <c:v>3.5990880859728173E-4</c:v>
                </c:pt>
                <c:pt idx="1168">
                  <c:v>3.4489722120976539E-4</c:v>
                </c:pt>
                <c:pt idx="1169">
                  <c:v>3.2987677780035282E-4</c:v>
                </c:pt>
                <c:pt idx="1170">
                  <c:v>3.1484808755644929E-4</c:v>
                </c:pt>
                <c:pt idx="1171">
                  <c:v>2.998117593343778E-4</c:v>
                </c:pt>
                <c:pt idx="1172">
                  <c:v>2.8476840163351369E-4</c:v>
                </c:pt>
                <c:pt idx="1173">
                  <c:v>2.6971862257054368E-4</c:v>
                </c:pt>
                <c:pt idx="1174">
                  <c:v>2.5466302985385439E-4</c:v>
                </c:pt>
                <c:pt idx="1175">
                  <c:v>2.396022307580521E-4</c:v>
                </c:pt>
                <c:pt idx="1176">
                  <c:v>2.245368320986152E-4</c:v>
                </c:pt>
                <c:pt idx="1177">
                  <c:v>2.094674402066804E-4</c:v>
                </c:pt>
                <c:pt idx="1178">
                  <c:v>1.9439466090395911E-4</c:v>
                </c:pt>
                <c:pt idx="1179">
                  <c:v>1.7931909947778549E-4</c:v>
                </c:pt>
                <c:pt idx="1180">
                  <c:v>1.6424136065629731E-4</c:v>
                </c:pt>
                <c:pt idx="1181">
                  <c:v>1.491620485837481E-4</c:v>
                </c:pt>
                <c:pt idx="1182">
                  <c:v>1.3408176679595161E-4</c:v>
                </c:pt>
                <c:pt idx="1183">
                  <c:v>1.1900111819585741E-4</c:v>
                </c:pt>
                <c:pt idx="1184">
                  <c:v>1.0392070502925769E-4</c:v>
                </c:pt>
                <c:pt idx="1185">
                  <c:v>8.8841128860627029E-5</c:v>
                </c:pt>
                <c:pt idx="1186">
                  <c:v>7.3762990549094249E-5</c:v>
                </c:pt>
                <c:pt idx="1187">
                  <c:v>5.8686890224549229E-5</c:v>
                </c:pt>
                <c:pt idx="1188">
                  <c:v>4.361342726388198E-5</c:v>
                </c:pt>
                <c:pt idx="1189">
                  <c:v>2.8543200267354621E-5</c:v>
                </c:pt>
                <c:pt idx="1190">
                  <c:v>1.347680703510617E-5</c:v>
                </c:pt>
                <c:pt idx="1191">
                  <c:v>-1.585155456208352E-6</c:v>
                </c:pt>
                <c:pt idx="1192">
                  <c:v>-1.6642091076643271E-5</c:v>
                </c:pt>
                <c:pt idx="1193">
                  <c:v>-3.1693404566051351E-5</c:v>
                </c:pt>
                <c:pt idx="1194">
                  <c:v>-4.6738501557035472E-5</c:v>
                </c:pt>
                <c:pt idx="1195">
                  <c:v>-6.1776788597761202E-5</c:v>
                </c:pt>
                <c:pt idx="1196">
                  <c:v>-7.6807673174629252E-5</c:v>
                </c:pt>
                <c:pt idx="1197">
                  <c:v>-9.1830563734806184E-5</c:v>
                </c:pt>
                <c:pt idx="1198">
                  <c:v>-1.068448697086119E-4</c:v>
                </c:pt>
                <c:pt idx="1199">
                  <c:v>-1.218500015317609E-4</c:v>
                </c:pt>
                <c:pt idx="1200">
                  <c:v>-1.3684537066745609E-4</c:v>
                </c:pt>
                <c:pt idx="1201">
                  <c:v>-1.5183038962833289E-4</c:v>
                </c:pt>
                <c:pt idx="1202">
                  <c:v>-1.6680447199825639E-4</c:v>
                </c:pt>
                <c:pt idx="1203">
                  <c:v>-1.8176703245396871E-4</c:v>
                </c:pt>
                <c:pt idx="1204">
                  <c:v>-1.9671748678658891E-4</c:v>
                </c:pt>
                <c:pt idx="1205">
                  <c:v>-2.1165525192296881E-4</c:v>
                </c:pt>
                <c:pt idx="1206">
                  <c:v>-2.2657974594690499E-4</c:v>
                </c:pt>
                <c:pt idx="1207">
                  <c:v>-2.414903881202115E-4</c:v>
                </c:pt>
                <c:pt idx="1208">
                  <c:v>-2.5638659890365019E-4</c:v>
                </c:pt>
                <c:pt idx="1209">
                  <c:v>-2.7126779997772182E-4</c:v>
                </c:pt>
                <c:pt idx="1210">
                  <c:v>-2.8613341426331272E-4</c:v>
                </c:pt>
                <c:pt idx="1211">
                  <c:v>-3.0098286594219852E-4</c:v>
                </c:pt>
                <c:pt idx="1212">
                  <c:v>-3.1581558047739992E-4</c:v>
                </c:pt>
                <c:pt idx="1213">
                  <c:v>-3.3063098463339212E-4</c:v>
                </c:pt>
                <c:pt idx="1214">
                  <c:v>-3.4542850649616407E-4</c:v>
                </c:pt>
                <c:pt idx="1215">
                  <c:v>-3.602075754931292E-4</c:v>
                </c:pt>
                <c:pt idx="1216">
                  <c:v>-3.7496762241288531E-4</c:v>
                </c:pt>
                <c:pt idx="1217">
                  <c:v>-3.8970807942482902E-4</c:v>
                </c:pt>
                <c:pt idx="1218">
                  <c:v>-4.0442838009862301E-4</c:v>
                </c:pt>
                <c:pt idx="1219">
                  <c:v>-4.1912795942352098E-4</c:v>
                </c:pt>
                <c:pt idx="1220">
                  <c:v>-4.3380625382754808E-4</c:v>
                </c:pt>
                <c:pt idx="1221">
                  <c:v>-4.4846270119653769E-4</c:v>
                </c:pt>
                <c:pt idx="1222">
                  <c:v>-4.6309674089302388E-4</c:v>
                </c:pt>
                <c:pt idx="1223">
                  <c:v>-4.777078137749848E-4</c:v>
                </c:pt>
                <c:pt idx="1224">
                  <c:v>-4.9229536221443619E-4</c:v>
                </c:pt>
                <c:pt idx="1225">
                  <c:v>-5.0685883011587535E-4</c:v>
                </c:pt>
                <c:pt idx="1226">
                  <c:v>-5.2139766293457263E-4</c:v>
                </c:pt>
                <c:pt idx="1227">
                  <c:v>-5.3591130769471338E-4</c:v>
                </c:pt>
                <c:pt idx="1228">
                  <c:v>-5.5039921300739116E-4</c:v>
                </c:pt>
                <c:pt idx="1229">
                  <c:v>-5.6486082908845266E-4</c:v>
                </c:pt>
                <c:pt idx="1230">
                  <c:v>-5.7929560777619782E-4</c:v>
                </c:pt>
                <c:pt idx="1231">
                  <c:v>-5.9370300254893774E-4</c:v>
                </c:pt>
                <c:pt idx="1232">
                  <c:v>-6.0808246854241084E-4</c:v>
                </c:pt>
                <c:pt idx="1233">
                  <c:v>-6.2243346256705707E-4</c:v>
                </c:pt>
                <c:pt idx="1234">
                  <c:v>-6.3675544312515183E-4</c:v>
                </c:pt>
                <c:pt idx="1235">
                  <c:v>-6.5104787042780121E-4</c:v>
                </c:pt>
                <c:pt idx="1236">
                  <c:v>-6.6531020641179728E-4</c:v>
                </c:pt>
                <c:pt idx="1237">
                  <c:v>-6.7954191475633283E-4</c:v>
                </c:pt>
                <c:pt idx="1238">
                  <c:v>-6.9374246089957481E-4</c:v>
                </c:pt>
                <c:pt idx="1239">
                  <c:v>-7.0791131205509615E-4</c:v>
                </c:pt>
                <c:pt idx="1240">
                  <c:v>-7.2204793722816863E-4</c:v>
                </c:pt>
                <c:pt idx="1241">
                  <c:v>-7.3615180723191629E-4</c:v>
                </c:pt>
                <c:pt idx="1242">
                  <c:v>-7.5022239470332898E-4</c:v>
                </c:pt>
                <c:pt idx="1243">
                  <c:v>-7.6425917411913403E-4</c:v>
                </c:pt>
                <c:pt idx="1244">
                  <c:v>-7.782616218115321E-4</c:v>
                </c:pt>
                <c:pt idx="1245">
                  <c:v>-7.922292159837955E-4</c:v>
                </c:pt>
                <c:pt idx="1246">
                  <c:v>-8.0616143672572992E-4</c:v>
                </c:pt>
                <c:pt idx="1247">
                  <c:v>-8.2005776602899969E-4</c:v>
                </c:pt>
                <c:pt idx="1248">
                  <c:v>-8.3391768780231813E-4</c:v>
                </c:pt>
                <c:pt idx="1249">
                  <c:v>-8.4774068788650019E-4</c:v>
                </c:pt>
                <c:pt idx="1250">
                  <c:v>-8.6152625406937453E-4</c:v>
                </c:pt>
                <c:pt idx="1251">
                  <c:v>-8.7527387610055287E-4</c:v>
                </c:pt>
                <c:pt idx="1252">
                  <c:v>-8.8898304570606001E-4</c:v>
                </c:pt>
                <c:pt idx="1253">
                  <c:v>-9.0265325660282276E-4</c:v>
                </c:pt>
                <c:pt idx="1254">
                  <c:v>-9.1628400451302251E-4</c:v>
                </c:pt>
                <c:pt idx="1255">
                  <c:v>-9.2987478717831084E-4</c:v>
                </c:pt>
                <c:pt idx="1256">
                  <c:v>-9.4342510437389344E-4</c:v>
                </c:pt>
                <c:pt idx="1257">
                  <c:v>-9.569344579224827E-4</c:v>
                </c:pt>
                <c:pt idx="1258">
                  <c:v>-9.7040235170812029E-4</c:v>
                </c:pt>
                <c:pt idx="1259">
                  <c:v>-9.8382829168986341E-4</c:v>
                </c:pt>
                <c:pt idx="1260">
                  <c:v>-9.9721178591533738E-4</c:v>
                </c:pt>
                <c:pt idx="1261">
                  <c:v>-1.010552344534155E-3</c:v>
                </c:pt>
                <c:pt idx="1262">
                  <c:v>-1.0238494798112019E-3</c:v>
                </c:pt>
                <c:pt idx="1263">
                  <c:v>-1.0371027061398001E-3</c:v>
                </c:pt>
                <c:pt idx="1264">
                  <c:v>-1.050311540054735E-3</c:v>
                </c:pt>
                <c:pt idx="1265">
                  <c:v>-1.063475500245156E-3</c:v>
                </c:pt>
                <c:pt idx="1266">
                  <c:v>-1.0765941075673491E-3</c:v>
                </c:pt>
                <c:pt idx="1267">
                  <c:v>-1.08966688505737E-3</c:v>
                </c:pt>
                <c:pt idx="1268">
                  <c:v>-1.1026933579435579E-3</c:v>
                </c:pt>
                <c:pt idx="1269">
                  <c:v>-1.11567305365891E-3</c:v>
                </c:pt>
                <c:pt idx="1270">
                  <c:v>-1.128605501853341E-3</c:v>
                </c:pt>
                <c:pt idx="1271">
                  <c:v>-1.1414902344058021E-3</c:v>
                </c:pt>
                <c:pt idx="1272">
                  <c:v>-1.1543267854362881E-3</c:v>
                </c:pt>
                <c:pt idx="1273">
                  <c:v>-1.1671146913177E-3</c:v>
                </c:pt>
                <c:pt idx="1274">
                  <c:v>-1.1798534906875861E-3</c:v>
                </c:pt>
                <c:pt idx="1275">
                  <c:v>-1.192542724459766E-3</c:v>
                </c:pt>
                <c:pt idx="1276">
                  <c:v>-1.205181935835821E-3</c:v>
                </c:pt>
                <c:pt idx="1277">
                  <c:v>-1.2177706703164601E-3</c:v>
                </c:pt>
                <c:pt idx="1278">
                  <c:v>-1.230308475712767E-3</c:v>
                </c:pt>
                <c:pt idx="1279">
                  <c:v>-1.2427949021573299E-3</c:v>
                </c:pt>
                <c:pt idx="1280">
                  <c:v>-1.2552295021152429E-3</c:v>
                </c:pt>
                <c:pt idx="1281">
                  <c:v>-1.2676118303949881E-3</c:v>
                </c:pt>
                <c:pt idx="1282">
                  <c:v>-1.279941444159197E-3</c:v>
                </c:pt>
                <c:pt idx="1283">
                  <c:v>-1.2922179029352949E-3</c:v>
                </c:pt>
                <c:pt idx="1284">
                  <c:v>-1.3044407686260281E-3</c:v>
                </c:pt>
                <c:pt idx="1285">
                  <c:v>-1.3166096055198669E-3</c:v>
                </c:pt>
                <c:pt idx="1286">
                  <c:v>-1.3287239803012961E-3</c:v>
                </c:pt>
                <c:pt idx="1287">
                  <c:v>-1.340783462060997E-3</c:v>
                </c:pt>
                <c:pt idx="1288">
                  <c:v>-1.352787622305897E-3</c:v>
                </c:pt>
                <c:pt idx="1289">
                  <c:v>-1.3647360349691279E-3</c:v>
                </c:pt>
                <c:pt idx="1290">
                  <c:v>-1.376628276419849E-3</c:v>
                </c:pt>
                <c:pt idx="1291">
                  <c:v>-1.388463925472966E-3</c:v>
                </c:pt>
                <c:pt idx="1292">
                  <c:v>-1.4002425633987321E-3</c:v>
                </c:pt>
                <c:pt idx="1293">
                  <c:v>-1.411963773932236E-3</c:v>
                </c:pt>
                <c:pt idx="1294">
                  <c:v>-1.4236271432827769E-3</c:v>
                </c:pt>
                <c:pt idx="1295">
                  <c:v>-1.4352322601431189E-3</c:v>
                </c:pt>
                <c:pt idx="1296">
                  <c:v>-1.446778715698648E-3</c:v>
                </c:pt>
                <c:pt idx="1297">
                  <c:v>-1.4582661036364E-3</c:v>
                </c:pt>
                <c:pt idx="1298">
                  <c:v>-1.469694020153993E-3</c:v>
                </c:pt>
                <c:pt idx="1299">
                  <c:v>-1.481062063968436E-3</c:v>
                </c:pt>
                <c:pt idx="1300">
                  <c:v>-1.4923698363248461E-3</c:v>
                </c:pt>
                <c:pt idx="1301">
                  <c:v>-1.503616941005044E-3</c:v>
                </c:pt>
                <c:pt idx="1302">
                  <c:v>-1.5148029843360541E-3</c:v>
                </c:pt>
                <c:pt idx="1303">
                  <c:v>-1.5259275751984809E-3</c:v>
                </c:pt>
                <c:pt idx="1304">
                  <c:v>-1.5369903250348001E-3</c:v>
                </c:pt>
                <c:pt idx="1305">
                  <c:v>-1.5479908478575239E-3</c:v>
                </c:pt>
                <c:pt idx="1306">
                  <c:v>-1.5589287602572749E-3</c:v>
                </c:pt>
                <c:pt idx="1307">
                  <c:v>-1.5698036814107521E-3</c:v>
                </c:pt>
                <c:pt idx="1308">
                  <c:v>-1.580615233088596E-3</c:v>
                </c:pt>
                <c:pt idx="1309">
                  <c:v>-1.591363039663157E-3</c:v>
                </c:pt>
                <c:pt idx="1310">
                  <c:v>-1.60204672811615E-3</c:v>
                </c:pt>
                <c:pt idx="1311">
                  <c:v>-1.612665928046227E-3</c:v>
                </c:pt>
                <c:pt idx="1312">
                  <c:v>-1.623220271676441E-3</c:v>
                </c:pt>
                <c:pt idx="1313">
                  <c:v>-1.633709393861611E-3</c:v>
                </c:pt>
                <c:pt idx="1314">
                  <c:v>-1.6441329320955949E-3</c:v>
                </c:pt>
                <c:pt idx="1315">
                  <c:v>-1.654490526518458E-3</c:v>
                </c:pt>
                <c:pt idx="1316">
                  <c:v>-1.664781819923552E-3</c:v>
                </c:pt>
                <c:pt idx="1317">
                  <c:v>-1.675006457764504E-3</c:v>
                </c:pt>
                <c:pt idx="1318">
                  <c:v>-1.6851640881621131E-3</c:v>
                </c:pt>
                <c:pt idx="1319">
                  <c:v>-1.695254361911156E-3</c:v>
                </c:pt>
                <c:pt idx="1320">
                  <c:v>-1.705276932487087E-3</c:v>
                </c:pt>
                <c:pt idx="1321">
                  <c:v>-1.715231456052654E-3</c:v>
                </c:pt>
                <c:pt idx="1322">
                  <c:v>-1.7251175914644199E-3</c:v>
                </c:pt>
                <c:pt idx="1323">
                  <c:v>-1.734935000279197E-3</c:v>
                </c:pt>
                <c:pt idx="1324">
                  <c:v>-1.744683346760384E-3</c:v>
                </c:pt>
                <c:pt idx="1325">
                  <c:v>-1.754362297884232E-3</c:v>
                </c:pt>
                <c:pt idx="1326">
                  <c:v>-1.7639715233460111E-3</c:v>
                </c:pt>
                <c:pt idx="1327">
                  <c:v>-1.77351069556609E-3</c:v>
                </c:pt>
                <c:pt idx="1328">
                  <c:v>-1.782979489695936E-3</c:v>
                </c:pt>
                <c:pt idx="1329">
                  <c:v>-1.792377583624026E-3</c:v>
                </c:pt>
                <c:pt idx="1330">
                  <c:v>-1.801704657981669E-3</c:v>
                </c:pt>
                <c:pt idx="1331">
                  <c:v>-1.81096039614875E-3</c:v>
                </c:pt>
                <c:pt idx="1332">
                  <c:v>-1.8201444842593931E-3</c:v>
                </c:pt>
                <c:pt idx="1333">
                  <c:v>-1.829256611207541E-3</c:v>
                </c:pt>
                <c:pt idx="1334">
                  <c:v>-1.838296468652464E-3</c:v>
                </c:pt>
                <c:pt idx="1335">
                  <c:v>-1.847263751024186E-3</c:v>
                </c:pt>
                <c:pt idx="1336">
                  <c:v>-1.8561581555288299E-3</c:v>
                </c:pt>
                <c:pt idx="1337">
                  <c:v>-1.864979382153897E-3</c:v>
                </c:pt>
                <c:pt idx="1338">
                  <c:v>-1.873727133673447E-3</c:v>
                </c:pt>
                <c:pt idx="1339">
                  <c:v>-1.8824011156532169E-3</c:v>
                </c:pt>
                <c:pt idx="1340">
                  <c:v>-1.891001036455653E-3</c:v>
                </c:pt>
                <c:pt idx="1341">
                  <c:v>-1.8995266072448799E-3</c:v>
                </c:pt>
                <c:pt idx="1342">
                  <c:v>-1.9079775419915861E-3</c:v>
                </c:pt>
                <c:pt idx="1343">
                  <c:v>-1.9163535574778341E-3</c:v>
                </c:pt>
                <c:pt idx="1344">
                  <c:v>-1.924654373301788E-3</c:v>
                </c:pt>
                <c:pt idx="1345">
                  <c:v>-1.932879711882372E-3</c:v>
                </c:pt>
                <c:pt idx="1346">
                  <c:v>-1.9410292984638549E-3</c:v>
                </c:pt>
                <c:pt idx="1347">
                  <c:v>-1.949102861120358E-3</c:v>
                </c:pt>
                <c:pt idx="1348">
                  <c:v>-1.9571001307602961E-3</c:v>
                </c:pt>
                <c:pt idx="1349">
                  <c:v>-1.9650208411307389E-3</c:v>
                </c:pt>
                <c:pt idx="1350">
                  <c:v>-1.9728647288217139E-3</c:v>
                </c:pt>
                <c:pt idx="1351">
                  <c:v>-1.9806315332704218E-3</c:v>
                </c:pt>
                <c:pt idx="1352">
                  <c:v>-1.9883209967653959E-3</c:v>
                </c:pt>
                <c:pt idx="1353">
                  <c:v>-1.995932864450579E-3</c:v>
                </c:pt>
                <c:pt idx="1354">
                  <c:v>-2.0034668843293491E-3</c:v>
                </c:pt>
                <c:pt idx="1355">
                  <c:v>-2.0109228072684579E-3</c:v>
                </c:pt>
                <c:pt idx="1356">
                  <c:v>-2.0183003870019199E-3</c:v>
                </c:pt>
                <c:pt idx="1357">
                  <c:v>-2.025599380134815E-3</c:v>
                </c:pt>
                <c:pt idx="1358">
                  <c:v>-2.0328195461470299E-3</c:v>
                </c:pt>
                <c:pt idx="1359">
                  <c:v>-2.039960647396919E-3</c:v>
                </c:pt>
                <c:pt idx="1360">
                  <c:v>-2.0470224491249129E-3</c:v>
                </c:pt>
                <c:pt idx="1361">
                  <c:v>-2.0540047194570529E-3</c:v>
                </c:pt>
                <c:pt idx="1362">
                  <c:v>-2.0609072294084682E-3</c:v>
                </c:pt>
                <c:pt idx="1363">
                  <c:v>-2.067729752886765E-3</c:v>
                </c:pt>
                <c:pt idx="1364">
                  <c:v>-2.074472066695371E-3</c:v>
                </c:pt>
                <c:pt idx="1365">
                  <c:v>-2.0811339505367918E-3</c:v>
                </c:pt>
                <c:pt idx="1366">
                  <c:v>-2.0877151870158169E-3</c:v>
                </c:pt>
                <c:pt idx="1367">
                  <c:v>-2.094215561642649E-3</c:v>
                </c:pt>
                <c:pt idx="1368">
                  <c:v>-2.100634862835979E-3</c:v>
                </c:pt>
                <c:pt idx="1369">
                  <c:v>-2.1069728819259718E-3</c:v>
                </c:pt>
                <c:pt idx="1370">
                  <c:v>-2.113229413157208E-3</c:v>
                </c:pt>
                <c:pt idx="1371">
                  <c:v>-2.119404253691544E-3</c:v>
                </c:pt>
                <c:pt idx="1372">
                  <c:v>-2.1254972036109181E-3</c:v>
                </c:pt>
                <c:pt idx="1373">
                  <c:v>-2.1315080659200861E-3</c:v>
                </c:pt>
                <c:pt idx="1374">
                  <c:v>-2.1374366465493001E-3</c:v>
                </c:pt>
                <c:pt idx="1375">
                  <c:v>-2.1432827543569131E-3</c:v>
                </c:pt>
                <c:pt idx="1376">
                  <c:v>-2.149046201131927E-3</c:v>
                </c:pt>
                <c:pt idx="1377">
                  <c:v>-2.1547268015964681E-3</c:v>
                </c:pt>
                <c:pt idx="1378">
                  <c:v>-2.1603243734082088E-3</c:v>
                </c:pt>
                <c:pt idx="1379">
                  <c:v>-2.1658387371627122E-3</c:v>
                </c:pt>
                <c:pt idx="1380">
                  <c:v>-2.171269716395724E-3</c:v>
                </c:pt>
                <c:pt idx="1381">
                  <c:v>-2.176617137585411E-3</c:v>
                </c:pt>
                <c:pt idx="1382">
                  <c:v>-2.1818808301545208E-3</c:v>
                </c:pt>
                <c:pt idx="1383">
                  <c:v>-2.187060626472506E-3</c:v>
                </c:pt>
                <c:pt idx="1384">
                  <c:v>-2.192156361857558E-3</c:v>
                </c:pt>
                <c:pt idx="1385">
                  <c:v>-2.1971678745786091E-3</c:v>
                </c:pt>
                <c:pt idx="1386">
                  <c:v>-2.2020950058572511E-3</c:v>
                </c:pt>
                <c:pt idx="1387">
                  <c:v>-2.2069375998695958E-3</c:v>
                </c:pt>
                <c:pt idx="1388">
                  <c:v>-2.2116955037480928E-3</c:v>
                </c:pt>
                <c:pt idx="1389">
                  <c:v>-2.2163685675832649E-3</c:v>
                </c:pt>
                <c:pt idx="1390">
                  <c:v>-2.220956644425405E-3</c:v>
                </c:pt>
                <c:pt idx="1391">
                  <c:v>-2.225459590286217E-3</c:v>
                </c:pt>
                <c:pt idx="1392">
                  <c:v>-2.2298772641403931E-3</c:v>
                </c:pt>
                <c:pt idx="1393">
                  <c:v>-2.2342095279271309E-3</c:v>
                </c:pt>
                <c:pt idx="1394">
                  <c:v>-2.238456246551607E-3</c:v>
                </c:pt>
                <c:pt idx="1395">
                  <c:v>-2.2426172878863841E-3</c:v>
                </c:pt>
                <c:pt idx="1396">
                  <c:v>-2.246692522772771E-3</c:v>
                </c:pt>
                <c:pt idx="1397">
                  <c:v>-2.2506818250221201E-3</c:v>
                </c:pt>
                <c:pt idx="1398">
                  <c:v>-2.2545850714170519E-3</c:v>
                </c:pt>
                <c:pt idx="1399">
                  <c:v>-2.2584021417126508E-3</c:v>
                </c:pt>
                <c:pt idx="1400">
                  <c:v>-2.2621329186375818E-3</c:v>
                </c:pt>
                <c:pt idx="1401">
                  <c:v>-2.2657772878951609E-3</c:v>
                </c:pt>
                <c:pt idx="1402">
                  <c:v>-2.2693351381643649E-3</c:v>
                </c:pt>
                <c:pt idx="1403">
                  <c:v>-2.272806361100773E-3</c:v>
                </c:pt>
                <c:pt idx="1404">
                  <c:v>-2.276190851337458E-3</c:v>
                </c:pt>
                <c:pt idx="1405">
                  <c:v>-2.2794885064858239E-3</c:v>
                </c:pt>
                <c:pt idx="1406">
                  <c:v>-2.2826992271363792E-3</c:v>
                </c:pt>
                <c:pt idx="1407">
                  <c:v>-2.285822916859458E-3</c:v>
                </c:pt>
                <c:pt idx="1408">
                  <c:v>-2.2888594822059079E-3</c:v>
                </c:pt>
                <c:pt idx="1409">
                  <c:v>-2.2918088327077099E-3</c:v>
                </c:pt>
                <c:pt idx="1410">
                  <c:v>-2.294670880878551E-3</c:v>
                </c:pt>
                <c:pt idx="1411">
                  <c:v>-2.2974455422143311E-3</c:v>
                </c:pt>
                <c:pt idx="1412">
                  <c:v>-2.300132735193602E-3</c:v>
                </c:pt>
                <c:pt idx="1413">
                  <c:v>-2.302732381277958E-3</c:v>
                </c:pt>
                <c:pt idx="1414">
                  <c:v>-2.3052444049123659E-3</c:v>
                </c:pt>
                <c:pt idx="1415">
                  <c:v>-2.307668733525435E-3</c:v>
                </c:pt>
                <c:pt idx="1416">
                  <c:v>-2.310005297529651E-3</c:v>
                </c:pt>
                <c:pt idx="1417">
                  <c:v>-2.3122540303215479E-3</c:v>
                </c:pt>
                <c:pt idx="1418">
                  <c:v>-2.314414868281827E-3</c:v>
                </c:pt>
                <c:pt idx="1419">
                  <c:v>-2.3164877507754192E-3</c:v>
                </c:pt>
                <c:pt idx="1420">
                  <c:v>-2.318472620151502E-3</c:v>
                </c:pt>
                <c:pt idx="1421">
                  <c:v>-2.3203694217434471E-3</c:v>
                </c:pt>
                <c:pt idx="1422">
                  <c:v>-2.322178103868703E-3</c:v>
                </c:pt>
                <c:pt idx="1423">
                  <c:v>-2.3238986178286342E-3</c:v>
                </c:pt>
                <c:pt idx="1424">
                  <c:v>-2.3255309179082838E-3</c:v>
                </c:pt>
                <c:pt idx="1425">
                  <c:v>-2.327074961376093E-3</c:v>
                </c:pt>
                <c:pt idx="1426">
                  <c:v>-2.328530708483554E-3</c:v>
                </c:pt>
                <c:pt idx="1427">
                  <c:v>-2.3298981224648039E-3</c:v>
                </c:pt>
                <c:pt idx="1428">
                  <c:v>-2.3311771695361818E-3</c:v>
                </c:pt>
                <c:pt idx="1429">
                  <c:v>-2.3323678188957178E-3</c:v>
                </c:pt>
                <c:pt idx="1430">
                  <c:v>-2.3334700427225749E-3</c:v>
                </c:pt>
                <c:pt idx="1431">
                  <c:v>-2.3344838161764182E-3</c:v>
                </c:pt>
                <c:pt idx="1432">
                  <c:v>-2.3354091173967439E-3</c:v>
                </c:pt>
                <c:pt idx="1433">
                  <c:v>-2.3362459275021509E-3</c:v>
                </c:pt>
                <c:pt idx="1434">
                  <c:v>-2.3369942305895598E-3</c:v>
                </c:pt>
                <c:pt idx="1435">
                  <c:v>-2.337654013733381E-3</c:v>
                </c:pt>
                <c:pt idx="1436">
                  <c:v>-2.3382252669846169E-3</c:v>
                </c:pt>
                <c:pt idx="1437">
                  <c:v>-2.33870798336993E-3</c:v>
                </c:pt>
                <c:pt idx="1438">
                  <c:v>-2.3391021588906242E-3</c:v>
                </c:pt>
                <c:pt idx="1439">
                  <c:v>-2.3394077925215991E-3</c:v>
                </c:pt>
                <c:pt idx="1440">
                  <c:v>-2.3396248862102439E-3</c:v>
                </c:pt>
                <c:pt idx="1441">
                  <c:v>-2.3397534448752668E-3</c:v>
                </c:pt>
                <c:pt idx="1442">
                  <c:v>-2.339793476405479E-3</c:v>
                </c:pt>
                <c:pt idx="1443">
                  <c:v>-2.33974499165852E-3</c:v>
                </c:pt>
                <c:pt idx="1444">
                  <c:v>-2.339608004459536E-3</c:v>
                </c:pt>
                <c:pt idx="1445">
                  <c:v>-2.3393825315998081E-3</c:v>
                </c:pt>
                <c:pt idx="1446">
                  <c:v>-2.3390685928353239E-3</c:v>
                </c:pt>
                <c:pt idx="1447">
                  <c:v>-2.3386662108853071E-3</c:v>
                </c:pt>
                <c:pt idx="1448">
                  <c:v>-2.3381754114306899E-3</c:v>
                </c:pt>
                <c:pt idx="1449">
                  <c:v>-2.3375962231125401E-3</c:v>
                </c:pt>
                <c:pt idx="1450">
                  <c:v>-2.3369286775304339E-3</c:v>
                </c:pt>
                <c:pt idx="1451">
                  <c:v>-2.336172809240773E-3</c:v>
                </c:pt>
                <c:pt idx="1452">
                  <c:v>-2.3353286557550429E-3</c:v>
                </c:pt>
                <c:pt idx="1453">
                  <c:v>-2.3343962575380212E-3</c:v>
                </c:pt>
                <c:pt idx="1454">
                  <c:v>-2.333375658005927E-3</c:v>
                </c:pt>
                <c:pt idx="1455">
                  <c:v>-2.3322669035245251E-3</c:v>
                </c:pt>
                <c:pt idx="1456">
                  <c:v>-2.331070043407176E-3</c:v>
                </c:pt>
                <c:pt idx="1457">
                  <c:v>-2.3297851299128418E-3</c:v>
                </c:pt>
                <c:pt idx="1458">
                  <c:v>-2.3284122182440502E-3</c:v>
                </c:pt>
                <c:pt idx="1459">
                  <c:v>-2.3269513665447831E-3</c:v>
                </c:pt>
                <c:pt idx="1460">
                  <c:v>-2.3254026358983308E-3</c:v>
                </c:pt>
                <c:pt idx="1461">
                  <c:v>-2.3237660903250921E-3</c:v>
                </c:pt>
                <c:pt idx="1462">
                  <c:v>-2.3220417967803118E-3</c:v>
                </c:pt>
                <c:pt idx="1463">
                  <c:v>-2.320229825151785E-3</c:v>
                </c:pt>
                <c:pt idx="1464">
                  <c:v>-2.3183302482574892E-3</c:v>
                </c:pt>
                <c:pt idx="1465">
                  <c:v>-2.3163431418431681E-3</c:v>
                </c:pt>
                <c:pt idx="1466">
                  <c:v>-2.3142685845798658E-3</c:v>
                </c:pt>
                <c:pt idx="1467">
                  <c:v>-2.3121066580613992E-3</c:v>
                </c:pt>
                <c:pt idx="1468">
                  <c:v>-2.3098574468017742E-3</c:v>
                </c:pt>
                <c:pt idx="1469">
                  <c:v>-2.3075210382325672E-3</c:v>
                </c:pt>
                <c:pt idx="1470">
                  <c:v>-2.3050975227002458E-3</c:v>
                </c:pt>
                <c:pt idx="1471">
                  <c:v>-2.3025869934634288E-3</c:v>
                </c:pt>
                <c:pt idx="1472">
                  <c:v>-2.299989546690103E-3</c:v>
                </c:pt>
                <c:pt idx="1473">
                  <c:v>-2.29730528145478E-3</c:v>
                </c:pt>
                <c:pt idx="1474">
                  <c:v>-2.2945342997356048E-3</c:v>
                </c:pt>
                <c:pt idx="1475">
                  <c:v>-2.291676706411424E-3</c:v>
                </c:pt>
                <c:pt idx="1476">
                  <c:v>-2.2887326092587939E-3</c:v>
                </c:pt>
                <c:pt idx="1477">
                  <c:v>-2.285702118948945E-3</c:v>
                </c:pt>
                <c:pt idx="1478">
                  <c:v>-2.282585349044687E-3</c:v>
                </c:pt>
                <c:pt idx="1479">
                  <c:v>-2.279382415997273E-3</c:v>
                </c:pt>
                <c:pt idx="1480">
                  <c:v>-2.2760934391431952E-3</c:v>
                </c:pt>
                <c:pt idx="1481">
                  <c:v>-2.2727185407009349E-3</c:v>
                </c:pt>
                <c:pt idx="1482">
                  <c:v>-2.2692578457676562E-3</c:v>
                </c:pt>
                <c:pt idx="1483">
                  <c:v>-2.2657114823158328E-3</c:v>
                </c:pt>
                <c:pt idx="1484">
                  <c:v>-2.2620795811898369E-3</c:v>
                </c:pt>
                <c:pt idx="1485">
                  <c:v>-2.2583622761024689E-3</c:v>
                </c:pt>
                <c:pt idx="1486">
                  <c:v>-2.2545597036314562E-3</c:v>
                </c:pt>
                <c:pt idx="1487">
                  <c:v>-2.2506720032158881E-3</c:v>
                </c:pt>
                <c:pt idx="1488">
                  <c:v>-2.246699317152624E-3</c:v>
                </c:pt>
                <c:pt idx="1489">
                  <c:v>-2.242641790592647E-3</c:v>
                </c:pt>
                <c:pt idx="1490">
                  <c:v>-2.2384995715373549E-3</c:v>
                </c:pt>
                <c:pt idx="1491">
                  <c:v>-2.2342728108348179E-3</c:v>
                </c:pt>
                <c:pt idx="1492">
                  <c:v>-2.2299616621759681E-3</c:v>
                </c:pt>
                <c:pt idx="1493">
                  <c:v>-2.2255662820907639E-3</c:v>
                </c:pt>
                <c:pt idx="1494">
                  <c:v>-2.2210868299442879E-3</c:v>
                </c:pt>
                <c:pt idx="1495">
                  <c:v>-2.2165234679327999E-3</c:v>
                </c:pt>
                <c:pt idx="1496">
                  <c:v>-2.2118763610797388E-3</c:v>
                </c:pt>
                <c:pt idx="1497">
                  <c:v>-2.2071456772316742E-3</c:v>
                </c:pt>
                <c:pt idx="1498">
                  <c:v>-2.20233158705421E-3</c:v>
                </c:pt>
                <c:pt idx="1499">
                  <c:v>-2.1974342640278459E-3</c:v>
                </c:pt>
                <c:pt idx="1500">
                  <c:v>-2.1924538844437761E-3</c:v>
                </c:pt>
                <c:pt idx="1501">
                  <c:v>-2.187390627399644E-3</c:v>
                </c:pt>
                <c:pt idx="1502">
                  <c:v>-2.182244674795259E-3</c:v>
                </c:pt>
                <c:pt idx="1503">
                  <c:v>-2.1770162113282582E-3</c:v>
                </c:pt>
                <c:pt idx="1504">
                  <c:v>-2.171705424489718E-3</c:v>
                </c:pt>
                <c:pt idx="1505">
                  <c:v>-2.1663125045597162E-3</c:v>
                </c:pt>
                <c:pt idx="1506">
                  <c:v>-2.1608376446028491E-3</c:v>
                </c:pt>
                <c:pt idx="1507">
                  <c:v>-2.1552810404636912E-3</c:v>
                </c:pt>
                <c:pt idx="1508">
                  <c:v>-2.149642890762212E-3</c:v>
                </c:pt>
                <c:pt idx="1509">
                  <c:v>-2.1439233968891459E-3</c:v>
                </c:pt>
                <c:pt idx="1510">
                  <c:v>-2.1381227630013181E-3</c:v>
                </c:pt>
                <c:pt idx="1511">
                  <c:v>-2.1322411960169288E-3</c:v>
                </c:pt>
                <c:pt idx="1512">
                  <c:v>-2.1262789056107761E-3</c:v>
                </c:pt>
                <c:pt idx="1513">
                  <c:v>-2.1202361042094481E-3</c:v>
                </c:pt>
                <c:pt idx="1514">
                  <c:v>-2.114113006986453E-3</c:v>
                </c:pt>
                <c:pt idx="1515">
                  <c:v>-2.1079098318573012E-3</c:v>
                </c:pt>
                <c:pt idx="1516">
                  <c:v>-2.1016267994745149E-3</c:v>
                </c:pt>
                <c:pt idx="1517">
                  <c:v>-2.0952641332226091E-3</c:v>
                </c:pt>
                <c:pt idx="1518">
                  <c:v>-2.088822059213001E-3</c:v>
                </c:pt>
                <c:pt idx="1519">
                  <c:v>-2.082300806278877E-3</c:v>
                </c:pt>
                <c:pt idx="1520">
                  <c:v>-2.0757006059700092E-3</c:v>
                </c:pt>
                <c:pt idx="1521">
                  <c:v>-2.0690216925474958E-3</c:v>
                </c:pt>
                <c:pt idx="1522">
                  <c:v>-2.0622643029784781E-3</c:v>
                </c:pt>
                <c:pt idx="1523">
                  <c:v>-2.0554286769307768E-3</c:v>
                </c:pt>
                <c:pt idx="1524">
                  <c:v>-2.0485150567674981E-3</c:v>
                </c:pt>
                <c:pt idx="1525">
                  <c:v>-2.0415236875415761E-3</c:v>
                </c:pt>
                <c:pt idx="1526">
                  <c:v>-2.0344548169902691E-3</c:v>
                </c:pt>
                <c:pt idx="1527">
                  <c:v>-2.027308695529609E-3</c:v>
                </c:pt>
                <c:pt idx="1528">
                  <c:v>-2.0200855762487879E-3</c:v>
                </c:pt>
                <c:pt idx="1529">
                  <c:v>-2.0127857149045071E-3</c:v>
                </c:pt>
                <c:pt idx="1530">
                  <c:v>-2.0054093699152691E-3</c:v>
                </c:pt>
                <c:pt idx="1531">
                  <c:v>-1.9979568023556311E-3</c:v>
                </c:pt>
                <c:pt idx="1532">
                  <c:v>-1.9904282759503921E-3</c:v>
                </c:pt>
                <c:pt idx="1533">
                  <c:v>-1.9828240570687401E-3</c:v>
                </c:pt>
                <c:pt idx="1534">
                  <c:v>-1.9751444147183351E-3</c:v>
                </c:pt>
                <c:pt idx="1535">
                  <c:v>-1.9673896205393512E-3</c:v>
                </c:pt>
                <c:pt idx="1536">
                  <c:v>-1.959559948798466E-3</c:v>
                </c:pt>
                <c:pt idx="1537">
                  <c:v>-1.9516556763827951E-3</c:v>
                </c:pt>
                <c:pt idx="1538">
                  <c:v>-1.9436770827937759E-3</c:v>
                </c:pt>
                <c:pt idx="1539">
                  <c:v>-1.9356244501409991E-3</c:v>
                </c:pt>
                <c:pt idx="1540">
                  <c:v>-1.927498063135989E-3</c:v>
                </c:pt>
                <c:pt idx="1541">
                  <c:v>-1.919298209085935E-3</c:v>
                </c:pt>
                <c:pt idx="1542">
                  <c:v>-1.9110251778873719E-3</c:v>
                </c:pt>
                <c:pt idx="1543">
                  <c:v>-1.902679262019795E-3</c:v>
                </c:pt>
                <c:pt idx="1544">
                  <c:v>-1.894260756539223E-3</c:v>
                </c:pt>
                <c:pt idx="1545">
                  <c:v>-1.8857699590717071E-3</c:v>
                </c:pt>
                <c:pt idx="1546">
                  <c:v>-1.877207169806784E-3</c:v>
                </c:pt>
                <c:pt idx="1547">
                  <c:v>-1.868572691490868E-3</c:v>
                </c:pt>
                <c:pt idx="1548">
                  <c:v>-1.8598668294205921E-3</c:v>
                </c:pt>
                <c:pt idx="1549">
                  <c:v>-1.8510898914360951E-3</c:v>
                </c:pt>
                <c:pt idx="1550">
                  <c:v>-1.842242187914251E-3</c:v>
                </c:pt>
                <c:pt idx="1551">
                  <c:v>-1.83332403176185E-3</c:v>
                </c:pt>
                <c:pt idx="1552">
                  <c:v>-1.8243357384087209E-3</c:v>
                </c:pt>
                <c:pt idx="1553">
                  <c:v>-1.815277625800806E-3</c:v>
                </c:pt>
                <c:pt idx="1554">
                  <c:v>-1.806150014393179E-3</c:v>
                </c:pt>
                <c:pt idx="1555">
                  <c:v>-1.7969532271430091E-3</c:v>
                </c:pt>
                <c:pt idx="1556">
                  <c:v>-1.787687589502477E-3</c:v>
                </c:pt>
                <c:pt idx="1557">
                  <c:v>-1.77835342941163E-3</c:v>
                </c:pt>
                <c:pt idx="1558">
                  <c:v>-1.7689510772911829E-3</c:v>
                </c:pt>
                <c:pt idx="1559">
                  <c:v>-1.759480866035261E-3</c:v>
                </c:pt>
                <c:pt idx="1560">
                  <c:v>-1.7499431310040771E-3</c:v>
                </c:pt>
                <c:pt idx="1561">
                  <c:v>-1.7403382100165559E-3</c:v>
                </c:pt>
                <c:pt idx="1562">
                  <c:v>-1.730666443342898E-3</c:v>
                </c:pt>
                <c:pt idx="1563">
                  <c:v>-1.720928173697083E-3</c:v>
                </c:pt>
                <c:pt idx="1564">
                  <c:v>-1.711123746229325E-3</c:v>
                </c:pt>
                <c:pt idx="1565">
                  <c:v>-1.701253508518475E-3</c:v>
                </c:pt>
                <c:pt idx="1566">
                  <c:v>-1.6913178105643629E-3</c:v>
                </c:pt>
                <c:pt idx="1567">
                  <c:v>-1.6813170047800859E-3</c:v>
                </c:pt>
                <c:pt idx="1568">
                  <c:v>-1.6712514459842321E-3</c:v>
                </c:pt>
                <c:pt idx="1569">
                  <c:v>-1.661121491393051E-3</c:v>
                </c:pt>
                <c:pt idx="1570">
                  <c:v>-1.6509275006125509E-3</c:v>
                </c:pt>
                <c:pt idx="1571">
                  <c:v>-1.640669835630553E-3</c:v>
                </c:pt>
                <c:pt idx="1572">
                  <c:v>-1.630348860808678E-3</c:v>
                </c:pt>
                <c:pt idx="1573">
                  <c:v>-1.619964942874278E-3</c:v>
                </c:pt>
                <c:pt idx="1574">
                  <c:v>-1.6095184509123069E-3</c:v>
                </c:pt>
                <c:pt idx="1575">
                  <c:v>-1.5990097563571371E-3</c:v>
                </c:pt>
                <c:pt idx="1576">
                  <c:v>-1.5884392329843129E-3</c:v>
                </c:pt>
                <c:pt idx="1577">
                  <c:v>-1.577807256902247E-3</c:v>
                </c:pt>
                <c:pt idx="1578">
                  <c:v>-1.5671142065438589E-3</c:v>
                </c:pt>
                <c:pt idx="1579">
                  <c:v>-1.556360462658148E-3</c:v>
                </c:pt>
                <c:pt idx="1580">
                  <c:v>-1.545546408301694E-3</c:v>
                </c:pt>
                <c:pt idx="1581">
                  <c:v>-1.5346724288301059E-3</c:v>
                </c:pt>
                <c:pt idx="1582">
                  <c:v>-1.5237389118893929E-3</c:v>
                </c:pt>
                <c:pt idx="1583">
                  <c:v>-1.5127462474072791E-3</c:v>
                </c:pt>
                <c:pt idx="1584">
                  <c:v>-1.5016948275844481E-3</c:v>
                </c:pt>
                <c:pt idx="1585">
                  <c:v>-1.490585046885724E-3</c:v>
                </c:pt>
                <c:pt idx="1586">
                  <c:v>-1.47941730203119E-3</c:v>
                </c:pt>
                <c:pt idx="1587">
                  <c:v>-1.4681919919872261E-3</c:v>
                </c:pt>
                <c:pt idx="1588">
                  <c:v>-1.4569095179574969E-3</c:v>
                </c:pt>
                <c:pt idx="1589">
                  <c:v>-1.445570283373856E-3</c:v>
                </c:pt>
                <c:pt idx="1590">
                  <c:v>-1.4341746938871761E-3</c:v>
                </c:pt>
                <c:pt idx="1591">
                  <c:v>-1.4227231573581251E-3</c:v>
                </c:pt>
                <c:pt idx="1592">
                  <c:v>-1.4112160838478469E-3</c:v>
                </c:pt>
                <c:pt idx="1593">
                  <c:v>-1.399653885608593E-3</c:v>
                </c:pt>
                <c:pt idx="1594">
                  <c:v>-1.388036977074261E-3</c:v>
                </c:pt>
                <c:pt idx="1595">
                  <c:v>-1.376365774850866E-3</c:v>
                </c:pt>
                <c:pt idx="1596">
                  <c:v>-1.3646406977069459E-3</c:v>
                </c:pt>
                <c:pt idx="1597">
                  <c:v>-1.3528621665638799E-3</c:v>
                </c:pt>
                <c:pt idx="1598">
                  <c:v>-1.341030604486143E-3</c:v>
                </c:pt>
                <c:pt idx="1599">
                  <c:v>-1.329146436671487E-3</c:v>
                </c:pt>
                <c:pt idx="1600">
                  <c:v>-1.3172100904410341E-3</c:v>
                </c:pt>
                <c:pt idx="1601">
                  <c:v>-1.3052219952293029E-3</c:v>
                </c:pt>
                <c:pt idx="1602">
                  <c:v>-1.2931825825741479E-3</c:v>
                </c:pt>
                <c:pt idx="1603">
                  <c:v>-1.281092286106621E-3</c:v>
                </c:pt>
                <c:pt idx="1604">
                  <c:v>-1.268951541540749E-3</c:v>
                </c:pt>
                <c:pt idx="1605">
                  <c:v>-1.2567607866632419E-3</c:v>
                </c:pt>
                <c:pt idx="1606">
                  <c:v>-1.2445204613231E-3</c:v>
                </c:pt>
                <c:pt idx="1607">
                  <c:v>-1.232231007421156E-3</c:v>
                </c:pt>
                <c:pt idx="1608">
                  <c:v>-1.2198928688995239E-3</c:v>
                </c:pt>
                <c:pt idx="1609">
                  <c:v>-1.207506491730966E-3</c:v>
                </c:pt>
                <c:pt idx="1610">
                  <c:v>-1.1950723239081769E-3</c:v>
                </c:pt>
                <c:pt idx="1611">
                  <c:v>-1.182590815432987E-3</c:v>
                </c:pt>
                <c:pt idx="1612">
                  <c:v>-1.1700624183054789E-3</c:v>
                </c:pt>
                <c:pt idx="1613">
                  <c:v>-1.157487586513022E-3</c:v>
                </c:pt>
                <c:pt idx="1614">
                  <c:v>-1.14486677601922E-3</c:v>
                </c:pt>
                <c:pt idx="1615">
                  <c:v>-1.1322004447527809E-3</c:v>
                </c:pt>
                <c:pt idx="1616">
                  <c:v>-1.1194890525962971E-3</c:v>
                </c:pt>
                <c:pt idx="1617">
                  <c:v>-1.1067330613749389E-3</c:v>
                </c:pt>
                <c:pt idx="1618">
                  <c:v>-1.0939329348450581E-3</c:v>
                </c:pt>
                <c:pt idx="1619">
                  <c:v>-1.081089138682703E-3</c:v>
                </c:pt>
                <c:pt idx="1620">
                  <c:v>-1.068202140472052E-3</c:v>
                </c:pt>
                <c:pt idx="1621">
                  <c:v>-1.055272409693748E-3</c:v>
                </c:pt>
                <c:pt idx="1622">
                  <c:v>-1.0423004177131569E-3</c:v>
                </c:pt>
                <c:pt idx="1623">
                  <c:v>-1.02928663776852E-3</c:v>
                </c:pt>
                <c:pt idx="1624">
                  <c:v>-1.01623154495902E-3</c:v>
                </c:pt>
                <c:pt idx="1625">
                  <c:v>-1.003135616232745E-3</c:v>
                </c:pt>
                <c:pt idx="1626">
                  <c:v>-9.89999330374562E-4</c:v>
                </c:pt>
                <c:pt idx="1627">
                  <c:v>-9.7682316799388869E-4</c:v>
                </c:pt>
                <c:pt idx="1628">
                  <c:v>-9.6360761151237308E-4</c:v>
                </c:pt>
                <c:pt idx="1629">
                  <c:v>-9.5035314515146639E-4</c:v>
                </c:pt>
                <c:pt idx="1630">
                  <c:v>-9.3706025491990168E-4</c:v>
                </c:pt>
                <c:pt idx="1631">
                  <c:v>-9.2372942860107041E-4</c:v>
                </c:pt>
                <c:pt idx="1632">
                  <c:v>-9.1036115574029874E-4</c:v>
                </c:pt>
                <c:pt idx="1633">
                  <c:v>-8.9695592763202334E-4</c:v>
                </c:pt>
                <c:pt idx="1634">
                  <c:v>-8.8351423730686411E-4</c:v>
                </c:pt>
                <c:pt idx="1635">
                  <c:v>-8.7003657951859655E-4</c:v>
                </c:pt>
                <c:pt idx="1636">
                  <c:v>-8.5652345073102269E-4</c:v>
                </c:pt>
                <c:pt idx="1637">
                  <c:v>-8.4297534910474179E-4</c:v>
                </c:pt>
                <c:pt idx="1638">
                  <c:v>-8.2939277448381885E-4</c:v>
                </c:pt>
                <c:pt idx="1639">
                  <c:v>-8.1577622838234975E-4</c:v>
                </c:pt>
                <c:pt idx="1640">
                  <c:v>-8.0212621397092172E-4</c:v>
                </c:pt>
                <c:pt idx="1641">
                  <c:v>-7.8844323606296952E-4</c:v>
                </c:pt>
                <c:pt idx="1642">
                  <c:v>-7.7472780110102396E-4</c:v>
                </c:pt>
                <c:pt idx="1643">
                  <c:v>-7.6098041714285408E-4</c:v>
                </c:pt>
                <c:pt idx="1644">
                  <c:v>-7.4720159384749902E-4</c:v>
                </c:pt>
                <c:pt idx="1645">
                  <c:v>-7.3339184246119153E-4</c:v>
                </c:pt>
                <c:pt idx="1646">
                  <c:v>-7.1955167580317419E-4</c:v>
                </c:pt>
                <c:pt idx="1647">
                  <c:v>-7.0568160825140475E-4</c:v>
                </c:pt>
                <c:pt idx="1648">
                  <c:v>-6.9178215572815276E-4</c:v>
                </c:pt>
                <c:pt idx="1649">
                  <c:v>-6.7785383568548128E-4</c:v>
                </c:pt>
                <c:pt idx="1650">
                  <c:v>-6.6389716709062106E-4</c:v>
                </c:pt>
                <c:pt idx="1651">
                  <c:v>-6.4991267041123271E-4</c:v>
                </c:pt>
                <c:pt idx="1652">
                  <c:v>-6.3590086760055716E-4</c:v>
                </c:pt>
                <c:pt idx="1653">
                  <c:v>-6.2186228208245325E-4</c:v>
                </c:pt>
                <c:pt idx="1654">
                  <c:v>-6.0779743873632199E-4</c:v>
                </c:pt>
                <c:pt idx="1655">
                  <c:v>-5.9370686388191614E-4</c:v>
                </c:pt>
                <c:pt idx="1656">
                  <c:v>-5.7959108526403538E-4</c:v>
                </c:pt>
                <c:pt idx="1657">
                  <c:v>-5.6545063203710484E-4</c:v>
                </c:pt>
                <c:pt idx="1658">
                  <c:v>-5.5128603474963699E-4</c:v>
                </c:pt>
                <c:pt idx="1659">
                  <c:v>-5.3709782532857984E-4</c:v>
                </c:pt>
                <c:pt idx="1660">
                  <c:v>-5.2288653706354497E-4</c:v>
                </c:pt>
                <c:pt idx="1661">
                  <c:v>-5.0865270459092343E-4</c:v>
                </c:pt>
                <c:pt idx="1662">
                  <c:v>-4.9439686387788505E-4</c:v>
                </c:pt>
                <c:pt idx="1663">
                  <c:v>-4.8011955220626161E-4</c:v>
                </c:pt>
                <c:pt idx="1664">
                  <c:v>-4.6582130815630971E-4</c:v>
                </c:pt>
                <c:pt idx="1665">
                  <c:v>-4.5150267159035489E-4</c:v>
                </c:pt>
                <c:pt idx="1666">
                  <c:v>-4.3716418363631669E-4</c:v>
                </c:pt>
                <c:pt idx="1667">
                  <c:v>-4.2280638667111452E-4</c:v>
                </c:pt>
                <c:pt idx="1668">
                  <c:v>-4.0842982430395103E-4</c:v>
                </c:pt>
                <c:pt idx="1669">
                  <c:v>-3.9403504135947091E-4</c:v>
                </c:pt>
                <c:pt idx="1670">
                  <c:v>-3.7962258386079649E-4</c:v>
                </c:pt>
                <c:pt idx="1671">
                  <c:v>-3.6519299901244397E-4</c:v>
                </c:pt>
                <c:pt idx="1672">
                  <c:v>-3.5074683518312148E-4</c:v>
                </c:pt>
                <c:pt idx="1673">
                  <c:v>-3.3628464188841179E-4</c:v>
                </c:pt>
                <c:pt idx="1674">
                  <c:v>-3.2180696977333569E-4</c:v>
                </c:pt>
                <c:pt idx="1675">
                  <c:v>-3.0731437059479508E-4</c:v>
                </c:pt>
                <c:pt idx="1676">
                  <c:v>-2.92807397203891E-4</c:v>
                </c:pt>
                <c:pt idx="1677">
                  <c:v>-2.7828660352811739E-4</c:v>
                </c:pt>
                <c:pt idx="1678">
                  <c:v>-2.6375254455342722E-4</c:v>
                </c:pt>
                <c:pt idx="1679">
                  <c:v>-2.4920577630617072E-4</c:v>
                </c:pt>
                <c:pt idx="1680">
                  <c:v>-2.3464685583490859E-4</c:v>
                </c:pt>
                <c:pt idx="1681">
                  <c:v>-2.2007634119209981E-4</c:v>
                </c:pt>
                <c:pt idx="1682">
                  <c:v>-2.054947914156655E-4</c:v>
                </c:pt>
                <c:pt idx="1683">
                  <c:v>-1.9090276651043001E-4</c:v>
                </c:pt>
                <c:pt idx="1684">
                  <c:v>-1.7630082742943709E-4</c:v>
                </c:pt>
                <c:pt idx="1685">
                  <c:v>-1.6168953605514411E-4</c:v>
                </c:pt>
                <c:pt idx="1686">
                  <c:v>-1.4706945518049261E-4</c:v>
                </c:pt>
                <c:pt idx="1687">
                  <c:v>-1.324411484898562E-4</c:v>
                </c:pt>
                <c:pt idx="1688">
                  <c:v>-1.178051805398643E-4</c:v>
                </c:pt>
                <c:pt idx="1689">
                  <c:v>-1.031621167401031E-4</c:v>
                </c:pt>
                <c:pt idx="1690">
                  <c:v>-8.8512523333691821E-5</c:v>
                </c:pt>
                <c:pt idx="1691">
                  <c:v>-7.385696737773306E-5</c:v>
                </c:pt>
                <c:pt idx="1692">
                  <c:v>-5.9196016723636528E-5</c:v>
                </c:pt>
                <c:pt idx="1693">
                  <c:v>-4.4530239997314708E-5</c:v>
                </c:pt>
                <c:pt idx="1694">
                  <c:v>-2.9860206579249511E-5</c:v>
                </c:pt>
                <c:pt idx="1695">
                  <c:v>-1.518648658442843E-5</c:v>
                </c:pt>
                <c:pt idx="1696">
                  <c:v>-5.0965084215010922E-7</c:v>
                </c:pt>
                <c:pt idx="1697">
                  <c:v>1.4169729124299431E-5</c:v>
                </c:pt>
                <c:pt idx="1698">
                  <c:v>2.885108111809905E-5</c:v>
                </c:pt>
                <c:pt idx="1699">
                  <c:v>4.3533832289472257E-5</c:v>
                </c:pt>
                <c:pt idx="1700">
                  <c:v>5.8217409156393758E-5</c:v>
                </c:pt>
                <c:pt idx="1701">
                  <c:v>7.2901237625421468E-5</c:v>
                </c:pt>
                <c:pt idx="1702">
                  <c:v>8.7584743012652307E-5</c:v>
                </c:pt>
                <c:pt idx="1703">
                  <c:v>1.022673500647999E-4</c:v>
                </c:pt>
                <c:pt idx="1704">
                  <c:v>1.169484829803925E-4</c:v>
                </c:pt>
                <c:pt idx="1705">
                  <c:v>1.3162756543109129E-4</c:v>
                </c:pt>
                <c:pt idx="1706">
                  <c:v>1.4630402058312661E-4</c:v>
                </c:pt>
                <c:pt idx="1707">
                  <c:v>1.609772711188571E-4</c:v>
                </c:pt>
                <c:pt idx="1708">
                  <c:v>1.7564673925845101E-4</c:v>
                </c:pt>
                <c:pt idx="1709">
                  <c:v>1.903118467816943E-4</c:v>
                </c:pt>
                <c:pt idx="1710">
                  <c:v>2.0497201504992589E-4</c:v>
                </c:pt>
                <c:pt idx="1711">
                  <c:v>2.1962666502809821E-4</c:v>
                </c:pt>
                <c:pt idx="1712">
                  <c:v>2.342752173069628E-4</c:v>
                </c:pt>
                <c:pt idx="1713">
                  <c:v>2.489170921253787E-4</c:v>
                </c:pt>
                <c:pt idx="1714">
                  <c:v>2.6355170939274311E-4</c:v>
                </c:pt>
                <c:pt idx="1715">
                  <c:v>2.7817848871154651E-4</c:v>
                </c:pt>
                <c:pt idx="1716">
                  <c:v>2.9279684940005448E-4</c:v>
                </c:pt>
                <c:pt idx="1717">
                  <c:v>3.0740621051511411E-4</c:v>
                </c:pt>
                <c:pt idx="1718">
                  <c:v>3.2200599087508342E-4</c:v>
                </c:pt>
                <c:pt idx="1719">
                  <c:v>3.3659560908288371E-4</c:v>
                </c:pt>
                <c:pt idx="1720">
                  <c:v>3.511744835491714E-4</c:v>
                </c:pt>
                <c:pt idx="1721">
                  <c:v>3.6574203251562779E-4</c:v>
                </c:pt>
                <c:pt idx="1722">
                  <c:v>3.8029767407836619E-4</c:v>
                </c:pt>
                <c:pt idx="1723">
                  <c:v>3.948408262114528E-4</c:v>
                </c:pt>
                <c:pt idx="1724">
                  <c:v>4.0937090679054228E-4</c:v>
                </c:pt>
                <c:pt idx="1725">
                  <c:v>4.2388733361662712E-4</c:v>
                </c:pt>
                <c:pt idx="1726">
                  <c:v>4.3838952443990119E-4</c:v>
                </c:pt>
                <c:pt idx="1727">
                  <c:v>4.5287689698374049E-4</c:v>
                </c:pt>
                <c:pt idx="1728">
                  <c:v>4.6734886896880118E-4</c:v>
                </c:pt>
                <c:pt idx="1729">
                  <c:v>4.818048581372375E-4</c:v>
                </c:pt>
                <c:pt idx="1730">
                  <c:v>4.9624428227703667E-4</c:v>
                </c:pt>
                <c:pt idx="1731">
                  <c:v>5.1066655924647162E-4</c:v>
                </c:pt>
                <c:pt idx="1732">
                  <c:v>5.2507110699866622E-4</c:v>
                </c:pt>
                <c:pt idx="1733">
                  <c:v>5.3945734360627334E-4</c:v>
                </c:pt>
                <c:pt idx="1734">
                  <c:v>5.5382468728626226E-4</c:v>
                </c:pt>
                <c:pt idx="1735">
                  <c:v>5.6817255642481641E-4</c:v>
                </c:pt>
                <c:pt idx="1736">
                  <c:v>5.8250036960233974E-4</c:v>
                </c:pt>
                <c:pt idx="1737">
                  <c:v>5.9680754561856821E-4</c:v>
                </c:pt>
                <c:pt idx="1738">
                  <c:v>6.1109350351778752E-4</c:v>
                </c:pt>
                <c:pt idx="1739">
                  <c:v>6.2535766261415603E-4</c:v>
                </c:pt>
                <c:pt idx="1740">
                  <c:v>6.395994425171292E-4</c:v>
                </c:pt>
                <c:pt idx="1741">
                  <c:v>6.5381826315698657E-4</c:v>
                </c:pt>
                <c:pt idx="1742">
                  <c:v>6.6801354481046287E-4</c:v>
                </c:pt>
                <c:pt idx="1743">
                  <c:v>6.8218470812647929E-4</c:v>
                </c:pt>
                <c:pt idx="1744">
                  <c:v>6.9633117415197107E-4</c:v>
                </c:pt>
                <c:pt idx="1745">
                  <c:v>7.1045236435781419E-4</c:v>
                </c:pt>
                <c:pt idx="1746">
                  <c:v>7.2454770066484925E-4</c:v>
                </c:pt>
                <c:pt idx="1747">
                  <c:v>7.386166054699977E-4</c:v>
                </c:pt>
                <c:pt idx="1748">
                  <c:v>7.5265850167247452E-4</c:v>
                </c:pt>
                <c:pt idx="1749">
                  <c:v>7.6667281270009508E-4</c:v>
                </c:pt>
                <c:pt idx="1750">
                  <c:v>7.8065896253567491E-4</c:v>
                </c:pt>
                <c:pt idx="1751">
                  <c:v>7.9461637574351762E-4</c:v>
                </c:pt>
                <c:pt idx="1752">
                  <c:v>8.0854447749598829E-4</c:v>
                </c:pt>
                <c:pt idx="1753">
                  <c:v>8.2244269360017214E-4</c:v>
                </c:pt>
                <c:pt idx="1754">
                  <c:v>8.3631045052461441E-4</c:v>
                </c:pt>
                <c:pt idx="1755">
                  <c:v>8.5014717542614224E-4</c:v>
                </c:pt>
                <c:pt idx="1756">
                  <c:v>8.6395229617676603E-4</c:v>
                </c:pt>
                <c:pt idx="1757">
                  <c:v>8.7772524139066331E-4</c:v>
                </c:pt>
                <c:pt idx="1758">
                  <c:v>8.91465440451243E-4</c:v>
                </c:pt>
                <c:pt idx="1759">
                  <c:v>9.051723235382874E-4</c:v>
                </c:pt>
                <c:pt idx="1760">
                  <c:v>9.1884532165516979E-4</c:v>
                </c:pt>
                <c:pt idx="1761">
                  <c:v>9.3248386665614193E-4</c:v>
                </c:pt>
                <c:pt idx="1762">
                  <c:v>9.4608739127368898E-4</c:v>
                </c:pt>
                <c:pt idx="1763">
                  <c:v>9.5965532914595096E-4</c:v>
                </c:pt>
                <c:pt idx="1764">
                  <c:v>9.7318711484421208E-4</c:v>
                </c:pt>
                <c:pt idx="1765">
                  <c:v>9.8668218390045239E-4</c:v>
                </c:pt>
                <c:pt idx="1766">
                  <c:v>1.0001399728349571E-3</c:v>
                </c:pt>
                <c:pt idx="1767">
                  <c:v>1.0135599191839859E-3</c:v>
                </c:pt>
                <c:pt idx="1768">
                  <c:v>1.0269414615274931E-3</c:v>
                </c:pt>
                <c:pt idx="1769">
                  <c:v>1.0402840395169019E-3</c:v>
                </c:pt>
                <c:pt idx="1770">
                  <c:v>1.053587093902924E-3</c:v>
                </c:pt>
                <c:pt idx="1771">
                  <c:v>1.0668500665634269E-3</c:v>
                </c:pt>
                <c:pt idx="1772">
                  <c:v>1.080072400531349E-3</c:v>
                </c:pt>
                <c:pt idx="1773">
                  <c:v>1.093253540022654E-3</c:v>
                </c:pt>
                <c:pt idx="1774">
                  <c:v>1.10639293046433E-3</c:v>
                </c:pt>
                <c:pt idx="1775">
                  <c:v>1.1194900185224239E-3</c:v>
                </c:pt>
                <c:pt idx="1776">
                  <c:v>1.132544252130112E-3</c:v>
                </c:pt>
                <c:pt idx="1777">
                  <c:v>1.145555080515799E-3</c:v>
                </c:pt>
                <c:pt idx="1778">
                  <c:v>1.15852195423125E-3</c:v>
                </c:pt>
                <c:pt idx="1779">
                  <c:v>1.171444325179744E-3</c:v>
                </c:pt>
                <c:pt idx="1780">
                  <c:v>1.184321646644263E-3</c:v>
                </c:pt>
                <c:pt idx="1781">
                  <c:v>1.1971533733157E-3</c:v>
                </c:pt>
                <c:pt idx="1782">
                  <c:v>1.209938961321092E-3</c:v>
                </c:pt>
                <c:pt idx="1783">
                  <c:v>1.2226778682518659E-3</c:v>
                </c:pt>
                <c:pt idx="1784">
                  <c:v>1.235369553192118E-3</c:v>
                </c:pt>
                <c:pt idx="1785">
                  <c:v>1.248013476746884E-3</c:v>
                </c:pt>
                <c:pt idx="1786">
                  <c:v>1.2606091010704419E-3</c:v>
                </c:pt>
                <c:pt idx="1787">
                  <c:v>1.2731558898946001E-3</c:v>
                </c:pt>
                <c:pt idx="1788">
                  <c:v>1.285653308557001E-3</c:v>
                </c:pt>
                <c:pt idx="1789">
                  <c:v>1.298100824029416E-3</c:v>
                </c:pt>
                <c:pt idx="1790">
                  <c:v>1.310497904946044E-3</c:v>
                </c:pt>
                <c:pt idx="1791">
                  <c:v>1.322844021631806E-3</c:v>
                </c:pt>
                <c:pt idx="1792">
                  <c:v>1.335138646130644E-3</c:v>
                </c:pt>
                <c:pt idx="1793">
                  <c:v>1.3473812522337961E-3</c:v>
                </c:pt>
                <c:pt idx="1794">
                  <c:v>1.359571315508068E-3</c:v>
                </c:pt>
                <c:pt idx="1795">
                  <c:v>1.3717083133240879E-3</c:v>
                </c:pt>
                <c:pt idx="1796">
                  <c:v>1.383791724884547E-3</c:v>
                </c:pt>
                <c:pt idx="1797">
                  <c:v>1.395821031252416E-3</c:v>
                </c:pt>
                <c:pt idx="1798">
                  <c:v>1.4077957153791471E-3</c:v>
                </c:pt>
                <c:pt idx="1799">
                  <c:v>1.4197152621328449E-3</c:v>
                </c:pt>
                <c:pt idx="1800">
                  <c:v>1.4315791583264089E-3</c:v>
                </c:pt>
                <c:pt idx="1801">
                  <c:v>1.44338689274565E-3</c:v>
                </c:pt>
                <c:pt idx="1802">
                  <c:v>1.455137956177366E-3</c:v>
                </c:pt>
                <c:pt idx="1803">
                  <c:v>1.466831841437389E-3</c:v>
                </c:pt>
                <c:pt idx="1804">
                  <c:v>1.4784680433985839E-3</c:v>
                </c:pt>
                <c:pt idx="1805">
                  <c:v>1.490046059018798E-3</c:v>
                </c:pt>
                <c:pt idx="1806">
                  <c:v>1.5015653873687721E-3</c:v>
                </c:pt>
                <c:pt idx="1807">
                  <c:v>1.5130255296599989E-3</c:v>
                </c:pt>
                <c:pt idx="1808">
                  <c:v>1.5244259892725359E-3</c:v>
                </c:pt>
                <c:pt idx="1809">
                  <c:v>1.5357662717827611E-3</c:v>
                </c:pt>
                <c:pt idx="1810">
                  <c:v>1.547045884991078E-3</c:v>
                </c:pt>
                <c:pt idx="1811">
                  <c:v>1.558264338949552E-3</c:v>
                </c:pt>
                <c:pt idx="1812">
                  <c:v>1.5694211459894979E-3</c:v>
                </c:pt>
                <c:pt idx="1813">
                  <c:v>1.580515820748992E-3</c:v>
                </c:pt>
                <c:pt idx="1814">
                  <c:v>1.591547880200323E-3</c:v>
                </c:pt>
                <c:pt idx="1815">
                  <c:v>1.6025168436773821E-3</c:v>
                </c:pt>
                <c:pt idx="1816">
                  <c:v>1.613422232902976E-3</c:v>
                </c:pt>
                <c:pt idx="1817">
                  <c:v>1.624263572016085E-3</c:v>
                </c:pt>
                <c:pt idx="1818">
                  <c:v>1.63504038759904E-3</c:v>
                </c:pt>
                <c:pt idx="1819">
                  <c:v>1.645752208704626E-3</c:v>
                </c:pt>
                <c:pt idx="1820">
                  <c:v>1.6563985668831039E-3</c:v>
                </c:pt>
                <c:pt idx="1821">
                  <c:v>1.666978996209154E-3</c:v>
                </c:pt>
                <c:pt idx="1822">
                  <c:v>1.677493033308724E-3</c:v>
                </c:pt>
                <c:pt idx="1823">
                  <c:v>1.6879402173857879E-3</c:v>
                </c:pt>
                <c:pt idx="1824">
                  <c:v>1.69832009024902E-3</c:v>
                </c:pt>
                <c:pt idx="1825">
                  <c:v>1.7086321963383621E-3</c:v>
                </c:pt>
                <c:pt idx="1826">
                  <c:v>1.7188760827515121E-3</c:v>
                </c:pt>
                <c:pt idx="1827">
                  <c:v>1.7290512992703009E-3</c:v>
                </c:pt>
                <c:pt idx="1828">
                  <c:v>1.7391573983869719E-3</c:v>
                </c:pt>
                <c:pt idx="1829">
                  <c:v>1.749193935330365E-3</c:v>
                </c:pt>
                <c:pt idx="1830">
                  <c:v>1.759160468091986E-3</c:v>
                </c:pt>
                <c:pt idx="1831">
                  <c:v>1.7690565574519769E-3</c:v>
                </c:pt>
                <c:pt idx="1832">
                  <c:v>1.778881767004968E-3</c:v>
                </c:pt>
                <c:pt idx="1833">
                  <c:v>1.7886356631858209E-3</c:v>
                </c:pt>
                <c:pt idx="1834">
                  <c:v>1.7983178152952649E-3</c:v>
                </c:pt>
                <c:pt idx="1835">
                  <c:v>1.807927795525396E-3</c:v>
                </c:pt>
                <c:pt idx="1836">
                  <c:v>1.8174651789850699E-3</c:v>
                </c:pt>
                <c:pt idx="1837">
                  <c:v>1.8269295437251499E-3</c:v>
                </c:pt>
                <c:pt idx="1838">
                  <c:v>1.836320470763634E-3</c:v>
                </c:pt>
                <c:pt idx="1839">
                  <c:v>1.8456375441106461E-3</c:v>
                </c:pt>
                <c:pt idx="1840">
                  <c:v>1.8548803507933049E-3</c:v>
                </c:pt>
                <c:pt idx="1841">
                  <c:v>1.8640484808804491E-3</c:v>
                </c:pt>
                <c:pt idx="1842">
                  <c:v>1.87314152750723E-3</c:v>
                </c:pt>
                <c:pt idx="1843">
                  <c:v>1.882159086899565E-3</c:v>
                </c:pt>
                <c:pt idx="1844">
                  <c:v>1.891100758398454E-3</c:v>
                </c:pt>
                <c:pt idx="1845">
                  <c:v>1.899966144484137E-3</c:v>
                </c:pt>
                <c:pt idx="1846">
                  <c:v>1.908754850800118E-3</c:v>
                </c:pt>
                <c:pt idx="1847">
                  <c:v>1.917466486177026E-3</c:v>
                </c:pt>
                <c:pt idx="1848">
                  <c:v>1.926100662656322E-3</c:v>
                </c:pt>
                <c:pt idx="1849">
                  <c:v>1.9346569955138581E-3</c:v>
                </c:pt>
                <c:pt idx="1850">
                  <c:v>1.9431351032832621E-3</c:v>
                </c:pt>
                <c:pt idx="1851">
                  <c:v>1.9515346077791701E-3</c:v>
                </c:pt>
                <c:pt idx="1852">
                  <c:v>1.9598551341202912E-3</c:v>
                </c:pt>
                <c:pt idx="1853">
                  <c:v>1.9680963107523161E-3</c:v>
                </c:pt>
                <c:pt idx="1854">
                  <c:v>1.9762577694706412E-3</c:v>
                </c:pt>
                <c:pt idx="1855">
                  <c:v>1.984339145442938E-3</c:v>
                </c:pt>
                <c:pt idx="1856">
                  <c:v>1.992340077231541E-3</c:v>
                </c:pt>
                <c:pt idx="1857">
                  <c:v>2.000260206815679E-3</c:v>
                </c:pt>
                <c:pt idx="1858">
                  <c:v>2.0080991796135152E-3</c:v>
                </c:pt>
                <c:pt idx="1859">
                  <c:v>2.015856644504029E-3</c:v>
                </c:pt>
                <c:pt idx="1860">
                  <c:v>2.0235322538487139E-3</c:v>
                </c:pt>
                <c:pt idx="1861">
                  <c:v>2.0311256635130929E-3</c:v>
                </c:pt>
                <c:pt idx="1862">
                  <c:v>2.0386365328880669E-3</c:v>
                </c:pt>
                <c:pt idx="1863">
                  <c:v>2.046064524911068E-3</c:v>
                </c:pt>
                <c:pt idx="1864">
                  <c:v>2.053409306087032E-3</c:v>
                </c:pt>
                <c:pt idx="1865">
                  <c:v>2.0606705465091792E-3</c:v>
                </c:pt>
                <c:pt idx="1866">
                  <c:v>2.0678479198796111E-3</c:v>
                </c:pt>
                <c:pt idx="1867">
                  <c:v>2.074941103529692E-3</c:v>
                </c:pt>
                <c:pt idx="1868">
                  <c:v>2.081949778440242E-3</c:v>
                </c:pt>
                <c:pt idx="1869">
                  <c:v>2.0888736292615168E-3</c:v>
                </c:pt>
                <c:pt idx="1870">
                  <c:v>2.0957123443329992E-3</c:v>
                </c:pt>
                <c:pt idx="1871">
                  <c:v>2.102465615702989E-3</c:v>
                </c:pt>
                <c:pt idx="1872">
                  <c:v>2.1091331391479822E-3</c:v>
                </c:pt>
                <c:pt idx="1873">
                  <c:v>2.1157146141918409E-3</c:v>
                </c:pt>
                <c:pt idx="1874">
                  <c:v>2.12220974412475E-3</c:v>
                </c:pt>
                <c:pt idx="1875">
                  <c:v>2.128618236021949E-3</c:v>
                </c:pt>
                <c:pt idx="1876">
                  <c:v>2.1349398007622609E-3</c:v>
                </c:pt>
                <c:pt idx="1877">
                  <c:v>2.141174153046395E-3</c:v>
                </c:pt>
                <c:pt idx="1878">
                  <c:v>2.1473210114150371E-3</c:v>
                </c:pt>
                <c:pt idx="1879">
                  <c:v>2.153380098266715E-3</c:v>
                </c:pt>
                <c:pt idx="1880">
                  <c:v>2.1593511398754531E-3</c:v>
                </c:pt>
                <c:pt idx="1881">
                  <c:v>2.165233866408202E-3</c:v>
                </c:pt>
                <c:pt idx="1882">
                  <c:v>2.1710280119420331E-3</c:v>
                </c:pt>
                <c:pt idx="1883">
                  <c:v>2.1767333144811188E-3</c:v>
                </c:pt>
                <c:pt idx="1884">
                  <c:v>2.1823495159734758E-3</c:v>
                </c:pt>
                <c:pt idx="1885">
                  <c:v>2.187876362327478E-3</c:v>
                </c:pt>
                <c:pt idx="1886">
                  <c:v>2.19331360342814E-3</c:v>
                </c:pt>
                <c:pt idx="1887">
                  <c:v>2.1986609931531611E-3</c:v>
                </c:pt>
                <c:pt idx="1888">
                  <c:v>2.2039182893887331E-3</c:v>
                </c:pt>
                <c:pt idx="1889">
                  <c:v>2.20908525404511E-3</c:v>
                </c:pt>
                <c:pt idx="1890">
                  <c:v>2.214161653071926E-3</c:v>
                </c:pt>
                <c:pt idx="1891">
                  <c:v>2.21914725647329E-3</c:v>
                </c:pt>
                <c:pt idx="1892">
                  <c:v>2.2240418383226248E-3</c:v>
                </c:pt>
                <c:pt idx="1893">
                  <c:v>2.2288451767772661E-3</c:v>
                </c:pt>
                <c:pt idx="1894">
                  <c:v>2.2335570540928011E-3</c:v>
                </c:pt>
                <c:pt idx="1895">
                  <c:v>2.2381772566371621E-3</c:v>
                </c:pt>
                <c:pt idx="1896">
                  <c:v>2.2427055749044788E-3</c:v>
                </c:pt>
                <c:pt idx="1897">
                  <c:v>2.2471418035286891E-3</c:v>
                </c:pt>
                <c:pt idx="1898">
                  <c:v>2.251485741296889E-3</c:v>
                </c:pt>
                <c:pt idx="1899">
                  <c:v>2.2557371911624429E-3</c:v>
                </c:pt>
                <c:pt idx="1900">
                  <c:v>2.2598959602578312E-3</c:v>
                </c:pt>
                <c:pt idx="1901">
                  <c:v>2.2639618599072358E-3</c:v>
                </c:pt>
                <c:pt idx="1902">
                  <c:v>2.2679347056388821E-3</c:v>
                </c:pt>
                <c:pt idx="1903">
                  <c:v>2.2718143171971119E-3</c:v>
                </c:pt>
                <c:pt idx="1904">
                  <c:v>2.275600518554223E-3</c:v>
                </c:pt>
                <c:pt idx="1905">
                  <c:v>2.2792931379220249E-3</c:v>
                </c:pt>
                <c:pt idx="1906">
                  <c:v>2.282892007763162E-3</c:v>
                </c:pt>
                <c:pt idx="1907">
                  <c:v>2.2863969648021492E-3</c:v>
                </c:pt>
                <c:pt idx="1908">
                  <c:v>2.2898078500361478E-3</c:v>
                </c:pt>
                <c:pt idx="1909">
                  <c:v>2.2931245087454699E-3</c:v>
                </c:pt>
                <c:pt idx="1910">
                  <c:v>2.2963467905038081E-3</c:v>
                </c:pt>
                <c:pt idx="1911">
                  <c:v>2.299474549188189E-3</c:v>
                </c:pt>
                <c:pt idx="1912">
                  <c:v>2.3025076429886589E-3</c:v>
                </c:pt>
                <c:pt idx="1913">
                  <c:v>2.3054459344176931E-3</c:v>
                </c:pt>
                <c:pt idx="1914">
                  <c:v>2.3082892903193292E-3</c:v>
                </c:pt>
                <c:pt idx="1915">
                  <c:v>2.3110375818780229E-3</c:v>
                </c:pt>
                <c:pt idx="1916">
                  <c:v>2.3136906846272379E-3</c:v>
                </c:pt>
                <c:pt idx="1917">
                  <c:v>2.3162484784577581E-3</c:v>
                </c:pt>
                <c:pt idx="1918">
                  <c:v>2.3187108476257269E-3</c:v>
                </c:pt>
                <c:pt idx="1919">
                  <c:v>2.3210776807604219E-3</c:v>
                </c:pt>
                <c:pt idx="1920">
                  <c:v>2.323348870871737E-3</c:v>
                </c:pt>
                <c:pt idx="1921">
                  <c:v>2.325524315357408E-3</c:v>
                </c:pt>
                <c:pt idx="1922">
                  <c:v>2.3276039160099629E-3</c:v>
                </c:pt>
                <c:pt idx="1923">
                  <c:v>2.329587579023378E-3</c:v>
                </c:pt>
                <c:pt idx="1924">
                  <c:v>2.3314752149994579E-3</c:v>
                </c:pt>
                <c:pt idx="1925">
                  <c:v>2.3332667389539289E-3</c:v>
                </c:pt>
                <c:pt idx="1926">
                  <c:v>2.3349620703222531E-3</c:v>
                </c:pt>
                <c:pt idx="1927">
                  <c:v>2.3365611329651571E-3</c:v>
                </c:pt>
                <c:pt idx="1928">
                  <c:v>2.338063855173874E-3</c:v>
                </c:pt>
                <c:pt idx="1929">
                  <c:v>2.3394701696751109E-3</c:v>
                </c:pt>
                <c:pt idx="1930">
                  <c:v>2.3407800136357169E-3</c:v>
                </c:pt>
                <c:pt idx="1931">
                  <c:v>2.3419933286670698E-3</c:v>
                </c:pt>
                <c:pt idx="1932">
                  <c:v>2.343110060829177E-3</c:v>
                </c:pt>
                <c:pt idx="1933">
                  <c:v>2.3441301606344808E-3</c:v>
                </c:pt>
                <c:pt idx="1934">
                  <c:v>2.3450535830513899E-3</c:v>
                </c:pt>
                <c:pt idx="1935">
                  <c:v>2.345880287507522E-3</c:v>
                </c:pt>
                <c:pt idx="1936">
                  <c:v>2.3466102378926611E-3</c:v>
                </c:pt>
                <c:pt idx="1937">
                  <c:v>2.3472434025614331E-3</c:v>
                </c:pt>
                <c:pt idx="1938">
                  <c:v>2.347779754335682E-3</c:v>
                </c:pt>
                <c:pt idx="1939">
                  <c:v>2.3482192705065641E-3</c:v>
                </c:pt>
                <c:pt idx="1940">
                  <c:v>2.3485619328363519E-3</c:v>
                </c:pt>
                <c:pt idx="1941">
                  <c:v>2.3488077275599568E-3</c:v>
                </c:pt>
                <c:pt idx="1942">
                  <c:v>2.34895664538616E-3</c:v>
                </c:pt>
                <c:pt idx="1943">
                  <c:v>2.3490086814985729E-3</c:v>
                </c:pt>
                <c:pt idx="1944">
                  <c:v>2.3489638355562998E-3</c:v>
                </c:pt>
                <c:pt idx="1945">
                  <c:v>2.3488221116943122E-3</c:v>
                </c:pt>
                <c:pt idx="1946">
                  <c:v>2.348583518523534E-3</c:v>
                </c:pt>
                <c:pt idx="1947">
                  <c:v>2.3482480691306398E-3</c:v>
                </c:pt>
                <c:pt idx="1948">
                  <c:v>2.3478157810775651E-3</c:v>
                </c:pt>
                <c:pt idx="1949">
                  <c:v>2.347286676400725E-3</c:v>
                </c:pt>
                <c:pt idx="1950">
                  <c:v>2.3466607816099621E-3</c:v>
                </c:pt>
                <c:pt idx="1951">
                  <c:v>2.3459381276871921E-3</c:v>
                </c:pt>
                <c:pt idx="1952">
                  <c:v>2.3451187500847688E-3</c:v>
                </c:pt>
                <c:pt idx="1953">
                  <c:v>2.3442026887235609E-3</c:v>
                </c:pt>
                <c:pt idx="1954">
                  <c:v>2.343189987990736E-3</c:v>
                </c:pt>
                <c:pt idx="1955">
                  <c:v>2.3420806967372502E-3</c:v>
                </c:pt>
                <c:pt idx="1956">
                  <c:v>2.3408748682750562E-3</c:v>
                </c:pt>
                <c:pt idx="1957">
                  <c:v>2.3395725603740222E-3</c:v>
                </c:pt>
                <c:pt idx="1958">
                  <c:v>2.3381738352585692E-3</c:v>
                </c:pt>
                <c:pt idx="1959">
                  <c:v>2.3366787596040221E-3</c:v>
                </c:pt>
                <c:pt idx="1960">
                  <c:v>2.3350874045326678E-3</c:v>
                </c:pt>
                <c:pt idx="1961">
                  <c:v>2.333399845609535E-3</c:v>
                </c:pt>
                <c:pt idx="1962">
                  <c:v>2.331616162837888E-3</c:v>
                </c:pt>
                <c:pt idx="1963">
                  <c:v>2.3297364406544541E-3</c:v>
                </c:pt>
                <c:pt idx="1964">
                  <c:v>2.3277607679243629E-3</c:v>
                </c:pt>
                <c:pt idx="1965">
                  <c:v>2.3256892379358201E-3</c:v>
                </c:pt>
                <c:pt idx="1966">
                  <c:v>2.323521948394486E-3</c:v>
                </c:pt>
                <c:pt idx="1967">
                  <c:v>2.3212590014175861E-3</c:v>
                </c:pt>
                <c:pt idx="1968">
                  <c:v>2.3189005035277339E-3</c:v>
                </c:pt>
                <c:pt idx="1969">
                  <c:v>2.3164465656464652E-3</c:v>
                </c:pt>
                <c:pt idx="1970">
                  <c:v>2.3138973030875031E-3</c:v>
                </c:pt>
                <c:pt idx="1971">
                  <c:v>2.3112528355497429E-3</c:v>
                </c:pt>
                <c:pt idx="1972">
                  <c:v>2.308513287109965E-3</c:v>
                </c:pt>
                <c:pt idx="1973">
                  <c:v>2.305678786215252E-3</c:v>
                </c:pt>
                <c:pt idx="1974">
                  <c:v>2.3027494656751401E-3</c:v>
                </c:pt>
                <c:pt idx="1975">
                  <c:v>2.2997254626534931E-3</c:v>
                </c:pt>
                <c:pt idx="1976">
                  <c:v>2.2966069186600982E-3</c:v>
                </c:pt>
                <c:pt idx="1977">
                  <c:v>2.293393979541977E-3</c:v>
                </c:pt>
                <c:pt idx="1978">
                  <c:v>2.2900867954744261E-3</c:v>
                </c:pt>
                <c:pt idx="1979">
                  <c:v>2.286685520951787E-3</c:v>
                </c:pt>
                <c:pt idx="1980">
                  <c:v>2.283190314777949E-3</c:v>
                </c:pt>
                <c:pt idx="1981">
                  <c:v>2.279601340056571E-3</c:v>
                </c:pt>
                <c:pt idx="1982">
                  <c:v>2.275918764181031E-3</c:v>
                </c:pt>
                <c:pt idx="1983">
                  <c:v>2.2721427588241151E-3</c:v>
                </c:pt>
                <c:pt idx="1984">
                  <c:v>2.268273499927437E-3</c:v>
                </c:pt>
                <c:pt idx="1985">
                  <c:v>2.2643111676905938E-3</c:v>
                </c:pt>
                <c:pt idx="1986">
                  <c:v>2.2602559465600479E-3</c:v>
                </c:pt>
                <c:pt idx="1987">
                  <c:v>2.2561080252177638E-3</c:v>
                </c:pt>
                <c:pt idx="1988">
                  <c:v>2.2518675965695701E-3</c:v>
                </c:pt>
                <c:pt idx="1989">
                  <c:v>2.247534857733261E-3</c:v>
                </c:pt>
                <c:pt idx="1990">
                  <c:v>2.2431100100264449E-3</c:v>
                </c:pt>
                <c:pt idx="1991">
                  <c:v>2.23859325895411E-3</c:v>
                </c:pt>
                <c:pt idx="1992">
                  <c:v>2.2339848141959611E-3</c:v>
                </c:pt>
                <c:pt idx="1993">
                  <c:v>2.229284889593482E-3</c:v>
                </c:pt>
                <c:pt idx="1994">
                  <c:v>2.224493703136749E-3</c:v>
                </c:pt>
                <c:pt idx="1995">
                  <c:v>2.2196114769509881E-3</c:v>
                </c:pt>
                <c:pt idx="1996">
                  <c:v>2.2146384372828919E-3</c:v>
                </c:pt>
                <c:pt idx="1997">
                  <c:v>2.2095748144866688E-3</c:v>
                </c:pt>
                <c:pt idx="1998">
                  <c:v>2.2044208430098571E-3</c:v>
                </c:pt>
                <c:pt idx="1999">
                  <c:v>2.199176761378875E-3</c:v>
                </c:pt>
                <c:pt idx="2000">
                  <c:v>2.1938428121843398E-3</c:v>
                </c:pt>
                <c:pt idx="2001">
                  <c:v>2.1884192420661241E-3</c:v>
                </c:pt>
                <c:pt idx="2002">
                  <c:v>2.1829063016981778E-3</c:v>
                </c:pt>
                <c:pt idx="2003">
                  <c:v>2.1773042457731082E-3</c:v>
                </c:pt>
                <c:pt idx="2004">
                  <c:v>2.1716133329865109E-3</c:v>
                </c:pt>
                <c:pt idx="2005">
                  <c:v>2.1658338260210769E-3</c:v>
                </c:pt>
                <c:pt idx="2006">
                  <c:v>2.1599659915304491E-3</c:v>
                </c:pt>
                <c:pt idx="2007">
                  <c:v>2.1540101001228662E-3</c:v>
                </c:pt>
                <c:pt idx="2008">
                  <c:v>2.1479664263445589E-3</c:v>
                </c:pt>
                <c:pt idx="2009">
                  <c:v>2.1418352486629109E-3</c:v>
                </c:pt>
                <c:pt idx="2010">
                  <c:v>2.1356168494493849E-3</c:v>
                </c:pt>
                <c:pt idx="2011">
                  <c:v>2.1293115149622131E-3</c:v>
                </c:pt>
                <c:pt idx="2012">
                  <c:v>2.1229195353288542E-3</c:v>
                </c:pt>
                <c:pt idx="2013">
                  <c:v>2.1164412045282461E-3</c:v>
                </c:pt>
                <c:pt idx="2014">
                  <c:v>2.109876820372824E-3</c:v>
                </c:pt>
                <c:pt idx="2015">
                  <c:v>2.103226684490327E-3</c:v>
                </c:pt>
                <c:pt idx="2016">
                  <c:v>2.096491102305381E-3</c:v>
                </c:pt>
                <c:pt idx="2017">
                  <c:v>2.089670383020882E-3</c:v>
                </c:pt>
                <c:pt idx="2018">
                  <c:v>2.0827648395991541E-3</c:v>
                </c:pt>
                <c:pt idx="2019">
                  <c:v>2.0757747887429042E-3</c:v>
                </c:pt>
                <c:pt idx="2020">
                  <c:v>2.068700550875963E-3</c:v>
                </c:pt>
                <c:pt idx="2021">
                  <c:v>2.061542450123811E-3</c:v>
                </c:pt>
                <c:pt idx="2022">
                  <c:v>2.0543008142938869E-3</c:v>
                </c:pt>
                <c:pt idx="2023">
                  <c:v>2.046975974855697E-3</c:v>
                </c:pt>
                <c:pt idx="2024">
                  <c:v>2.0395682669207102E-3</c:v>
                </c:pt>
                <c:pt idx="2025">
                  <c:v>2.0320780292220559E-3</c:v>
                </c:pt>
                <c:pt idx="2026">
                  <c:v>2.024505604094012E-3</c:v>
                </c:pt>
                <c:pt idx="2027">
                  <c:v>2.016851337451294E-3</c:v>
                </c:pt>
                <c:pt idx="2028">
                  <c:v>2.0091155787681459E-3</c:v>
                </c:pt>
                <c:pt idx="2029">
                  <c:v>2.0012986810572422E-3</c:v>
                </c:pt>
                <c:pt idx="2030">
                  <c:v>1.9934010008483918E-3</c:v>
                </c:pt>
                <c:pt idx="2031">
                  <c:v>1.9854228981670669E-3</c:v>
                </c:pt>
                <c:pt idx="2032">
                  <c:v>1.9773647365127268E-3</c:v>
                </c:pt>
                <c:pt idx="2033">
                  <c:v>1.9692268828369842E-3</c:v>
                </c:pt>
                <c:pt idx="2034">
                  <c:v>1.9610097075215649E-3</c:v>
                </c:pt>
                <c:pt idx="2035">
                  <c:v>1.9527135843560969E-3</c:v>
                </c:pt>
                <c:pt idx="2036">
                  <c:v>1.9443388905157071E-3</c:v>
                </c:pt>
                <c:pt idx="2037">
                  <c:v>1.9358860065384531E-3</c:v>
                </c:pt>
                <c:pt idx="2038">
                  <c:v>1.9273553163025709E-3</c:v>
                </c:pt>
                <c:pt idx="2039">
                  <c:v>1.9187472070035421E-3</c:v>
                </c:pt>
                <c:pt idx="2040">
                  <c:v>1.910062069130989E-3</c:v>
                </c:pt>
                <c:pt idx="2041">
                  <c:v>1.9013002964453989E-3</c:v>
                </c:pt>
                <c:pt idx="2042">
                  <c:v>1.8924622859546739E-3</c:v>
                </c:pt>
                <c:pt idx="2043">
                  <c:v>1.883548437890518E-3</c:v>
                </c:pt>
                <c:pt idx="2044">
                  <c:v>1.8745591556846501E-3</c:v>
                </c:pt>
                <c:pt idx="2045">
                  <c:v>1.86549484594487E-3</c:v>
                </c:pt>
                <c:pt idx="2046">
                  <c:v>1.8563559184309531E-3</c:v>
                </c:pt>
                <c:pt idx="2047">
                  <c:v>1.847142786030395E-3</c:v>
                </c:pt>
                <c:pt idx="2048">
                  <c:v>1.837855864734012E-3</c:v>
                </c:pt>
                <c:pt idx="2049">
                  <c:v>1.828495573611385E-3</c:v>
                </c:pt>
                <c:pt idx="2050">
                  <c:v>1.819062334786164E-3</c:v>
                </c:pt>
                <c:pt idx="2051">
                  <c:v>1.8095565734112221E-3</c:v>
                </c:pt>
                <c:pt idx="2052">
                  <c:v>1.799978717643649E-3</c:v>
                </c:pt>
                <c:pt idx="2053">
                  <c:v>1.7903291986196149E-3</c:v>
                </c:pt>
                <c:pt idx="2054">
                  <c:v>1.7806084504290831E-3</c:v>
                </c:pt>
                <c:pt idx="2055">
                  <c:v>1.7708169100903841E-3</c:v>
                </c:pt>
                <c:pt idx="2056">
                  <c:v>1.7609550175246571E-3</c:v>
                </c:pt>
                <c:pt idx="2057">
                  <c:v>1.7510232155301579E-3</c:v>
                </c:pt>
                <c:pt idx="2058">
                  <c:v>1.741021949756439E-3</c:v>
                </c:pt>
                <c:pt idx="2059">
                  <c:v>1.7309516686784001E-3</c:v>
                </c:pt>
                <c:pt idx="2060">
                  <c:v>1.720812823570215E-3</c:v>
                </c:pt>
                <c:pt idx="2061">
                  <c:v>1.710605868479132E-3</c:v>
                </c:pt>
                <c:pt idx="2062">
                  <c:v>1.7003312601991641E-3</c:v>
                </c:pt>
                <c:pt idx="2063">
                  <c:v>1.689989458244651E-3</c:v>
                </c:pt>
                <c:pt idx="2064">
                  <c:v>1.679580924823726E-3</c:v>
                </c:pt>
                <c:pt idx="2065">
                  <c:v>1.669106124811671E-3</c:v>
                </c:pt>
                <c:pt idx="2066">
                  <c:v>1.658565525724165E-3</c:v>
                </c:pt>
                <c:pt idx="2067">
                  <c:v>1.647959597690425E-3</c:v>
                </c:pt>
                <c:pt idx="2068">
                  <c:v>1.6372888134262391E-3</c:v>
                </c:pt>
                <c:pt idx="2069">
                  <c:v>1.626553648206889E-3</c:v>
                </c:pt>
                <c:pt idx="2070">
                  <c:v>1.6157545798399799E-3</c:v>
                </c:pt>
                <c:pt idx="2071">
                  <c:v>1.6048920886381659E-3</c:v>
                </c:pt>
                <c:pt idx="2072">
                  <c:v>1.5939666573917899E-3</c:v>
                </c:pt>
                <c:pt idx="2073">
                  <c:v>1.58297877134143E-3</c:v>
                </c:pt>
                <c:pt idx="2074">
                  <c:v>1.571928918150365E-3</c:v>
                </c:pt>
                <c:pt idx="2075">
                  <c:v>1.5608175878769461E-3</c:v>
                </c:pt>
                <c:pt idx="2076">
                  <c:v>1.5496452729468989E-3</c:v>
                </c:pt>
                <c:pt idx="2077">
                  <c:v>1.5384124681255371E-3</c:v>
                </c:pt>
                <c:pt idx="2078">
                  <c:v>1.527119670489904E-3</c:v>
                </c:pt>
                <c:pt idx="2079">
                  <c:v>1.5157673794008301E-3</c:v>
                </c:pt>
                <c:pt idx="2080">
                  <c:v>1.504356096474921E-3</c:v>
                </c:pt>
                <c:pt idx="2081">
                  <c:v>1.4928863255564691E-3</c:v>
                </c:pt>
                <c:pt idx="2082">
                  <c:v>1.4813585726892941E-3</c:v>
                </c:pt>
                <c:pt idx="2083">
                  <c:v>1.469773346088525E-3</c:v>
                </c:pt>
                <c:pt idx="2084">
                  <c:v>1.4581311561123031E-3</c:v>
                </c:pt>
                <c:pt idx="2085">
                  <c:v>1.446432515233432E-3</c:v>
                </c:pt>
                <c:pt idx="2086">
                  <c:v>1.43467793801096E-3</c:v>
                </c:pt>
                <c:pt idx="2087">
                  <c:v>1.422867941061706E-3</c:v>
                </c:pt>
                <c:pt idx="2088">
                  <c:v>1.4110030430317341E-3</c:v>
                </c:pt>
                <c:pt idx="2089">
                  <c:v>1.399083764567763E-3</c:v>
                </c:pt>
                <c:pt idx="2090">
                  <c:v>1.3871106282885421E-3</c:v>
                </c:pt>
                <c:pt idx="2091">
                  <c:v>1.3750841587561651E-3</c:v>
                </c:pt>
                <c:pt idx="2092">
                  <c:v>1.363004882447346E-3</c:v>
                </c:pt>
                <c:pt idx="2093">
                  <c:v>1.3508733277246469E-3</c:v>
                </c:pt>
                <c:pt idx="2094">
                  <c:v>1.338690024807675E-3</c:v>
                </c:pt>
                <c:pt idx="2095">
                  <c:v>1.326455505744231E-3</c:v>
                </c:pt>
                <c:pt idx="2096">
                  <c:v>1.314170304381439E-3</c:v>
                </c:pt>
                <c:pt idx="2097">
                  <c:v>1.301834956336835E-3</c:v>
                </c:pt>
                <c:pt idx="2098">
                  <c:v>1.2894499989694311E-3</c:v>
                </c:pt>
                <c:pt idx="2099">
                  <c:v>1.2770159713507521E-3</c:v>
                </c:pt>
                <c:pt idx="2100">
                  <c:v>1.264533414235863E-3</c:v>
                </c:pt>
                <c:pt idx="2101">
                  <c:v>1.2520028700343741E-3</c:v>
                </c:pt>
                <c:pt idx="2102">
                  <c:v>1.239424882781435E-3</c:v>
                </c:pt>
                <c:pt idx="2103">
                  <c:v>1.2267999981087161E-3</c:v>
                </c:pt>
                <c:pt idx="2104">
                  <c:v>1.214128763215381E-3</c:v>
                </c:pt>
                <c:pt idx="2105">
                  <c:v>1.20141172683905E-3</c:v>
                </c:pt>
                <c:pt idx="2106">
                  <c:v>1.18864943922676E-3</c:v>
                </c:pt>
                <c:pt idx="2107">
                  <c:v>1.1758424521059159E-3</c:v>
                </c:pt>
                <c:pt idx="2108">
                  <c:v>1.162991318655251E-3</c:v>
                </c:pt>
                <c:pt idx="2109">
                  <c:v>1.150096593475765E-3</c:v>
                </c:pt>
                <c:pt idx="2110">
                  <c:v>1.1371588325616801E-3</c:v>
                </c:pt>
                <c:pt idx="2111">
                  <c:v>1.124178593271391E-3</c:v>
                </c:pt>
                <c:pt idx="2112">
                  <c:v>1.1111564342984239E-3</c:v>
                </c:pt>
                <c:pt idx="2113">
                  <c:v>1.0980929156424069E-3</c:v>
                </c:pt>
                <c:pt idx="2114">
                  <c:v>1.084988598580058E-3</c:v>
                </c:pt>
                <c:pt idx="2115">
                  <c:v>1.0718440456361871E-3</c:v>
                </c:pt>
                <c:pt idx="2116">
                  <c:v>1.0586598205547179E-3</c:v>
                </c:pt>
                <c:pt idx="2117">
                  <c:v>1.045436488269742E-3</c:v>
                </c:pt>
                <c:pt idx="2118">
                  <c:v>1.032174614876592E-3</c:v>
                </c:pt>
                <c:pt idx="2119">
                  <c:v>1.018874767602934E-3</c:v>
                </c:pt>
                <c:pt idx="2120">
                  <c:v>1.005537514779892E-3</c:v>
                </c:pt>
                <c:pt idx="2121">
                  <c:v>9.9216342581320296E-4</c:v>
                </c:pt>
                <c:pt idx="2122">
                  <c:v>9.7875307115440741E-4</c:v>
                </c:pt>
                <c:pt idx="2123">
                  <c:v>9.6530702227206721E-4</c:v>
                </c:pt>
                <c:pt idx="2124">
                  <c:v>9.5182585162302514E-4</c:v>
                </c:pt>
                <c:pt idx="2125">
                  <c:v>9.3831013262369548E-4</c:v>
                </c:pt>
                <c:pt idx="2126">
                  <c:v>9.24760439621391E-4</c:v>
                </c:pt>
                <c:pt idx="2127">
                  <c:v>9.1117734786568894E-4</c:v>
                </c:pt>
                <c:pt idx="2128">
                  <c:v>8.9756143347983857E-4</c:v>
                </c:pt>
                <c:pt idx="2129">
                  <c:v>8.8391327343221595E-4</c:v>
                </c:pt>
                <c:pt idx="2130">
                  <c:v>8.7023344550782897E-4</c:v>
                </c:pt>
                <c:pt idx="2131">
                  <c:v>8.5652252827987121E-4</c:v>
                </c:pt>
                <c:pt idx="2132">
                  <c:v>8.4278110108133061E-4</c:v>
                </c:pt>
                <c:pt idx="2133">
                  <c:v>8.2900974397665114E-4</c:v>
                </c:pt>
                <c:pt idx="2134">
                  <c:v>8.1520903773345027E-4</c:v>
                </c:pt>
                <c:pt idx="2135">
                  <c:v>8.0137956379429409E-4</c:v>
                </c:pt>
                <c:pt idx="2136">
                  <c:v>7.8752190424853175E-4</c:v>
                </c:pt>
                <c:pt idx="2137">
                  <c:v>7.7363664180419211E-4</c:v>
                </c:pt>
                <c:pt idx="2138">
                  <c:v>7.597243597599455E-4</c:v>
                </c:pt>
                <c:pt idx="2139">
                  <c:v>7.45785641977134E-4</c:v>
                </c:pt>
                <c:pt idx="2140">
                  <c:v>7.3182107285187288E-4</c:v>
                </c:pt>
                <c:pt idx="2141">
                  <c:v>7.1783123728722626E-4</c:v>
                </c:pt>
                <c:pt idx="2142">
                  <c:v>7.0381672066545864E-4</c:v>
                </c:pt>
                <c:pt idx="2143">
                  <c:v>6.8977810882036043E-4</c:v>
                </c:pt>
                <c:pt idx="2144">
                  <c:v>6.7571598800965057E-4</c:v>
                </c:pt>
                <c:pt idx="2145">
                  <c:v>6.6163094488745655E-4</c:v>
                </c:pt>
                <c:pt idx="2146">
                  <c:v>6.4752356647687366E-4</c:v>
                </c:pt>
                <c:pt idx="2147">
                  <c:v>6.3339444014260846E-4</c:v>
                </c:pt>
                <c:pt idx="2148">
                  <c:v>6.192441535637067E-4</c:v>
                </c:pt>
                <c:pt idx="2149">
                  <c:v>6.050732947063699E-4</c:v>
                </c:pt>
                <c:pt idx="2150">
                  <c:v>5.908824517968593E-4</c:v>
                </c:pt>
                <c:pt idx="2151">
                  <c:v>5.7667221329448762E-4</c:v>
                </c:pt>
                <c:pt idx="2152">
                  <c:v>5.6244316786469831E-4</c:v>
                </c:pt>
                <c:pt idx="2153">
                  <c:v>5.4819590435223526E-4</c:v>
                </c:pt>
                <c:pt idx="2154">
                  <c:v>5.339310117544046E-4</c:v>
                </c:pt>
                <c:pt idx="2155">
                  <c:v>5.1964907919443287E-4</c:v>
                </c:pt>
                <c:pt idx="2156">
                  <c:v>5.0535069589492318E-4</c:v>
                </c:pt>
                <c:pt idx="2157">
                  <c:v>4.9103645115140956E-4</c:v>
                </c:pt>
                <c:pt idx="2158">
                  <c:v>4.767069343060129E-4</c:v>
                </c:pt>
                <c:pt idx="2159">
                  <c:v>4.6236273472119888E-4</c:v>
                </c:pt>
                <c:pt idx="2160">
                  <c:v>4.4800444175363861E-4</c:v>
                </c:pt>
                <c:pt idx="2161">
                  <c:v>4.3363264472817258E-4</c:v>
                </c:pt>
                <c:pt idx="2162">
                  <c:v>4.1924793291188298E-4</c:v>
                </c:pt>
                <c:pt idx="2163">
                  <c:v>4.0485089548827468E-4</c:v>
                </c:pt>
                <c:pt idx="2164">
                  <c:v>3.9044212153156288E-4</c:v>
                </c:pt>
                <c:pt idx="2165">
                  <c:v>3.7602219998107142E-4</c:v>
                </c:pt>
                <c:pt idx="2166">
                  <c:v>3.615917196157424E-4</c:v>
                </c:pt>
                <c:pt idx="2167">
                  <c:v>3.47151269028763E-4</c:v>
                </c:pt>
                <c:pt idx="2168">
                  <c:v>3.3270143660230859E-4</c:v>
                </c:pt>
                <c:pt idx="2169">
                  <c:v>3.182428104824001E-4</c:v>
                </c:pt>
                <c:pt idx="2170">
                  <c:v>3.0377597855387682E-4</c:v>
                </c:pt>
                <c:pt idx="2171">
                  <c:v>2.8930152841548308E-4</c:v>
                </c:pt>
                <c:pt idx="2172">
                  <c:v>2.748200473550712E-4</c:v>
                </c:pt>
                <c:pt idx="2173">
                  <c:v>2.6033212232492238E-4</c:v>
                </c:pt>
                <c:pt idx="2174">
                  <c:v>2.4583833991718979E-4</c:v>
                </c:pt>
                <c:pt idx="2175">
                  <c:v>2.31339286339465E-4</c:v>
                </c:pt>
                <c:pt idx="2176">
                  <c:v>2.168355473904691E-4</c:v>
                </c:pt>
                <c:pt idx="2177">
                  <c:v>2.0232770843586829E-4</c:v>
                </c:pt>
                <c:pt idx="2178">
                  <c:v>1.8781635438421169E-4</c:v>
                </c:pt>
                <c:pt idx="2179">
                  <c:v>1.7330206966299189E-4</c:v>
                </c:pt>
                <c:pt idx="2180">
                  <c:v>1.5878543819482929E-4</c:v>
                </c:pt>
                <c:pt idx="2181">
                  <c:v>1.442670433737775E-4</c:v>
                </c:pt>
                <c:pt idx="2182">
                  <c:v>1.297474680417524E-4</c:v>
                </c:pt>
                <c:pt idx="2183">
                  <c:v>1.152272944650819E-4</c:v>
                </c:pt>
                <c:pt idx="2184">
                  <c:v>1.0070710431117899E-4</c:v>
                </c:pt>
                <c:pt idx="2185">
                  <c:v>8.6187478625336772E-5</c:v>
                </c:pt>
                <c:pt idx="2186">
                  <c:v>7.1668997807648198E-5</c:v>
                </c:pt>
                <c:pt idx="2187">
                  <c:v>5.7152241590048772E-5</c:v>
                </c:pt>
                <c:pt idx="2188">
                  <c:v>4.2637789013483033E-5</c:v>
                </c:pt>
                <c:pt idx="2189">
                  <c:v>2.8126218405193261E-5</c:v>
                </c:pt>
                <c:pt idx="2190">
                  <c:v>1.361810735613068E-5</c:v>
                </c:pt>
                <c:pt idx="2191">
                  <c:v>-8.8596730150954108E-7</c:v>
                </c:pt>
                <c:pt idx="2192">
                  <c:v>-1.538542951662821E-5</c:v>
                </c:pt>
                <c:pt idx="2193">
                  <c:v>-2.9879704041435831E-5</c:v>
                </c:pt>
                <c:pt idx="2194">
                  <c:v>-4.4368216453538957E-5</c:v>
                </c:pt>
                <c:pt idx="2195">
                  <c:v>-5.8850393177897589E-5</c:v>
                </c:pt>
                <c:pt idx="2196">
                  <c:v>-7.3325661508652021E-5</c:v>
                </c:pt>
                <c:pt idx="2197">
                  <c:v>-8.7793449630818165E-5</c:v>
                </c:pt>
                <c:pt idx="2198">
                  <c:v>-1.022531866418495E-4</c:v>
                </c:pt>
                <c:pt idx="2199">
                  <c:v>-1.1670430257306341E-4</c:v>
                </c:pt>
                <c:pt idx="2200">
                  <c:v>-1.311462284109301E-4</c:v>
                </c:pt>
                <c:pt idx="2201">
                  <c:v>-1.4557839611822399E-4</c:v>
                </c:pt>
                <c:pt idx="2202">
                  <c:v>-1.6000023865503821E-4</c:v>
                </c:pt>
                <c:pt idx="2203">
                  <c:v>-1.7441118999966319E-4</c:v>
                </c:pt>
                <c:pt idx="2204">
                  <c:v>-1.888106851693297E-4</c:v>
                </c:pt>
                <c:pt idx="2205">
                  <c:v>-2.0319816024081861E-4</c:v>
                </c:pt>
                <c:pt idx="2206">
                  <c:v>-2.1757305237094109E-4</c:v>
                </c:pt>
                <c:pt idx="2207">
                  <c:v>-2.3193479981688909E-4</c:v>
                </c:pt>
                <c:pt idx="2208">
                  <c:v>-2.4628284195645731E-4</c:v>
                </c:pt>
                <c:pt idx="2209">
                  <c:v>-2.606166193081341E-4</c:v>
                </c:pt>
                <c:pt idx="2210">
                  <c:v>-2.7493557355106073E-4</c:v>
                </c:pt>
                <c:pt idx="2211">
                  <c:v>-2.8923914754485399E-4</c:v>
                </c:pt>
                <c:pt idx="2212">
                  <c:v>-3.0352678534929193E-4</c:v>
                </c:pt>
                <c:pt idx="2213">
                  <c:v>-3.1779793224385972E-4</c:v>
                </c:pt>
                <c:pt idx="2214">
                  <c:v>-3.3205203474715811E-4</c:v>
                </c:pt>
                <c:pt idx="2215">
                  <c:v>-3.4628854063617248E-4</c:v>
                </c:pt>
                <c:pt idx="2216">
                  <c:v>-3.6050689896540621E-4</c:v>
                </c:pt>
                <c:pt idx="2217">
                  <c:v>-3.747065600858787E-4</c:v>
                </c:pt>
                <c:pt idx="2218">
                  <c:v>-3.888869756639908E-4</c:v>
                </c:pt>
                <c:pt idx="2219">
                  <c:v>-4.0304759870025649E-4</c:v>
                </c:pt>
                <c:pt idx="2220">
                  <c:v>-4.1718788354790348E-4</c:v>
                </c:pt>
                <c:pt idx="2221">
                  <c:v>-4.3130728593133869E-4</c:v>
                </c:pt>
                <c:pt idx="2222">
                  <c:v>-4.454052629644793E-4</c:v>
                </c:pt>
                <c:pt idx="2223">
                  <c:v>-4.5948127316894859E-4</c:v>
                </c:pt>
                <c:pt idx="2224">
                  <c:v>-4.7353477649213281E-4</c:v>
                </c:pt>
                <c:pt idx="2225">
                  <c:v>-4.8756523432509841E-4</c:v>
                </c:pt>
                <c:pt idx="2226">
                  <c:v>-5.0157210952037014E-4</c:v>
                </c:pt>
                <c:pt idx="2227">
                  <c:v>-5.1555486640956821E-4</c:v>
                </c:pt>
                <c:pt idx="2228">
                  <c:v>-5.2951297082090554E-4</c:v>
                </c:pt>
                <c:pt idx="2229">
                  <c:v>-5.4344589009655022E-4</c:v>
                </c:pt>
                <c:pt idx="2230">
                  <c:v>-5.5735309310985448E-4</c:v>
                </c:pt>
                <c:pt idx="2231">
                  <c:v>-5.7123405028245398E-4</c:v>
                </c:pt>
                <c:pt idx="2232">
                  <c:v>-5.8508823360123633E-4</c:v>
                </c:pt>
                <c:pt idx="2233">
                  <c:v>-5.9891511663518143E-4</c:v>
                </c:pt>
                <c:pt idx="2234">
                  <c:v>-6.1271417455207146E-4</c:v>
                </c:pt>
                <c:pt idx="2235">
                  <c:v>-6.2648488413507241E-4</c:v>
                </c:pt>
                <c:pt idx="2236">
                  <c:v>-6.4022672379918674E-4</c:v>
                </c:pt>
                <c:pt idx="2237">
                  <c:v>-6.5393917360757404E-4</c:v>
                </c:pt>
                <c:pt idx="2238">
                  <c:v>-6.6762171528774209E-4</c:v>
                </c:pt>
                <c:pt idx="2239">
                  <c:v>-6.8127383224760691E-4</c:v>
                </c:pt>
                <c:pt idx="2240">
                  <c:v>-6.9489500959142385E-4</c:v>
                </c:pt>
                <c:pt idx="2241">
                  <c:v>-7.0848473413558869E-4</c:v>
                </c:pt>
                <c:pt idx="2242">
                  <c:v>-7.2204249442430781E-4</c:v>
                </c:pt>
                <c:pt idx="2243">
                  <c:v>-7.3556778074513923E-4</c:v>
                </c:pt>
                <c:pt idx="2244">
                  <c:v>-7.4906008514440386E-4</c:v>
                </c:pt>
                <c:pt idx="2245">
                  <c:v>-7.625189014424682E-4</c:v>
                </c:pt>
                <c:pt idx="2246">
                  <c:v>-7.7594372524890116E-4</c:v>
                </c:pt>
                <c:pt idx="2247">
                  <c:v>-7.893340539775061E-4</c:v>
                </c:pt>
                <c:pt idx="2248">
                  <c:v>-8.0268938686122739E-4</c:v>
                </c:pt>
                <c:pt idx="2249">
                  <c:v>-8.1600922496693053E-4</c:v>
                </c:pt>
                <c:pt idx="2250">
                  <c:v>-8.2929307121005255E-4</c:v>
                </c:pt>
                <c:pt idx="2251">
                  <c:v>-8.4254043036912447E-4</c:v>
                </c:pt>
                <c:pt idx="2252">
                  <c:v>-8.5575080910016269E-4</c:v>
                </c:pt>
                <c:pt idx="2253">
                  <c:v>-8.6892371595092839E-4</c:v>
                </c:pt>
                <c:pt idx="2254">
                  <c:v>-8.8205866137506042E-4</c:v>
                </c:pt>
                <c:pt idx="2255">
                  <c:v>-8.9515515774608325E-4</c:v>
                </c:pt>
                <c:pt idx="2256">
                  <c:v>-9.0821271937129066E-4</c:v>
                </c:pt>
                <c:pt idx="2257">
                  <c:v>-9.2123086250551068E-4</c:v>
                </c:pt>
                <c:pt idx="2258">
                  <c:v>-9.3420910536474891E-4</c:v>
                </c:pt>
                <c:pt idx="2259">
                  <c:v>-9.4714696813970615E-4</c:v>
                </c:pt>
                <c:pt idx="2260">
                  <c:v>-9.6004397300917144E-4</c:v>
                </c:pt>
                <c:pt idx="2261">
                  <c:v>-9.7289964415329228E-4</c:v>
                </c:pt>
                <c:pt idx="2262">
                  <c:v>-9.8571350776672324E-4</c:v>
                </c:pt>
                <c:pt idx="2263">
                  <c:v>-9.9848509207165533E-4</c:v>
                </c:pt>
                <c:pt idx="2264">
                  <c:v>-1.0112139273307261E-3</c:v>
                </c:pt>
                <c:pt idx="2265">
                  <c:v>-1.0238995458598089E-3</c:v>
                </c:pt>
                <c:pt idx="2266">
                  <c:v>-1.0365414820406871E-3</c:v>
                </c:pt>
                <c:pt idx="2267">
                  <c:v>-1.049139272333594E-3</c:v>
                </c:pt>
                <c:pt idx="2268">
                  <c:v>-1.061692455289652E-3</c:v>
                </c:pt>
                <c:pt idx="2269">
                  <c:v>-1.074200571563169E-3</c:v>
                </c:pt>
                <c:pt idx="2270">
                  <c:v>-1.086663163923824E-3</c:v>
                </c:pt>
                <c:pt idx="2271">
                  <c:v>-1.0990797772687309E-3</c:v>
                </c:pt>
                <c:pt idx="2272">
                  <c:v>-1.11144995863438E-3</c:v>
                </c:pt>
                <c:pt idx="2273">
                  <c:v>-1.123773257208462E-3</c:v>
                </c:pt>
                <c:pt idx="2274">
                  <c:v>-1.1360492243415799E-3</c:v>
                </c:pt>
                <c:pt idx="2275">
                  <c:v>-1.148277413558845E-3</c:v>
                </c:pt>
                <c:pt idx="2276">
                  <c:v>-1.160457380571353E-3</c:v>
                </c:pt>
                <c:pt idx="2277">
                  <c:v>-1.1725886832875581E-3</c:v>
                </c:pt>
                <c:pt idx="2278">
                  <c:v>-1.184670881824523E-3</c:v>
                </c:pt>
                <c:pt idx="2279">
                  <c:v>-1.196703538519065E-3</c:v>
                </c:pt>
                <c:pt idx="2280">
                  <c:v>-1.2086862179387899E-3</c:v>
                </c:pt>
                <c:pt idx="2281">
                  <c:v>-1.2206184868930089E-3</c:v>
                </c:pt>
                <c:pt idx="2282">
                  <c:v>-1.232499914443548E-3</c:v>
                </c:pt>
                <c:pt idx="2283">
                  <c:v>-1.244330071915442E-3</c:v>
                </c:pt>
                <c:pt idx="2284">
                  <c:v>-1.2561085329075121E-3</c:v>
                </c:pt>
                <c:pt idx="2285">
                  <c:v>-1.2678348733028411E-3</c:v>
                </c:pt>
                <c:pt idx="2286">
                  <c:v>-1.279508671279131E-3</c:v>
                </c:pt>
                <c:pt idx="2287">
                  <c:v>-1.291129507318954E-3</c:v>
                </c:pt>
                <c:pt idx="2288">
                  <c:v>-1.302696964219903E-3</c:v>
                </c:pt>
                <c:pt idx="2289">
                  <c:v>-1.3142106271046259E-3</c:v>
                </c:pt>
                <c:pt idx="2290">
                  <c:v>-1.325670083430764E-3</c:v>
                </c:pt>
                <c:pt idx="2291">
                  <c:v>-1.337074923000781E-3</c:v>
                </c:pt>
                <c:pt idx="2292">
                  <c:v>-1.348424737971684E-3</c:v>
                </c:pt>
                <c:pt idx="2293">
                  <c:v>-1.3597191228646359E-3</c:v>
                </c:pt>
                <c:pt idx="2294">
                  <c:v>-1.3709576745744741E-3</c:v>
                </c:pt>
                <c:pt idx="2295">
                  <c:v>-1.382139992379108E-3</c:v>
                </c:pt>
                <c:pt idx="2296">
                  <c:v>-1.393265677948838E-3</c:v>
                </c:pt>
                <c:pt idx="2297">
                  <c:v>-1.404334335355554E-3</c:v>
                </c:pt>
                <c:pt idx="2298">
                  <c:v>-1.415345571081841E-3</c:v>
                </c:pt>
                <c:pt idx="2299">
                  <c:v>-1.4262989940299769E-3</c:v>
                </c:pt>
                <c:pt idx="2300">
                  <c:v>-1.437194215530831E-3</c:v>
                </c:pt>
                <c:pt idx="2301">
                  <c:v>-1.4480308493526591E-3</c:v>
                </c:pt>
                <c:pt idx="2302">
                  <c:v>-1.4588085117098039E-3</c:v>
                </c:pt>
                <c:pt idx="2303">
                  <c:v>-1.469526821271298E-3</c:v>
                </c:pt>
                <c:pt idx="2304">
                  <c:v>-1.480185399169362E-3</c:v>
                </c:pt>
                <c:pt idx="2305">
                  <c:v>-1.490783869007815E-3</c:v>
                </c:pt>
                <c:pt idx="2306">
                  <c:v>-1.5013218568703771E-3</c:v>
                </c:pt>
                <c:pt idx="2307">
                  <c:v>-1.511798991328887E-3</c:v>
                </c:pt>
                <c:pt idx="2308">
                  <c:v>-1.52221490345142E-3</c:v>
                </c:pt>
                <c:pt idx="2309">
                  <c:v>-1.532569226810317E-3</c:v>
                </c:pt>
                <c:pt idx="2310">
                  <c:v>-1.542861597490106E-3</c:v>
                </c:pt>
                <c:pt idx="2311">
                  <c:v>-1.553091654095349E-3</c:v>
                </c:pt>
                <c:pt idx="2312">
                  <c:v>-1.563259037758386E-3</c:v>
                </c:pt>
                <c:pt idx="2313">
                  <c:v>-1.573363392146999E-3</c:v>
                </c:pt>
                <c:pt idx="2314">
                  <c:v>-1.5834043634719789E-3</c:v>
                </c:pt>
                <c:pt idx="2315">
                  <c:v>-1.5933816004946081E-3</c:v>
                </c:pt>
                <c:pt idx="2316">
                  <c:v>-1.603294754534053E-3</c:v>
                </c:pt>
                <c:pt idx="2317">
                  <c:v>-1.613143479474661E-3</c:v>
                </c:pt>
                <c:pt idx="2318">
                  <c:v>-1.6229274317731729E-3</c:v>
                </c:pt>
                <c:pt idx="2319">
                  <c:v>-1.6326462704658439E-3</c:v>
                </c:pt>
                <c:pt idx="2320">
                  <c:v>-1.6422996571754779E-3</c:v>
                </c:pt>
                <c:pt idx="2321">
                  <c:v>-1.651887256118366E-3</c:v>
                </c:pt>
                <c:pt idx="2322">
                  <c:v>-1.661408734111155E-3</c:v>
                </c:pt>
                <c:pt idx="2323">
                  <c:v>-1.6708637605776151E-3</c:v>
                </c:pt>
                <c:pt idx="2324">
                  <c:v>-1.6802520075553319E-3</c:v>
                </c:pt>
                <c:pt idx="2325">
                  <c:v>-1.689573149702315E-3</c:v>
                </c:pt>
                <c:pt idx="2326">
                  <c:v>-1.698826864303511E-3</c:v>
                </c:pt>
                <c:pt idx="2327">
                  <c:v>-1.70801283127724E-3</c:v>
                </c:pt>
                <c:pt idx="2328">
                  <c:v>-1.717130733181552E-3</c:v>
                </c:pt>
                <c:pt idx="2329">
                  <c:v>-1.726180255220497E-3</c:v>
                </c:pt>
                <c:pt idx="2330">
                  <c:v>-1.7351610852503209E-3</c:v>
                </c:pt>
                <c:pt idx="2331">
                  <c:v>-1.7440729137855799E-3</c:v>
                </c:pt>
                <c:pt idx="2332">
                  <c:v>-1.752915434005175E-3</c:v>
                </c:pt>
                <c:pt idx="2333">
                  <c:v>-1.761688341758305E-3</c:v>
                </c:pt>
                <c:pt idx="2334">
                  <c:v>-1.7703913355703381E-3</c:v>
                </c:pt>
                <c:pt idx="2335">
                  <c:v>-1.7790241166486141E-3</c:v>
                </c:pt>
                <c:pt idx="2336">
                  <c:v>-1.7875863888881609E-3</c:v>
                </c:pt>
                <c:pt idx="2337">
                  <c:v>-1.79607785887734E-3</c:v>
                </c:pt>
                <c:pt idx="2338">
                  <c:v>-1.8044982359034091E-3</c:v>
                </c:pt>
                <c:pt idx="2339">
                  <c:v>-1.812847231958024E-3</c:v>
                </c:pt>
                <c:pt idx="2340">
                  <c:v>-1.821124561742651E-3</c:v>
                </c:pt>
                <c:pt idx="2341">
                  <c:v>-1.829329942673909E-3</c:v>
                </c:pt>
                <c:pt idx="2342">
                  <c:v>-1.837463094888835E-3</c:v>
                </c:pt>
                <c:pt idx="2343">
                  <c:v>-1.8455237412500719E-3</c:v>
                </c:pt>
                <c:pt idx="2344">
                  <c:v>-1.853511607350988E-3</c:v>
                </c:pt>
                <c:pt idx="2345">
                  <c:v>-1.8614264215207189E-3</c:v>
                </c:pt>
                <c:pt idx="2346">
                  <c:v>-1.8692679148291521E-3</c:v>
                </c:pt>
                <c:pt idx="2347">
                  <c:v>-1.877035821091815E-3</c:v>
                </c:pt>
                <c:pt idx="2348">
                  <c:v>-1.8847298768747251E-3</c:v>
                </c:pt>
                <c:pt idx="2349">
                  <c:v>-1.892349821499138E-3</c:v>
                </c:pt>
                <c:pt idx="2350">
                  <c:v>-1.899895397046253E-3</c:v>
                </c:pt>
                <c:pt idx="2351">
                  <c:v>-1.9073663483618259E-3</c:v>
                </c:pt>
                <c:pt idx="2352">
                  <c:v>-1.914762423060729E-3</c:v>
                </c:pt>
                <c:pt idx="2353">
                  <c:v>-1.922083371531431E-3</c:v>
                </c:pt>
                <c:pt idx="2354">
                  <c:v>-1.929328946940432E-3</c:v>
                </c:pt>
                <c:pt idx="2355">
                  <c:v>-1.936498905236609E-3</c:v>
                </c:pt>
                <c:pt idx="2356">
                  <c:v>-1.9435930051555201E-3</c:v>
                </c:pt>
                <c:pt idx="2357">
                  <c:v>-1.95061100822362E-3</c:v>
                </c:pt>
                <c:pt idx="2358">
                  <c:v>-1.957552678762426E-3</c:v>
                </c:pt>
                <c:pt idx="2359">
                  <c:v>-1.9644177838926032E-3</c:v>
                </c:pt>
                <c:pt idx="2360">
                  <c:v>-1.97120609353798E-3</c:v>
                </c:pt>
                <c:pt idx="2361">
                  <c:v>-1.9779173804295052E-3</c:v>
                </c:pt>
                <c:pt idx="2362">
                  <c:v>-1.984551420109123E-3</c:v>
                </c:pt>
                <c:pt idx="2363">
                  <c:v>-1.9911079909335958E-3</c:v>
                </c:pt>
                <c:pt idx="2364">
                  <c:v>-1.9975868740782468E-3</c:v>
                </c:pt>
                <c:pt idx="2365">
                  <c:v>-2.0039878535406432E-3</c:v>
                </c:pt>
                <c:pt idx="2366">
                  <c:v>-2.010310716144206E-3</c:v>
                </c:pt>
                <c:pt idx="2367">
                  <c:v>-2.016555251541749E-3</c:v>
                </c:pt>
                <c:pt idx="2368">
                  <c:v>-2.0227212522189579E-3</c:v>
                </c:pt>
                <c:pt idx="2369">
                  <c:v>-2.0288085134977951E-3</c:v>
                </c:pt>
                <c:pt idx="2370">
                  <c:v>-2.034816833539821E-3</c:v>
                </c:pt>
                <c:pt idx="2371">
                  <c:v>-2.0407460133494699E-3</c:v>
                </c:pt>
                <c:pt idx="2372">
                  <c:v>-2.046595856777239E-3</c:v>
                </c:pt>
                <c:pt idx="2373">
                  <c:v>-2.052366170522821E-3</c:v>
                </c:pt>
                <c:pt idx="2374">
                  <c:v>-2.0580567641381672E-3</c:v>
                </c:pt>
                <c:pt idx="2375">
                  <c:v>-2.0636674500304881E-3</c:v>
                </c:pt>
                <c:pt idx="2376">
                  <c:v>-2.0691980434651819E-3</c:v>
                </c:pt>
                <c:pt idx="2377">
                  <c:v>-2.0746483625687069E-3</c:v>
                </c:pt>
                <c:pt idx="2378">
                  <c:v>-2.0800182283313758E-3</c:v>
                </c:pt>
                <c:pt idx="2379">
                  <c:v>-2.0853074646101058E-3</c:v>
                </c:pt>
                <c:pt idx="2380">
                  <c:v>-2.090515898131088E-3</c:v>
                </c:pt>
                <c:pt idx="2381">
                  <c:v>-2.0956433584923989E-3</c:v>
                </c:pt>
                <c:pt idx="2382">
                  <c:v>-2.10068967816655E-3</c:v>
                </c:pt>
                <c:pt idx="2383">
                  <c:v>-2.1056546925029588E-3</c:v>
                </c:pt>
                <c:pt idx="2384">
                  <c:v>-2.1105382397303639E-3</c:v>
                </c:pt>
                <c:pt idx="2385">
                  <c:v>-2.115340160959166E-3</c:v>
                </c:pt>
                <c:pt idx="2386">
                  <c:v>-2.1200603001837069E-3</c:v>
                </c:pt>
                <c:pt idx="2387">
                  <c:v>-2.1246985042844891E-3</c:v>
                </c:pt>
                <c:pt idx="2388">
                  <c:v>-2.1292546230303171E-3</c:v>
                </c:pt>
                <c:pt idx="2389">
                  <c:v>-2.1337285090803869E-3</c:v>
                </c:pt>
                <c:pt idx="2390">
                  <c:v>-2.1381200179862989E-3</c:v>
                </c:pt>
                <c:pt idx="2391">
                  <c:v>-2.1424290081940101E-3</c:v>
                </c:pt>
                <c:pt idx="2392">
                  <c:v>-2.1466553410457302E-3</c:v>
                </c:pt>
                <c:pt idx="2393">
                  <c:v>-2.1507988807817412E-3</c:v>
                </c:pt>
                <c:pt idx="2394">
                  <c:v>-2.154859494542164E-3</c:v>
                </c:pt>
                <c:pt idx="2395">
                  <c:v>-2.158837052368657E-3</c:v>
                </c:pt>
                <c:pt idx="2396">
                  <c:v>-2.1627314272060459E-3</c:v>
                </c:pt>
                <c:pt idx="2397">
                  <c:v>-2.1665424949038961E-3</c:v>
                </c:pt>
                <c:pt idx="2398">
                  <c:v>-2.1702701342180158E-3</c:v>
                </c:pt>
                <c:pt idx="2399">
                  <c:v>-2.1739142268118999E-3</c:v>
                </c:pt>
                <c:pt idx="2400">
                  <c:v>-2.177474657258106E-3</c:v>
                </c:pt>
                <c:pt idx="2401">
                  <c:v>-2.1809513130395791E-3</c:v>
                </c:pt>
                <c:pt idx="2402">
                  <c:v>-2.18434408455092E-3</c:v>
                </c:pt>
                <c:pt idx="2403">
                  <c:v>-2.1876528650995831E-3</c:v>
                </c:pt>
                <c:pt idx="2404">
                  <c:v>-2.1908775509070148E-3</c:v>
                </c:pt>
                <c:pt idx="2405">
                  <c:v>-2.1940180411097331E-3</c:v>
                </c:pt>
                <c:pt idx="2406">
                  <c:v>-2.1970742377603368E-3</c:v>
                </c:pt>
                <c:pt idx="2407">
                  <c:v>-2.2000460458284831E-3</c:v>
                </c:pt>
                <c:pt idx="2408">
                  <c:v>-2.2029333732017848E-3</c:v>
                </c:pt>
                <c:pt idx="2409">
                  <c:v>-2.205736130686661E-3</c:v>
                </c:pt>
                <c:pt idx="2410">
                  <c:v>-2.2084542320091149E-3</c:v>
                </c:pt>
                <c:pt idx="2411">
                  <c:v>-2.211087593815463E-3</c:v>
                </c:pt>
                <c:pt idx="2412">
                  <c:v>-2.2136361356729882E-3</c:v>
                </c:pt>
                <c:pt idx="2413">
                  <c:v>-2.2160997800705338E-3</c:v>
                </c:pt>
                <c:pt idx="2414">
                  <c:v>-2.21847845241903E-3</c:v>
                </c:pt>
                <c:pt idx="2415">
                  <c:v>-2.2207720810519592E-3</c:v>
                </c:pt>
                <c:pt idx="2416">
                  <c:v>-2.2229805972257752E-3</c:v>
                </c:pt>
                <c:pt idx="2417">
                  <c:v>-2.2251039351202598E-3</c:v>
                </c:pt>
                <c:pt idx="2418">
                  <c:v>-2.2271420318388268E-3</c:v>
                </c:pt>
                <c:pt idx="2419">
                  <c:v>-2.229094827408757E-3</c:v>
                </c:pt>
                <c:pt idx="2420">
                  <c:v>-2.230962264781376E-3</c:v>
                </c:pt>
                <c:pt idx="2421">
                  <c:v>-2.2327442898321761E-3</c:v>
                </c:pt>
                <c:pt idx="2422">
                  <c:v>-2.2344408513608771E-3</c:v>
                </c:pt>
                <c:pt idx="2423">
                  <c:v>-2.2360519010914451E-3</c:v>
                </c:pt>
                <c:pt idx="2424">
                  <c:v>-2.2375773936720469E-3</c:v>
                </c:pt>
                <c:pt idx="2425">
                  <c:v>-2.239017286674938E-3</c:v>
                </c:pt>
                <c:pt idx="2426">
                  <c:v>-2.240371540596281E-3</c:v>
                </c:pt>
                <c:pt idx="2427">
                  <c:v>-2.241640118855923E-3</c:v>
                </c:pt>
                <c:pt idx="2428">
                  <c:v>-2.2428229877970978E-3</c:v>
                </c:pt>
                <c:pt idx="2429">
                  <c:v>-2.2439201166860909E-3</c:v>
                </c:pt>
                <c:pt idx="2430">
                  <c:v>-2.2449314777118201E-3</c:v>
                </c:pt>
                <c:pt idx="2431">
                  <c:v>-2.2458570459853769E-3</c:v>
                </c:pt>
                <c:pt idx="2432">
                  <c:v>-2.2466967995394922E-3</c:v>
                </c:pt>
                <c:pt idx="2433">
                  <c:v>-2.2474507193279559E-3</c:v>
                </c:pt>
                <c:pt idx="2434">
                  <c:v>-2.24811878922497E-3</c:v>
                </c:pt>
                <c:pt idx="2435">
                  <c:v>-2.2487009960244319E-3</c:v>
                </c:pt>
                <c:pt idx="2436">
                  <c:v>-2.2491973294391692E-3</c:v>
                </c:pt>
                <c:pt idx="2437">
                  <c:v>-2.2496077821001041E-3</c:v>
                </c:pt>
                <c:pt idx="2438">
                  <c:v>-2.2499323495553578E-3</c:v>
                </c:pt>
                <c:pt idx="2439">
                  <c:v>-2.2501710302693049E-3</c:v>
                </c:pt>
                <c:pt idx="2440">
                  <c:v>-2.2503238256215692E-3</c:v>
                </c:pt>
                <c:pt idx="2441">
                  <c:v>-2.250390739905963E-3</c:v>
                </c:pt>
                <c:pt idx="2442">
                  <c:v>-2.2503717803293772E-3</c:v>
                </c:pt>
                <c:pt idx="2443">
                  <c:v>-2.2502669570106091E-3</c:v>
                </c:pt>
                <c:pt idx="2444">
                  <c:v>-2.250076282979142E-3</c:v>
                </c:pt>
                <c:pt idx="2445">
                  <c:v>-2.2497997741738628E-3</c:v>
                </c:pt>
                <c:pt idx="2446">
                  <c:v>-2.2494374494417338E-3</c:v>
                </c:pt>
                <c:pt idx="2447">
                  <c:v>-2.248989330536398E-3</c:v>
                </c:pt>
                <c:pt idx="2448">
                  <c:v>-2.248455442116719E-3</c:v>
                </c:pt>
                <c:pt idx="2449">
                  <c:v>-2.247835811745277E-3</c:v>
                </c:pt>
                <c:pt idx="2450">
                  <c:v>-2.247130469886787E-3</c:v>
                </c:pt>
                <c:pt idx="2451">
                  <c:v>-2.2463394499064762E-3</c:v>
                </c:pt>
                <c:pt idx="2452">
                  <c:v>-2.245462788068398E-3</c:v>
                </c:pt>
                <c:pt idx="2453">
                  <c:v>-2.2445005235337059E-3</c:v>
                </c:pt>
                <c:pt idx="2454">
                  <c:v>-2.2434526983588412E-3</c:v>
                </c:pt>
                <c:pt idx="2455">
                  <c:v>-2.2423193574936861E-3</c:v>
                </c:pt>
                <c:pt idx="2456">
                  <c:v>-2.241100548779643E-3</c:v>
                </c:pt>
                <c:pt idx="2457">
                  <c:v>-2.2397963229476721E-3</c:v>
                </c:pt>
                <c:pt idx="2458">
                  <c:v>-2.2384067336162659E-3</c:v>
                </c:pt>
                <c:pt idx="2459">
                  <c:v>-2.236931837289373E-3</c:v>
                </c:pt>
                <c:pt idx="2460">
                  <c:v>-2.2353716933542619E-3</c:v>
                </c:pt>
                <c:pt idx="2461">
                  <c:v>-2.233726364079328E-3</c:v>
                </c:pt>
                <c:pt idx="2462">
                  <c:v>-2.231995914611839E-3</c:v>
                </c:pt>
                <c:pt idx="2463">
                  <c:v>-2.2301804129756398E-3</c:v>
                </c:pt>
                <c:pt idx="2464">
                  <c:v>-2.2282799300687912E-3</c:v>
                </c:pt>
                <c:pt idx="2465">
                  <c:v>-2.2262945396611541E-3</c:v>
                </c:pt>
                <c:pt idx="2466">
                  <c:v>-2.224224318391923E-3</c:v>
                </c:pt>
                <c:pt idx="2467">
                  <c:v>-2.222069345767093E-3</c:v>
                </c:pt>
                <c:pt idx="2468">
                  <c:v>-2.2198297041568691E-3</c:v>
                </c:pt>
                <c:pt idx="2469">
                  <c:v>-2.217505478793038E-3</c:v>
                </c:pt>
                <c:pt idx="2470">
                  <c:v>-2.2150967577662731E-3</c:v>
                </c:pt>
                <c:pt idx="2471">
                  <c:v>-2.2126036320233859E-3</c:v>
                </c:pt>
                <c:pt idx="2472">
                  <c:v>-2.2100261953645309E-3</c:v>
                </c:pt>
                <c:pt idx="2473">
                  <c:v>-2.2073645444403551E-3</c:v>
                </c:pt>
                <c:pt idx="2474">
                  <c:v>-2.204618778749078E-3</c:v>
                </c:pt>
                <c:pt idx="2475">
                  <c:v>-2.2017890006335171E-3</c:v>
                </c:pt>
                <c:pt idx="2476">
                  <c:v>-2.1988753152780431E-3</c:v>
                </c:pt>
                <c:pt idx="2477">
                  <c:v>-2.1958778307054989E-3</c:v>
                </c:pt>
                <c:pt idx="2478">
                  <c:v>-2.1927966577740422E-3</c:v>
                </c:pt>
                <c:pt idx="2479">
                  <c:v>-2.1896319101739488E-3</c:v>
                </c:pt>
                <c:pt idx="2480">
                  <c:v>-2.1863837044243661E-3</c:v>
                </c:pt>
                <c:pt idx="2481">
                  <c:v>-2.183052159869997E-3</c:v>
                </c:pt>
                <c:pt idx="2482">
                  <c:v>-2.1796373986777439E-3</c:v>
                </c:pt>
                <c:pt idx="2483">
                  <c:v>-2.1761395458332901E-3</c:v>
                </c:pt>
                <c:pt idx="2484">
                  <c:v>-2.1725587291376329E-3</c:v>
                </c:pt>
                <c:pt idx="2485">
                  <c:v>-2.1688950792035661E-3</c:v>
                </c:pt>
                <c:pt idx="2486">
                  <c:v>-2.165148729452099E-3</c:v>
                </c:pt>
                <c:pt idx="2487">
                  <c:v>-2.1613198161088321E-3</c:v>
                </c:pt>
                <c:pt idx="2488">
                  <c:v>-2.1574084782002641E-3</c:v>
                </c:pt>
                <c:pt idx="2489">
                  <c:v>-2.1534148575500481E-3</c:v>
                </c:pt>
                <c:pt idx="2490">
                  <c:v>-2.1493390987751878E-3</c:v>
                </c:pt>
                <c:pt idx="2491">
                  <c:v>-2.1451813492821882E-3</c:v>
                </c:pt>
                <c:pt idx="2492">
                  <c:v>-2.1409417592631462E-3</c:v>
                </c:pt>
                <c:pt idx="2493">
                  <c:v>-2.136620481691799E-3</c:v>
                </c:pt>
                <c:pt idx="2494">
                  <c:v>-2.132217672319507E-3</c:v>
                </c:pt>
                <c:pt idx="2495">
                  <c:v>-2.127733489671197E-3</c:v>
                </c:pt>
                <c:pt idx="2496">
                  <c:v>-2.1231680950412391E-3</c:v>
                </c:pt>
                <c:pt idx="2497">
                  <c:v>-2.1185216524892778E-3</c:v>
                </c:pt>
                <c:pt idx="2498">
                  <c:v>-2.1137943288360109E-3</c:v>
                </c:pt>
                <c:pt idx="2499">
                  <c:v>-2.1089862936589129E-3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1D1-444E-A1E9-61DA52820186}"/>
            </c:ext>
          </c:extLst>
        </c:ser>
        <c:ser>
          <c:idx val="3"/>
          <c:order val="1"/>
          <c:tx>
            <c:v>30 Hz</c:v>
          </c:tx>
          <c:spPr>
            <a:ln w="12700" cap="rnd" cmpd="sng" algn="ctr">
              <a:solidFill>
                <a:schemeClr val="accent1">
                  <a:tint val="90000"/>
                  <a:shade val="95000"/>
                  <a:satMod val="105000"/>
                </a:schemeClr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ref0p35_90min_v6_f30!$A$2:$A$251</c:f>
              <c:numCache>
                <c:formatCode>General</c:formatCode>
                <c:ptCount val="250"/>
                <c:pt idx="0">
                  <c:v>-5.5190601721956331E-5</c:v>
                </c:pt>
                <c:pt idx="1">
                  <c:v>-2.512805574532402E-5</c:v>
                </c:pt>
                <c:pt idx="2">
                  <c:v>5.8083052067908641E-6</c:v>
                </c:pt>
                <c:pt idx="3">
                  <c:v>3.6525327302163162E-5</c:v>
                </c:pt>
                <c:pt idx="4">
                  <c:v>6.5938104662708179E-5</c:v>
                </c:pt>
                <c:pt idx="5">
                  <c:v>9.300825681328803E-5</c:v>
                </c:pt>
                <c:pt idx="6">
                  <c:v>1.167805569885204E-4</c:v>
                </c:pt>
                <c:pt idx="7">
                  <c:v>1.364166229604705E-4</c:v>
                </c:pt>
                <c:pt idx="8">
                  <c:v>1.5122448309453341E-4</c:v>
                </c:pt>
                <c:pt idx="9">
                  <c:v>1.6068297303522991E-4</c:v>
                </c:pt>
                <c:pt idx="10">
                  <c:v>1.6446009873931101E-4</c:v>
                </c:pt>
                <c:pt idx="11">
                  <c:v>1.624247139113204E-4</c:v>
                </c:pt>
                <c:pt idx="12">
                  <c:v>1.546510968440383E-4</c:v>
                </c:pt>
                <c:pt idx="13">
                  <c:v>1.4141626416462399E-4</c:v>
                </c:pt>
                <c:pt idx="14">
                  <c:v>1.2319011710510851E-4</c:v>
                </c:pt>
                <c:pt idx="15">
                  <c:v>1.0061876997714981E-4</c:v>
                </c:pt>
                <c:pt idx="16">
                  <c:v>7.4501651800475894E-5</c:v>
                </c:pt>
                <c:pt idx="17">
                  <c:v>4.5763192487384087E-5</c:v>
                </c:pt>
                <c:pt idx="18">
                  <c:v>1.5420096918630651E-5</c:v>
                </c:pt>
                <c:pt idx="19">
                  <c:v>-1.5454633369771332E-5</c:v>
                </c:pt>
                <c:pt idx="20">
                  <c:v>-4.5769655981640652E-5</c:v>
                </c:pt>
                <c:pt idx="21">
                  <c:v>-7.4453876090643526E-5</c:v>
                </c:pt>
                <c:pt idx="22">
                  <c:v>-1.004943005846419E-4</c:v>
                </c:pt>
                <c:pt idx="23">
                  <c:v>-1.2297181790033271E-4</c:v>
                </c:pt>
                <c:pt idx="24">
                  <c:v>-1.4109363860586341E-4</c:v>
                </c:pt>
                <c:pt idx="25">
                  <c:v>-1.5422125213481781E-4</c:v>
                </c:pt>
                <c:pt idx="26">
                  <c:v>-1.6189291577813211E-4</c:v>
                </c:pt>
                <c:pt idx="27">
                  <c:v>-1.6383988672182849E-4</c:v>
                </c:pt>
                <c:pt idx="28">
                  <c:v>-1.5999582936032251E-4</c:v>
                </c:pt>
                <c:pt idx="29">
                  <c:v>-1.5049907071245871E-4</c:v>
                </c:pt>
                <c:pt idx="30">
                  <c:v>-1.3568762860826749E-4</c:v>
                </c:pt>
                <c:pt idx="31">
                  <c:v>-1.1608719195544199E-4</c:v>
                </c:pt>
                <c:pt idx="32">
                  <c:v>-9.239248076683462E-5</c:v>
                </c:pt>
                <c:pt idx="33">
                  <c:v>-6.544264656776603E-5</c:v>
                </c:pt>
                <c:pt idx="34">
                  <c:v>-3.6191582939114338E-5</c:v>
                </c:pt>
                <c:pt idx="35">
                  <c:v>-5.6741941653095699E-6</c:v>
                </c:pt>
                <c:pt idx="36">
                  <c:v>2.5030188718227541E-5</c:v>
                </c:pt>
                <c:pt idx="37">
                  <c:v>5.483595548327983E-5</c:v>
                </c:pt>
                <c:pt idx="38">
                  <c:v>8.2689584051944009E-5</c:v>
                </c:pt>
                <c:pt idx="39">
                  <c:v>1.076068755597875E-4</c:v>
                </c:pt>
                <c:pt idx="40">
                  <c:v>1.2870774359053039E-4</c:v>
                </c:pt>
                <c:pt idx="41">
                  <c:v>1.45247327972116E-4</c:v>
                </c:pt>
                <c:pt idx="42">
                  <c:v>1.5664233039023261E-4</c:v>
                </c:pt>
                <c:pt idx="43">
                  <c:v>1.624916355384606E-4</c:v>
                </c:pt>
                <c:pt idx="44">
                  <c:v>1.6259048284964251E-4</c:v>
                </c:pt>
                <c:pt idx="45">
                  <c:v>1.5693768301597321E-4</c:v>
                </c:pt>
                <c:pt idx="46">
                  <c:v>1.4573562142070401E-4</c:v>
                </c:pt>
                <c:pt idx="47">
                  <c:v>1.29383047472087E-4</c:v>
                </c:pt>
                <c:pt idx="48">
                  <c:v>1.084609052651094E-4</c:v>
                </c:pt>
                <c:pt idx="49">
                  <c:v>8.371170822494993E-5</c:v>
                </c:pt>
                <c:pt idx="50">
                  <c:v>5.6013189955267187E-5</c:v>
                </c:pt>
                <c:pt idx="51">
                  <c:v>2.6347167257173738E-5</c:v>
                </c:pt>
                <c:pt idx="52">
                  <c:v>-4.2352782507750449E-6</c:v>
                </c:pt>
                <c:pt idx="53">
                  <c:v>-3.4651062525895747E-5</c:v>
                </c:pt>
                <c:pt idx="54">
                  <c:v>-6.3823481446329664E-5</c:v>
                </c:pt>
                <c:pt idx="55">
                  <c:v>-9.0720349885651592E-5</c:v>
                </c:pt>
                <c:pt idx="56">
                  <c:v>-1.143905441991276E-4</c:v>
                </c:pt>
                <c:pt idx="57">
                  <c:v>-1.3399765333516151E-4</c:v>
                </c:pt>
                <c:pt idx="58">
                  <c:v>-1.4884954836783261E-4</c:v>
                </c:pt>
                <c:pt idx="59">
                  <c:v>-1.5842282652851349E-4</c:v>
                </c:pt>
                <c:pt idx="60">
                  <c:v>-1.6238126828596399E-4</c:v>
                </c:pt>
                <c:pt idx="61">
                  <c:v>-1.6058765824916179E-4</c:v>
                </c:pt>
                <c:pt idx="62">
                  <c:v>-1.531085552868406E-4</c:v>
                </c:pt>
                <c:pt idx="63">
                  <c:v>-1.402118462606201E-4</c:v>
                </c:pt>
                <c:pt idx="64">
                  <c:v>-1.2235717277235721E-4</c:v>
                </c:pt>
                <c:pt idx="65">
                  <c:v>-1.001795725377527E-4</c:v>
                </c:pt>
                <c:pt idx="66">
                  <c:v>-7.4466917262440186E-5</c:v>
                </c:pt>
                <c:pt idx="67">
                  <c:v>-4.6131948235469578E-5</c:v>
                </c:pt>
                <c:pt idx="68">
                  <c:v>-1.6179901226327759E-5</c:v>
                </c:pt>
                <c:pt idx="69">
                  <c:v>1.4327132936844619E-5</c:v>
                </c:pt>
                <c:pt idx="70">
                  <c:v>4.4307851599709297E-5</c:v>
                </c:pt>
                <c:pt idx="71">
                  <c:v>7.2700056918975804E-5</c:v>
                </c:pt>
                <c:pt idx="72">
                  <c:v>9.8498291851081664E-5</c:v>
                </c:pt>
                <c:pt idx="73">
                  <c:v>1.207894645647958E-4</c:v>
                </c:pt>
                <c:pt idx="74">
                  <c:v>1.3878519951998709E-4</c:v>
                </c:pt>
                <c:pt idx="75">
                  <c:v>1.5184976679984889E-4</c:v>
                </c:pt>
                <c:pt idx="76">
                  <c:v>1.595225956138888E-4</c:v>
                </c:pt>
                <c:pt idx="77">
                  <c:v>1.6153456848255949E-4</c:v>
                </c:pt>
                <c:pt idx="78">
                  <c:v>1.5781751319759299E-4</c:v>
                </c:pt>
                <c:pt idx="79">
                  <c:v>1.4850655248730459E-4</c:v>
                </c:pt>
                <c:pt idx="80">
                  <c:v>1.3393522731872551E-4</c:v>
                </c:pt>
                <c:pt idx="81">
                  <c:v>1.146235688486355E-4</c:v>
                </c:pt>
                <c:pt idx="82">
                  <c:v>9.1259546018052456E-5</c:v>
                </c:pt>
                <c:pt idx="83">
                  <c:v>6.4674551594337545E-5</c:v>
                </c:pt>
                <c:pt idx="84">
                  <c:v>3.5813801457853701E-5</c:v>
                </c:pt>
                <c:pt idx="85">
                  <c:v>5.7027031600574984E-6</c:v>
                </c:pt>
                <c:pt idx="86">
                  <c:v>-2.458960641035519E-5</c:v>
                </c:pt>
                <c:pt idx="87">
                  <c:v>-5.3988253714202607E-5</c:v>
                </c:pt>
                <c:pt idx="88">
                  <c:v>-8.1450797362621569E-5</c:v>
                </c:pt>
                <c:pt idx="89">
                  <c:v>-1.060042140121706E-4</c:v>
                </c:pt>
                <c:pt idx="90">
                  <c:v>-1.2677938652362131E-4</c:v>
                </c:pt>
                <c:pt idx="91">
                  <c:v>-1.4304187095640241E-4</c:v>
                </c:pt>
                <c:pt idx="92">
                  <c:v>-1.5421785402653141E-4</c:v>
                </c:pt>
                <c:pt idx="93">
                  <c:v>-1.5991438602814921E-4</c:v>
                </c:pt>
                <c:pt idx="94">
                  <c:v>-1.5993317908611661E-4</c:v>
                </c:pt>
                <c:pt idx="95">
                  <c:v>-1.5427748937836059E-4</c:v>
                </c:pt>
                <c:pt idx="96">
                  <c:v>-1.431518469483256E-4</c:v>
                </c:pt>
                <c:pt idx="97">
                  <c:v>-1.2695465004179619E-4</c:v>
                </c:pt>
                <c:pt idx="98">
                  <c:v>-1.062638938673575E-4</c:v>
                </c:pt>
                <c:pt idx="99">
                  <c:v>-8.1816546817955273E-5</c:v>
                </c:pt>
                <c:pt idx="100">
                  <c:v>-5.4482311291646097E-5</c:v>
                </c:pt>
                <c:pt idx="101">
                  <c:v>-2.5232703405040189E-5</c:v>
                </c:pt>
                <c:pt idx="102">
                  <c:v>4.8934504168274999E-6</c:v>
                </c:pt>
                <c:pt idx="103">
                  <c:v>3.4826877206862312E-5</c:v>
                </c:pt>
                <c:pt idx="104">
                  <c:v>6.3505777163019874E-5</c:v>
                </c:pt>
                <c:pt idx="105">
                  <c:v>8.9913458956472725E-5</c:v>
                </c:pt>
                <c:pt idx="106">
                  <c:v>1.1311436088774529E-4</c:v>
                </c:pt>
                <c:pt idx="107">
                  <c:v>1.322871844985814E-4</c:v>
                </c:pt>
                <c:pt idx="108">
                  <c:v>1.4675396759117519E-4</c:v>
                </c:pt>
                <c:pt idx="109">
                  <c:v>1.5600406525441269E-4</c:v>
                </c:pt>
                <c:pt idx="110">
                  <c:v>1.597121865281658E-4</c:v>
                </c:pt>
                <c:pt idx="111">
                  <c:v>1.577498451169629E-4</c:v>
                </c:pt>
                <c:pt idx="112">
                  <c:v>1.5018981759221979E-4</c:v>
                </c:pt>
                <c:pt idx="113">
                  <c:v>1.3730345270412039E-4</c:v>
                </c:pt>
                <c:pt idx="114">
                  <c:v>1.1955093088832211E-4</c:v>
                </c:pt>
                <c:pt idx="115">
                  <c:v>9.7564824247634802E-5</c:v>
                </c:pt>
                <c:pt idx="116">
                  <c:v>7.2127545514825785E-5</c:v>
                </c:pt>
                <c:pt idx="117">
                  <c:v>4.4143491660301062E-5</c:v>
                </c:pt>
                <c:pt idx="118">
                  <c:v>1.460687623434063E-5</c:v>
                </c:pt>
                <c:pt idx="119">
                  <c:v>-1.5433602616368291E-5</c:v>
                </c:pt>
                <c:pt idx="120">
                  <c:v>-4.4911999829430102E-5</c:v>
                </c:pt>
                <c:pt idx="121">
                  <c:v>-7.2782941752355985E-5</c:v>
                </c:pt>
                <c:pt idx="122">
                  <c:v>-9.8058681276388997E-5</c:v>
                </c:pt>
                <c:pt idx="123">
                  <c:v>-1.19844075262205E-4</c:v>
                </c:pt>
                <c:pt idx="124">
                  <c:v>-1.3736824592347829E-4</c:v>
                </c:pt>
                <c:pt idx="125">
                  <c:v>-1.5001180816939439E-4</c:v>
                </c:pt>
                <c:pt idx="126">
                  <c:v>-1.5732870493831549E-4</c:v>
                </c:pt>
                <c:pt idx="127">
                  <c:v>-1.5906188580573459E-4</c:v>
                </c:pt>
                <c:pt idx="128">
                  <c:v>-1.5515228291078999E-4</c:v>
                </c:pt>
                <c:pt idx="129">
                  <c:v>-1.4574077491850309E-4</c:v>
                </c:pt>
                <c:pt idx="130">
                  <c:v>-1.3116307704595141E-4</c:v>
                </c:pt>
                <c:pt idx="131">
                  <c:v>-1.119377451188183E-4</c:v>
                </c:pt>
                <c:pt idx="132">
                  <c:v>-8.8747724905651452E-5</c:v>
                </c:pt>
                <c:pt idx="133">
                  <c:v>-6.2416105081211033E-5</c:v>
                </c:pt>
                <c:pt idx="134">
                  <c:v>-3.3876934849772727E-5</c:v>
                </c:pt>
                <c:pt idx="135">
                  <c:v>-4.1421389856205846E-6</c:v>
                </c:pt>
                <c:pt idx="136">
                  <c:v>2.573430156375108E-5</c:v>
                </c:pt>
                <c:pt idx="137">
                  <c:v>5.4693640902267407E-5</c:v>
                </c:pt>
                <c:pt idx="138">
                  <c:v>8.1709818339585196E-5</c:v>
                </c:pt>
                <c:pt idx="139">
                  <c:v>1.0582574970980939E-4</c:v>
                </c:pt>
                <c:pt idx="140">
                  <c:v>1.2618718208943079E-4</c:v>
                </c:pt>
                <c:pt idx="141">
                  <c:v>1.4207291754995521E-4</c:v>
                </c:pt>
                <c:pt idx="142">
                  <c:v>1.52920336447227E-4</c:v>
                </c:pt>
                <c:pt idx="143">
                  <c:v>1.5834531414425049E-4</c:v>
                </c:pt>
                <c:pt idx="144">
                  <c:v>1.581558221905563E-4</c:v>
                </c:pt>
                <c:pt idx="145">
                  <c:v>1.5235872888339329E-4</c:v>
                </c:pt>
                <c:pt idx="146">
                  <c:v>1.4115955614106939E-4</c:v>
                </c:pt>
                <c:pt idx="147">
                  <c:v>1.2495520021942979E-4</c:v>
                </c:pt>
                <c:pt idx="148">
                  <c:v>1.043198736084205E-4</c:v>
                </c:pt>
                <c:pt idx="149">
                  <c:v>7.9984765738210197E-5</c:v>
                </c:pt>
                <c:pt idx="150">
                  <c:v>5.2812142812788913E-5</c:v>
                </c:pt>
                <c:pt idx="151">
                  <c:v>2.3764804496622519E-5</c:v>
                </c:pt>
                <c:pt idx="152">
                  <c:v>-6.1280198186474323E-6</c:v>
                </c:pt>
                <c:pt idx="153">
                  <c:v>-3.5807125937930092E-5</c:v>
                </c:pt>
                <c:pt idx="154">
                  <c:v>-6.4220848366315178E-5</c:v>
                </c:pt>
                <c:pt idx="155">
                  <c:v>-9.0362302549979048E-5</c:v>
                </c:pt>
                <c:pt idx="156">
                  <c:v>-1.133050363493677E-4</c:v>
                </c:pt>
                <c:pt idx="157">
                  <c:v>-1.3223582875751159E-4</c:v>
                </c:pt>
                <c:pt idx="158">
                  <c:v>-1.4648347622994861E-4</c:v>
                </c:pt>
                <c:pt idx="159">
                  <c:v>-1.555425501709201E-4</c:v>
                </c:pt>
                <c:pt idx="160">
                  <c:v>-1.5909128783417171E-4</c:v>
                </c:pt>
                <c:pt idx="161">
                  <c:v>-1.5700298669396779E-4</c:v>
                </c:pt>
                <c:pt idx="162">
                  <c:v>-1.4935050179615861E-4</c:v>
                </c:pt>
                <c:pt idx="163">
                  <c:v>-1.3640368874564559E-4</c:v>
                </c:pt>
                <c:pt idx="164">
                  <c:v>-1.186198835497369E-4</c:v>
                </c:pt>
                <c:pt idx="165">
                  <c:v>-9.6627755911728579E-5</c:v>
                </c:pt>
                <c:pt idx="166">
                  <c:v>-7.1205106046384612E-5</c:v>
                </c:pt>
                <c:pt idx="167">
                  <c:v>-4.3251388307428858E-5</c:v>
                </c:pt>
                <c:pt idx="168">
                  <c:v>-1.3755930234175781E-5</c:v>
                </c:pt>
                <c:pt idx="169">
                  <c:v>1.6237033472356201E-5</c:v>
                </c:pt>
                <c:pt idx="170">
                  <c:v>4.5665280998240732E-5</c:v>
                </c:pt>
                <c:pt idx="171">
                  <c:v>7.3486177689090229E-5</c:v>
                </c:pt>
                <c:pt idx="172">
                  <c:v>9.8713580928588276E-5</c:v>
                </c:pt>
                <c:pt idx="173">
                  <c:v>1.204527738836407E-4</c:v>
                </c:pt>
                <c:pt idx="174">
                  <c:v>1.3793219301545329E-4</c:v>
                </c:pt>
                <c:pt idx="175">
                  <c:v>1.5053082351057181E-4</c:v>
                </c:pt>
                <c:pt idx="176">
                  <c:v>1.5780028594866989E-4</c:v>
                </c:pt>
                <c:pt idx="177">
                  <c:v>1.5948082286079771E-4</c:v>
                </c:pt>
                <c:pt idx="178">
                  <c:v>1.5551060949198469E-4</c:v>
                </c:pt>
                <c:pt idx="179">
                  <c:v>1.4602805088875551E-4</c:v>
                </c:pt>
                <c:pt idx="180">
                  <c:v>1.3136697779924609E-4</c:v>
                </c:pt>
                <c:pt idx="181">
                  <c:v>1.120449069938176E-4</c:v>
                </c:pt>
                <c:pt idx="182">
                  <c:v>8.8744778280383367E-5</c:v>
                </c:pt>
                <c:pt idx="183">
                  <c:v>6.2290812364474235E-5</c:v>
                </c:pt>
                <c:pt idx="184">
                  <c:v>3.3619343144648443E-5</c:v>
                </c:pt>
                <c:pt idx="185">
                  <c:v>3.7456578186865152E-6</c:v>
                </c:pt>
                <c:pt idx="186">
                  <c:v>-2.6271978434589761E-5</c:v>
                </c:pt>
                <c:pt idx="187">
                  <c:v>-5.5369835167024647E-5</c:v>
                </c:pt>
                <c:pt idx="188">
                  <c:v>-8.2516433606700723E-5</c:v>
                </c:pt>
                <c:pt idx="189">
                  <c:v>-1.0674912761450139E-4</c:v>
                </c:pt>
                <c:pt idx="190">
                  <c:v>-1.2720824939916529E-4</c:v>
                </c:pt>
                <c:pt idx="191">
                  <c:v>-1.4316760806237311E-4</c:v>
                </c:pt>
                <c:pt idx="192">
                  <c:v>-1.54060259509411E-4</c:v>
                </c:pt>
                <c:pt idx="193">
                  <c:v>-1.594986350127824E-4</c:v>
                </c:pt>
                <c:pt idx="194">
                  <c:v>-1.5928831633888469E-4</c:v>
                </c:pt>
                <c:pt idx="195">
                  <c:v>-1.5343497039941651E-4</c:v>
                </c:pt>
                <c:pt idx="196">
                  <c:v>-1.42144198050588E-4</c:v>
                </c:pt>
                <c:pt idx="197">
                  <c:v>-1.2581430191144929E-4</c:v>
                </c:pt>
                <c:pt idx="198">
                  <c:v>-1.050222284465091E-4</c:v>
                </c:pt>
                <c:pt idx="199">
                  <c:v>-8.0503181134438515E-5</c:v>
                </c:pt>
                <c:pt idx="200">
                  <c:v>-5.3124625423273197E-5</c:v>
                </c:pt>
                <c:pt idx="201">
                  <c:v>-2.3855604176955849E-5</c:v>
                </c:pt>
                <c:pt idx="202">
                  <c:v>6.2675524885674684E-6</c:v>
                </c:pt>
                <c:pt idx="203">
                  <c:v>3.617791220267611E-5</c:v>
                </c:pt>
                <c:pt idx="204">
                  <c:v>6.4815724910484865E-5</c:v>
                </c:pt>
                <c:pt idx="205">
                  <c:v>9.1165972367531598E-5</c:v>
                </c:pt>
                <c:pt idx="206">
                  <c:v>1.142943548741274E-4</c:v>
                </c:pt>
                <c:pt idx="207">
                  <c:v>1.33380440607319E-4</c:v>
                </c:pt>
                <c:pt idx="208">
                  <c:v>1.4774680036599649E-4</c:v>
                </c:pt>
                <c:pt idx="209">
                  <c:v>1.568830896472302E-4</c:v>
                </c:pt>
                <c:pt idx="210">
                  <c:v>1.6046421675880489E-4</c:v>
                </c:pt>
                <c:pt idx="211">
                  <c:v>1.5836194455101489E-4</c:v>
                </c:pt>
                <c:pt idx="212">
                  <c:v>1.5064950692106129E-4</c:v>
                </c:pt>
                <c:pt idx="213">
                  <c:v>1.3759907068028551E-4</c:v>
                </c:pt>
                <c:pt idx="214">
                  <c:v>1.196721291336216E-4</c:v>
                </c:pt>
                <c:pt idx="215">
                  <c:v>9.7503166281100683E-5</c:v>
                </c:pt>
                <c:pt idx="216">
                  <c:v>7.1877170886210201E-5</c:v>
                </c:pt>
                <c:pt idx="217">
                  <c:v>4.3701799341041539E-5</c:v>
                </c:pt>
                <c:pt idx="218">
                  <c:v>1.3975177531763E-5</c:v>
                </c:pt>
                <c:pt idx="219">
                  <c:v>-1.624951209965217E-5</c:v>
                </c:pt>
                <c:pt idx="220">
                  <c:v>-4.5901397115690497E-5</c:v>
                </c:pt>
                <c:pt idx="221">
                  <c:v>-7.3929904486279226E-5</c:v>
                </c:pt>
                <c:pt idx="222">
                  <c:v>-9.9342020634009243E-5</c:v>
                </c:pt>
                <c:pt idx="223">
                  <c:v>-1.212374975521341E-4</c:v>
                </c:pt>
                <c:pt idx="224">
                  <c:v>-1.3884075579192239E-4</c:v>
                </c:pt>
                <c:pt idx="225">
                  <c:v>-1.5152835475792931E-4</c:v>
                </c:pt>
                <c:pt idx="226">
                  <c:v>-1.5885105969015961E-4</c:v>
                </c:pt>
                <c:pt idx="227">
                  <c:v>-1.6054972714416509E-4</c:v>
                </c:pt>
                <c:pt idx="228">
                  <c:v>-1.5656445011971639E-4</c:v>
                </c:pt>
                <c:pt idx="229">
                  <c:v>-1.470366426894375E-4</c:v>
                </c:pt>
                <c:pt idx="230">
                  <c:v>-1.3230399382882849E-4</c:v>
                </c:pt>
                <c:pt idx="231">
                  <c:v>-1.128884726257432E-4</c:v>
                </c:pt>
                <c:pt idx="232">
                  <c:v>-8.9477813197837421E-5</c:v>
                </c:pt>
                <c:pt idx="233">
                  <c:v>-6.2901138184715731E-5</c:v>
                </c:pt>
                <c:pt idx="234">
                  <c:v>-3.409958594049768E-5</c:v>
                </c:pt>
                <c:pt idx="235">
                  <c:v>-4.0929814803751502E-6</c:v>
                </c:pt>
                <c:pt idx="236">
                  <c:v>2.6056270617775529E-5</c:v>
                </c:pt>
                <c:pt idx="237">
                  <c:v>5.5280796201696722E-5</c:v>
                </c:pt>
                <c:pt idx="238">
                  <c:v>8.2546036843311014E-5</c:v>
                </c:pt>
                <c:pt idx="239">
                  <c:v>1.0688687665482051E-4</c:v>
                </c:pt>
                <c:pt idx="240">
                  <c:v>1.2744181670707629E-4</c:v>
                </c:pt>
                <c:pt idx="241">
                  <c:v>1.434834876222214E-4</c:v>
                </c:pt>
                <c:pt idx="242">
                  <c:v>1.544444175990511E-4</c:v>
                </c:pt>
                <c:pt idx="243">
                  <c:v>1.599371386598473E-4</c:v>
                </c:pt>
                <c:pt idx="244">
                  <c:v>1.597679134992813E-4</c:v>
                </c:pt>
                <c:pt idx="245">
                  <c:v>1.539435922143927E-4</c:v>
                </c:pt>
                <c:pt idx="246">
                  <c:v>1.4267135368131671E-4</c:v>
                </c:pt>
                <c:pt idx="247">
                  <c:v>1.2635134052329481E-4</c:v>
                </c:pt>
                <c:pt idx="248">
                  <c:v>1.0556244960783169E-4</c:v>
                </c:pt>
                <c:pt idx="249">
                  <c:v>8.1041782879685665E-5</c:v>
                </c:pt>
              </c:numCache>
            </c:numRef>
          </c:xVal>
          <c:yVal>
            <c:numRef>
              <c:f>ref0p35_90min_v6_f30!$C$2:$C$251</c:f>
              <c:numCache>
                <c:formatCode>General</c:formatCode>
                <c:ptCount val="250"/>
                <c:pt idx="0">
                  <c:v>-1.1573616094018549E-3</c:v>
                </c:pt>
                <c:pt idx="1">
                  <c:v>-7.6239066935459004E-4</c:v>
                </c:pt>
                <c:pt idx="2">
                  <c:v>-3.4043957409624282E-4</c:v>
                </c:pt>
                <c:pt idx="3">
                  <c:v>9.3546873393698159E-5</c:v>
                </c:pt>
                <c:pt idx="4">
                  <c:v>5.241970917801422E-4</c:v>
                </c:pt>
                <c:pt idx="5">
                  <c:v>9.3625725315634692E-4</c:v>
                </c:pt>
                <c:pt idx="6">
                  <c:v>1.3151317806327631E-3</c:v>
                </c:pt>
                <c:pt idx="7">
                  <c:v>1.6474006638823181E-3</c:v>
                </c:pt>
                <c:pt idx="8">
                  <c:v>1.921295239961448E-3</c:v>
                </c:pt>
                <c:pt idx="9">
                  <c:v>2.1271155322868168E-3</c:v>
                </c:pt>
                <c:pt idx="10">
                  <c:v>2.2575742940153681E-3</c:v>
                </c:pt>
                <c:pt idx="11">
                  <c:v>2.30805549466661E-3</c:v>
                </c:pt>
                <c:pt idx="12">
                  <c:v>2.2767780302395541E-3</c:v>
                </c:pt>
                <c:pt idx="13">
                  <c:v>2.1648588137201182E-3</c:v>
                </c:pt>
                <c:pt idx="14">
                  <c:v>1.9762729869740379E-3</c:v>
                </c:pt>
                <c:pt idx="15">
                  <c:v>1.717712659177286E-3</c:v>
                </c:pt>
                <c:pt idx="16">
                  <c:v>1.3983491965375171E-3</c:v>
                </c:pt>
                <c:pt idx="17">
                  <c:v>1.029507534106936E-3</c:v>
                </c:pt>
                <c:pt idx="18">
                  <c:v>6.2426412149538973E-4</c:v>
                </c:pt>
                <c:pt idx="19">
                  <c:v>1.9698283253391681E-4</c:v>
                </c:pt>
                <c:pt idx="20">
                  <c:v>-2.371946319382278E-4</c:v>
                </c:pt>
                <c:pt idx="21">
                  <c:v>-6.6288571675351059E-4</c:v>
                </c:pt>
                <c:pt idx="22">
                  <c:v>-1.065012280418691E-3</c:v>
                </c:pt>
                <c:pt idx="23">
                  <c:v>-1.4293348143115891E-3</c:v>
                </c:pt>
                <c:pt idx="24">
                  <c:v>-1.742956693267575E-3</c:v>
                </c:pt>
                <c:pt idx="25">
                  <c:v>-1.9947806271288608E-3</c:v>
                </c:pt>
                <c:pt idx="26">
                  <c:v>-2.1759011927801339E-3</c:v>
                </c:pt>
                <c:pt idx="27">
                  <c:v>-2.2799195959303888E-3</c:v>
                </c:pt>
                <c:pt idx="28">
                  <c:v>-2.3031695658884532E-3</c:v>
                </c:pt>
                <c:pt idx="29">
                  <c:v>-2.244846432778818E-3</c:v>
                </c:pt>
                <c:pt idx="30">
                  <c:v>-2.107034864135441E-3</c:v>
                </c:pt>
                <c:pt idx="31">
                  <c:v>-1.8946343215255131E-3</c:v>
                </c:pt>
                <c:pt idx="32">
                  <c:v>-1.6151849096716631E-3</c:v>
                </c:pt>
                <c:pt idx="33">
                  <c:v>-1.2785998042930591E-3</c:v>
                </c:pt>
                <c:pt idx="34">
                  <c:v>-8.9681373747222543E-4</c:v>
                </c:pt>
                <c:pt idx="35">
                  <c:v>-4.8335997743312878E-4</c:v>
                </c:pt>
                <c:pt idx="36">
                  <c:v>-5.2890762631190339E-5</c:v>
                </c:pt>
                <c:pt idx="37">
                  <c:v>3.7934185058342531E-4</c:v>
                </c:pt>
                <c:pt idx="38">
                  <c:v>7.9802636358120146E-4</c:v>
                </c:pt>
                <c:pt idx="39">
                  <c:v>1.188334312805413E-3</c:v>
                </c:pt>
                <c:pt idx="40">
                  <c:v>1.536445640053984E-3</c:v>
                </c:pt>
                <c:pt idx="41">
                  <c:v>1.83003833438652E-3</c:v>
                </c:pt>
                <c:pt idx="42">
                  <c:v>2.0587249711869629E-3</c:v>
                </c:pt>
                <c:pt idx="43">
                  <c:v>2.2144206402351201E-3</c:v>
                </c:pt>
                <c:pt idx="44">
                  <c:v>2.291629179005222E-3</c:v>
                </c:pt>
                <c:pt idx="45">
                  <c:v>2.287637529316499E-3</c:v>
                </c:pt>
                <c:pt idx="46">
                  <c:v>2.2026113069035461E-3</c:v>
                </c:pt>
                <c:pt idx="47">
                  <c:v>2.0395881909768131E-3</c:v>
                </c:pt>
                <c:pt idx="48">
                  <c:v>1.8043693813724021E-3</c:v>
                </c:pt>
                <c:pt idx="49">
                  <c:v>1.505313006186985E-3</c:v>
                </c:pt>
                <c:pt idx="50">
                  <c:v>1.153036858813207E-3</c:v>
                </c:pt>
                <c:pt idx="51">
                  <c:v>7.6004107128792547E-4</c:v>
                </c:pt>
                <c:pt idx="52">
                  <c:v>3.4026417680725922E-4</c:v>
                </c:pt>
                <c:pt idx="53">
                  <c:v>-9.1411621927415013E-5</c:v>
                </c:pt>
                <c:pt idx="54">
                  <c:v>-5.1968836944411259E-4</c:v>
                </c:pt>
                <c:pt idx="55">
                  <c:v>-9.2939469698628092E-4</c:v>
                </c:pt>
                <c:pt idx="56">
                  <c:v>-1.3060233440772521E-3</c:v>
                </c:pt>
                <c:pt idx="57">
                  <c:v>-1.636244825469932E-3</c:v>
                </c:pt>
                <c:pt idx="58">
                  <c:v>-1.9083790795434851E-3</c:v>
                </c:pt>
                <c:pt idx="59">
                  <c:v>-2.1128084423445879E-3</c:v>
                </c:pt>
                <c:pt idx="60">
                  <c:v>-2.24231738018737E-3</c:v>
                </c:pt>
                <c:pt idx="61">
                  <c:v>-2.292347010278997E-3</c:v>
                </c:pt>
                <c:pt idx="62">
                  <c:v>-2.2611554573525078E-3</c:v>
                </c:pt>
                <c:pt idx="63">
                  <c:v>-2.1498784303928689E-3</c:v>
                </c:pt>
                <c:pt idx="64">
                  <c:v>-1.962487931987758E-3</c:v>
                </c:pt>
                <c:pt idx="65">
                  <c:v>-1.705650605537751E-3</c:v>
                </c:pt>
                <c:pt idx="66">
                  <c:v>-1.388490763245415E-3</c:v>
                </c:pt>
                <c:pt idx="67">
                  <c:v>-1.022266500395088E-3</c:v>
                </c:pt>
                <c:pt idx="68">
                  <c:v>-6.199703678497903E-4</c:v>
                </c:pt>
                <c:pt idx="69">
                  <c:v>-1.9586873502447629E-4</c:v>
                </c:pt>
                <c:pt idx="70">
                  <c:v>2.350038633080837E-4</c:v>
                </c:pt>
                <c:pt idx="71">
                  <c:v>6.5737751571635038E-4</c:v>
                </c:pt>
                <c:pt idx="72">
                  <c:v>1.056288016989967E-3</c:v>
                </c:pt>
                <c:pt idx="73">
                  <c:v>1.4176070986545209E-3</c:v>
                </c:pt>
                <c:pt idx="74">
                  <c:v>1.7285430227904431E-3</c:v>
                </c:pt>
                <c:pt idx="75">
                  <c:v>1.9780937842672651E-3</c:v>
                </c:pt>
                <c:pt idx="76">
                  <c:v>2.157436832504485E-3</c:v>
                </c:pt>
                <c:pt idx="77">
                  <c:v>2.260241462465618E-3</c:v>
                </c:pt>
                <c:pt idx="78">
                  <c:v>2.282892759692266E-3</c:v>
                </c:pt>
                <c:pt idx="79">
                  <c:v>2.2246191256123909E-3</c:v>
                </c:pt>
                <c:pt idx="80">
                  <c:v>2.0875188442815332E-3</c:v>
                </c:pt>
                <c:pt idx="81">
                  <c:v>1.876484751797346E-3</c:v>
                </c:pt>
                <c:pt idx="82">
                  <c:v>1.599029700687873E-3</c:v>
                </c:pt>
                <c:pt idx="83">
                  <c:v>1.2650190454395751E-3</c:v>
                </c:pt>
                <c:pt idx="84">
                  <c:v>8.8631969060245001E-4</c:v>
                </c:pt>
                <c:pt idx="85">
                  <c:v>4.7637821913072638E-4</c:v>
                </c:pt>
                <c:pt idx="86">
                  <c:v>4.9743143584020983E-5</c:v>
                </c:pt>
                <c:pt idx="87">
                  <c:v>-3.7845169719342341E-4</c:v>
                </c:pt>
                <c:pt idx="88">
                  <c:v>-7.9302420859361095E-4</c:v>
                </c:pt>
                <c:pt idx="89">
                  <c:v>-1.179282488079711E-3</c:v>
                </c:pt>
                <c:pt idx="90">
                  <c:v>-1.523545543497174E-3</c:v>
                </c:pt>
                <c:pt idx="91">
                  <c:v>-1.81362783820008E-3</c:v>
                </c:pt>
                <c:pt idx="92">
                  <c:v>-2.0392705291562168E-3</c:v>
                </c:pt>
                <c:pt idx="93">
                  <c:v>-2.1925041685854352E-3</c:v>
                </c:pt>
                <c:pt idx="94">
                  <c:v>-2.2679300734857071E-3</c:v>
                </c:pt>
                <c:pt idx="95">
                  <c:v>-2.262910452036756E-3</c:v>
                </c:pt>
                <c:pt idx="96">
                  <c:v>-2.1776606120837258E-3</c:v>
                </c:pt>
                <c:pt idx="97">
                  <c:v>-2.01524004411946E-3</c:v>
                </c:pt>
                <c:pt idx="98">
                  <c:v>-1.781442744684605E-3</c:v>
                </c:pt>
                <c:pt idx="99">
                  <c:v>-1.484590705312836E-3</c:v>
                </c:pt>
                <c:pt idx="100">
                  <c:v>-1.1352379132941949E-3</c:v>
                </c:pt>
                <c:pt idx="101">
                  <c:v>-7.4579537081467307E-4</c:v>
                </c:pt>
                <c:pt idx="102">
                  <c:v>-3.3009042835922792E-4</c:v>
                </c:pt>
                <c:pt idx="103">
                  <c:v>9.7123949665437175E-5</c:v>
                </c:pt>
                <c:pt idx="104">
                  <c:v>5.2069259822516342E-4</c:v>
                </c:pt>
                <c:pt idx="105">
                  <c:v>9.2559569982643213E-4</c:v>
                </c:pt>
                <c:pt idx="106">
                  <c:v>1.297481421664427E-3</c:v>
                </c:pt>
                <c:pt idx="107">
                  <c:v>1.6231747602884509E-3</c:v>
                </c:pt>
                <c:pt idx="108">
                  <c:v>1.8911445387582849E-3</c:v>
                </c:pt>
                <c:pt idx="109">
                  <c:v>2.0919119677821119E-3</c:v>
                </c:pt>
                <c:pt idx="110">
                  <c:v>2.2183862448482351E-3</c:v>
                </c:pt>
                <c:pt idx="111">
                  <c:v>2.2661152584379329E-3</c:v>
                </c:pt>
                <c:pt idx="112">
                  <c:v>2.2334424958288502E-3</c:v>
                </c:pt>
                <c:pt idx="113">
                  <c:v>2.1215646019307429E-3</c:v>
                </c:pt>
                <c:pt idx="114">
                  <c:v>1.9344875759312169E-3</c:v>
                </c:pt>
                <c:pt idx="115">
                  <c:v>1.678883202792022E-3</c:v>
                </c:pt>
                <c:pt idx="116">
                  <c:v>1.363850875439776E-3</c:v>
                </c:pt>
                <c:pt idx="117">
                  <c:v>1.000593341188666E-3</c:v>
                </c:pt>
                <c:pt idx="118">
                  <c:v>6.020179742479121E-4</c:v>
                </c:pt>
                <c:pt idx="119">
                  <c:v>1.822778210045324E-4</c:v>
                </c:pt>
                <c:pt idx="120">
                  <c:v>-2.4373120737737611E-4</c:v>
                </c:pt>
                <c:pt idx="121">
                  <c:v>-6.6089908509425581E-4</c:v>
                </c:pt>
                <c:pt idx="122">
                  <c:v>-1.05443756651274E-3</c:v>
                </c:pt>
                <c:pt idx="123">
                  <c:v>-1.410404214388197E-3</c:v>
                </c:pt>
                <c:pt idx="124">
                  <c:v>-1.716196011657743E-3</c:v>
                </c:pt>
                <c:pt idx="125">
                  <c:v>-1.9609951189820661E-3</c:v>
                </c:pt>
                <c:pt idx="126">
                  <c:v>-2.1361510591912862E-3</c:v>
                </c:pt>
                <c:pt idx="127">
                  <c:v>-2.2354858749258689E-3</c:v>
                </c:pt>
                <c:pt idx="128">
                  <c:v>-2.2555115402850671E-3</c:v>
                </c:pt>
                <c:pt idx="129">
                  <c:v>-2.1955520168123088E-3</c:v>
                </c:pt>
                <c:pt idx="130">
                  <c:v>-2.0577657166903061E-3</c:v>
                </c:pt>
                <c:pt idx="131">
                  <c:v>-1.847067651277101E-3</c:v>
                </c:pt>
                <c:pt idx="132">
                  <c:v>-1.5709540806310559E-3</c:v>
                </c:pt>
                <c:pt idx="133">
                  <c:v>-1.2392359169490191E-3</c:v>
                </c:pt>
                <c:pt idx="134">
                  <c:v>-8.636903487567551E-4</c:v>
                </c:pt>
                <c:pt idx="135">
                  <c:v>-4.5764303096273388E-4</c:v>
                </c:pt>
                <c:pt idx="136">
                  <c:v>-3.5495631572310317E-5</c:v>
                </c:pt>
                <c:pt idx="137">
                  <c:v>3.8778454773670621E-4</c:v>
                </c:pt>
                <c:pt idx="138">
                  <c:v>7.9719482476696575E-4</c:v>
                </c:pt>
                <c:pt idx="139">
                  <c:v>1.1782285132825429E-3</c:v>
                </c:pt>
                <c:pt idx="140">
                  <c:v>1.5173886306118389E-3</c:v>
                </c:pt>
                <c:pt idx="141">
                  <c:v>1.8026657586197551E-3</c:v>
                </c:pt>
                <c:pt idx="142">
                  <c:v>2.023963135203265E-3</c:v>
                </c:pt>
                <c:pt idx="143">
                  <c:v>2.173453909586474E-3</c:v>
                </c:pt>
                <c:pt idx="144">
                  <c:v>2.2458578908214179E-3</c:v>
                </c:pt>
                <c:pt idx="145">
                  <c:v>2.2386279750585339E-3</c:v>
                </c:pt>
                <c:pt idx="146">
                  <c:v>2.1520396474922592E-3</c:v>
                </c:pt>
                <c:pt idx="147">
                  <c:v>1.9891803990290638E-3</c:v>
                </c:pt>
                <c:pt idx="148">
                  <c:v>1.75583945571944E-3</c:v>
                </c:pt>
                <c:pt idx="149">
                  <c:v>1.460301766385317E-3</c:v>
                </c:pt>
                <c:pt idx="150">
                  <c:v>1.113053601625572E-3</c:v>
                </c:pt>
                <c:pt idx="151">
                  <c:v>7.2641026051776549E-4</c:v>
                </c:pt>
                <c:pt idx="152">
                  <c:v>3.1407914627826228E-4</c:v>
                </c:pt>
                <c:pt idx="153">
                  <c:v>-1.0932624109847319E-4</c:v>
                </c:pt>
                <c:pt idx="154">
                  <c:v>-5.2880412403252016E-4</c:v>
                </c:pt>
                <c:pt idx="155">
                  <c:v>-9.2949570886832343E-4</c:v>
                </c:pt>
                <c:pt idx="156">
                  <c:v>-1.2972110789779871E-3</c:v>
                </c:pt>
                <c:pt idx="157">
                  <c:v>-1.618931132564007E-3</c:v>
                </c:pt>
                <c:pt idx="158">
                  <c:v>-1.8832678532990511E-3</c:v>
                </c:pt>
                <c:pt idx="159">
                  <c:v>-2.0808666942865291E-3</c:v>
                </c:pt>
                <c:pt idx="160">
                  <c:v>-2.204736912084932E-3</c:v>
                </c:pt>
                <c:pt idx="161">
                  <c:v>-2.2504982358580862E-3</c:v>
                </c:pt>
                <c:pt idx="162">
                  <c:v>-2.2165352112755322E-3</c:v>
                </c:pt>
                <c:pt idx="163">
                  <c:v>-2.1040538179768818E-3</c:v>
                </c:pt>
                <c:pt idx="164">
                  <c:v>-1.917038404242977E-3</c:v>
                </c:pt>
                <c:pt idx="165">
                  <c:v>-1.6621104896920871E-3</c:v>
                </c:pt>
                <c:pt idx="166">
                  <c:v>-1.3482944378926469E-3</c:v>
                </c:pt>
                <c:pt idx="167">
                  <c:v>-9.8669827751801512E-4</c:v>
                </c:pt>
                <c:pt idx="168">
                  <c:v>-5.9012093715543786E-4</c:v>
                </c:pt>
                <c:pt idx="169">
                  <c:v>-1.725997484325727E-4</c:v>
                </c:pt>
                <c:pt idx="170">
                  <c:v>2.5108582887595421E-4</c:v>
                </c:pt>
                <c:pt idx="171">
                  <c:v>6.6593676913084755E-4</c:v>
                </c:pt>
                <c:pt idx="172">
                  <c:v>1.057264910372685E-3</c:v>
                </c:pt>
                <c:pt idx="173">
                  <c:v>1.411212536144558E-3</c:v>
                </c:pt>
                <c:pt idx="174">
                  <c:v>1.715242750593215E-3</c:v>
                </c:pt>
                <c:pt idx="175">
                  <c:v>1.9585832954362079E-3</c:v>
                </c:pt>
                <c:pt idx="176">
                  <c:v>2.1326080854432161E-3</c:v>
                </c:pt>
                <c:pt idx="177">
                  <c:v>2.2311429261661769E-3</c:v>
                </c:pt>
                <c:pt idx="178">
                  <c:v>2.2506845493973282E-3</c:v>
                </c:pt>
                <c:pt idx="179">
                  <c:v>2.1905251675420029E-3</c:v>
                </c:pt>
                <c:pt idx="180">
                  <c:v>2.052778096138904E-3</c:v>
                </c:pt>
                <c:pt idx="181">
                  <c:v>1.842303501870513E-3</c:v>
                </c:pt>
                <c:pt idx="182">
                  <c:v>1.5665368764317649E-3</c:v>
                </c:pt>
                <c:pt idx="183">
                  <c:v>1.235226291917157E-3</c:v>
                </c:pt>
                <c:pt idx="184">
                  <c:v>8.6008773934381159E-4</c:v>
                </c:pt>
                <c:pt idx="185">
                  <c:v>4.5439076746282869E-4</c:v>
                </c:pt>
                <c:pt idx="186">
                  <c:v>3.2489114157082808E-5</c:v>
                </c:pt>
                <c:pt idx="187">
                  <c:v>-3.9068703340497472E-4</c:v>
                </c:pt>
                <c:pt idx="188">
                  <c:v>-8.0015916913640426E-4</c:v>
                </c:pt>
                <c:pt idx="189">
                  <c:v>-1.181430306283934E-3</c:v>
                </c:pt>
                <c:pt idx="190">
                  <c:v>-1.520997801392848E-3</c:v>
                </c:pt>
                <c:pt idx="191">
                  <c:v>-1.80683106055077E-3</c:v>
                </c:pt>
                <c:pt idx="192">
                  <c:v>-2.0287972740546359E-3</c:v>
                </c:pt>
                <c:pt idx="193">
                  <c:v>-2.1790201593184389E-3</c:v>
                </c:pt>
                <c:pt idx="194">
                  <c:v>-2.2521590489183898E-3</c:v>
                </c:pt>
                <c:pt idx="195">
                  <c:v>-2.2455984655460472E-3</c:v>
                </c:pt>
                <c:pt idx="196">
                  <c:v>-2.159541480626039E-3</c:v>
                </c:pt>
                <c:pt idx="197">
                  <c:v>-1.9970035417701932E-3</c:v>
                </c:pt>
                <c:pt idx="198">
                  <c:v>-1.7637069551434681E-3</c:v>
                </c:pt>
                <c:pt idx="199">
                  <c:v>-1.4678797033029079E-3</c:v>
                </c:pt>
                <c:pt idx="200">
                  <c:v>-1.1199656463404071E-3</c:v>
                </c:pt>
                <c:pt idx="201">
                  <c:v>-7.3225627584183215E-4</c:v>
                </c:pt>
                <c:pt idx="202">
                  <c:v>-3.1845695954699888E-4</c:v>
                </c:pt>
                <c:pt idx="203">
                  <c:v>1.0679706702201459E-4</c:v>
                </c:pt>
                <c:pt idx="204">
                  <c:v>5.2845791958369855E-4</c:v>
                </c:pt>
                <c:pt idx="205">
                  <c:v>9.3159726109210306E-4</c:v>
                </c:pt>
                <c:pt idx="206">
                  <c:v>1.301934686719607E-3</c:v>
                </c:pt>
                <c:pt idx="207">
                  <c:v>1.626343612021052E-3</c:v>
                </c:pt>
                <c:pt idx="208">
                  <c:v>1.893316735810226E-3</c:v>
                </c:pt>
                <c:pt idx="209">
                  <c:v>2.0933745420584999E-3</c:v>
                </c:pt>
                <c:pt idx="210">
                  <c:v>2.219402290167951E-3</c:v>
                </c:pt>
                <c:pt idx="211">
                  <c:v>2.266903455440884E-3</c:v>
                </c:pt>
                <c:pt idx="212">
                  <c:v>2.234160536732786E-3</c:v>
                </c:pt>
                <c:pt idx="213">
                  <c:v>2.1222974371211231E-3</c:v>
                </c:pt>
                <c:pt idx="214">
                  <c:v>1.9352411215446781E-3</c:v>
                </c:pt>
                <c:pt idx="215">
                  <c:v>1.679583836933247E-3</c:v>
                </c:pt>
                <c:pt idx="216">
                  <c:v>1.364350721597862E-3</c:v>
                </c:pt>
                <c:pt idx="217">
                  <c:v>1.0006810071026249E-3</c:v>
                </c:pt>
                <c:pt idx="218">
                  <c:v>6.0143410291135574E-4</c:v>
                </c:pt>
                <c:pt idx="219">
                  <c:v>1.8073453659910241E-4</c:v>
                </c:pt>
                <c:pt idx="220">
                  <c:v>-2.4652809819390302E-4</c:v>
                </c:pt>
                <c:pt idx="221">
                  <c:v>-6.6522643693833739E-4</c:v>
                </c:pt>
                <c:pt idx="222">
                  <c:v>-1.060531175573405E-3</c:v>
                </c:pt>
                <c:pt idx="223">
                  <c:v>-1.4184364436385991E-3</c:v>
                </c:pt>
                <c:pt idx="224">
                  <c:v>-1.7262561114050709E-3</c:v>
                </c:pt>
                <c:pt idx="225">
                  <c:v>-1.9730734635454131E-3</c:v>
                </c:pt>
                <c:pt idx="226">
                  <c:v>-2.150128326219965E-3</c:v>
                </c:pt>
                <c:pt idx="227">
                  <c:v>-2.25112794416516E-3</c:v>
                </c:pt>
                <c:pt idx="228">
                  <c:v>-2.2724705941784022E-3</c:v>
                </c:pt>
                <c:pt idx="229">
                  <c:v>-2.2133740011867709E-3</c:v>
                </c:pt>
                <c:pt idx="230">
                  <c:v>-2.0759039854219051E-3</c:v>
                </c:pt>
                <c:pt idx="231">
                  <c:v>-1.864902293092134E-3</c:v>
                </c:pt>
                <c:pt idx="232">
                  <c:v>-1.587816124047203E-3</c:v>
                </c:pt>
                <c:pt idx="233">
                  <c:v>-1.254435344864001E-3</c:v>
                </c:pt>
                <c:pt idx="234">
                  <c:v>-8.7654664179350687E-4</c:v>
                </c:pt>
                <c:pt idx="235">
                  <c:v>-4.6751680893991198E-4</c:v>
                </c:pt>
                <c:pt idx="236">
                  <c:v>-4.1819879570261359E-5</c:v>
                </c:pt>
                <c:pt idx="237">
                  <c:v>3.8547519594095962E-4</c:v>
                </c:pt>
                <c:pt idx="238">
                  <c:v>7.9923821292360276E-4</c:v>
                </c:pt>
                <c:pt idx="239">
                  <c:v>1.1848138280877939E-3</c:v>
                </c:pt>
                <c:pt idx="240">
                  <c:v>1.528541125184171E-3</c:v>
                </c:pt>
                <c:pt idx="241">
                  <c:v>1.818238182171218E-3</c:v>
                </c:pt>
                <c:pt idx="242">
                  <c:v>2.0436344040440802E-3</c:v>
                </c:pt>
                <c:pt idx="243">
                  <c:v>2.1967352169160689E-3</c:v>
                </c:pt>
                <c:pt idx="244">
                  <c:v>2.2721061074105018E-3</c:v>
                </c:pt>
                <c:pt idx="245">
                  <c:v>2.2670658578425669E-3</c:v>
                </c:pt>
                <c:pt idx="246">
                  <c:v>2.181782066492641E-3</c:v>
                </c:pt>
                <c:pt idx="247">
                  <c:v>2.0192655295859061E-3</c:v>
                </c:pt>
                <c:pt idx="248">
                  <c:v>1.7852636710590081E-3</c:v>
                </c:pt>
                <c:pt idx="249">
                  <c:v>1.488056809317519E-3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91D1-444E-A1E9-61DA52820186}"/>
            </c:ext>
          </c:extLst>
        </c:ser>
        <c:ser>
          <c:idx val="4"/>
          <c:order val="2"/>
          <c:tx>
            <c:v>40 Hz</c:v>
          </c:tx>
          <c:spPr>
            <a:ln w="12700" cap="rnd" cmpd="sng" algn="ctr">
              <a:solidFill>
                <a:schemeClr val="accent1">
                  <a:tint val="70000"/>
                  <a:shade val="95000"/>
                  <a:satMod val="105000"/>
                </a:schemeClr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ref0p35_90min_v6_f40!$A$2:$A$251</c:f>
              <c:numCache>
                <c:formatCode>General</c:formatCode>
                <c:ptCount val="250"/>
                <c:pt idx="0">
                  <c:v>3.2133180182672113E-4</c:v>
                </c:pt>
                <c:pt idx="1">
                  <c:v>3.8751785540256799E-4</c:v>
                </c:pt>
                <c:pt idx="2">
                  <c:v>4.2935795352763852E-4</c:v>
                </c:pt>
                <c:pt idx="3">
                  <c:v>4.4422966208794001E-4</c:v>
                </c:pt>
                <c:pt idx="4">
                  <c:v>4.3120477005033288E-4</c:v>
                </c:pt>
                <c:pt idx="5">
                  <c:v>3.9110719892806751E-4</c:v>
                </c:pt>
                <c:pt idx="6">
                  <c:v>3.2646084336356148E-4</c:v>
                </c:pt>
                <c:pt idx="7">
                  <c:v>2.4133064827194759E-4</c:v>
                </c:pt>
                <c:pt idx="8">
                  <c:v>1.4106693410552689E-4</c:v>
                </c:pt>
                <c:pt idx="9">
                  <c:v>3.1969057274842453E-5</c:v>
                </c:pt>
                <c:pt idx="10">
                  <c:v>-7.9110443864984149E-5</c:v>
                </c:pt>
                <c:pt idx="11">
                  <c:v>-1.8519633418505611E-4</c:v>
                </c:pt>
                <c:pt idx="12">
                  <c:v>-2.7962874717499481E-4</c:v>
                </c:pt>
                <c:pt idx="13">
                  <c:v>-3.5648131307262031E-4</c:v>
                </c:pt>
                <c:pt idx="14">
                  <c:v>-4.1093309536662241E-4</c:v>
                </c:pt>
                <c:pt idx="15">
                  <c:v>-4.395709936273608E-4</c:v>
                </c:pt>
                <c:pt idx="16">
                  <c:v>-4.4060364790493589E-4</c:v>
                </c:pt>
                <c:pt idx="17">
                  <c:v>-4.1397344594997052E-4</c:v>
                </c:pt>
                <c:pt idx="18">
                  <c:v>-3.6135963847988231E-4</c:v>
                </c:pt>
                <c:pt idx="19">
                  <c:v>-2.8607240656539242E-4</c:v>
                </c:pt>
                <c:pt idx="20">
                  <c:v>-1.9284456933927371E-4</c:v>
                </c:pt>
                <c:pt idx="21">
                  <c:v>-8.7534040716775294E-5</c:v>
                </c:pt>
                <c:pt idx="22">
                  <c:v>2.324426078111764E-5</c:v>
                </c:pt>
                <c:pt idx="23">
                  <c:v>1.3253392400300559E-4</c:v>
                </c:pt>
                <c:pt idx="24">
                  <c:v>2.3347388331719721E-4</c:v>
                </c:pt>
                <c:pt idx="25">
                  <c:v>3.1972915355755078E-4</c:v>
                </c:pt>
                <c:pt idx="26">
                  <c:v>3.8588842012495471E-4</c:v>
                </c:pt>
                <c:pt idx="27">
                  <c:v>4.2780352875139378E-4</c:v>
                </c:pt>
                <c:pt idx="28">
                  <c:v>4.4284957359253798E-4</c:v>
                </c:pt>
                <c:pt idx="29">
                  <c:v>4.3008927456419021E-4</c:v>
                </c:pt>
                <c:pt idx="30">
                  <c:v>3.9033135033159051E-4</c:v>
                </c:pt>
                <c:pt idx="31">
                  <c:v>3.2607925288622439E-4</c:v>
                </c:pt>
                <c:pt idx="32">
                  <c:v>2.413735144798498E-4</c:v>
                </c:pt>
                <c:pt idx="33">
                  <c:v>1.41537636109052E-4</c:v>
                </c:pt>
                <c:pt idx="34">
                  <c:v>3.2843500238139178E-5</c:v>
                </c:pt>
                <c:pt idx="35">
                  <c:v>-7.7882660861190733E-5</c:v>
                </c:pt>
                <c:pt idx="36">
                  <c:v>-1.836889831345793E-4</c:v>
                </c:pt>
                <c:pt idx="37">
                  <c:v>-2.779344466565237E-4</c:v>
                </c:pt>
                <c:pt idx="38">
                  <c:v>-3.5470570271049659E-4</c:v>
                </c:pt>
                <c:pt idx="39">
                  <c:v>-4.0918808872206539E-4</c:v>
                </c:pt>
                <c:pt idx="40">
                  <c:v>-4.3796755389806998E-4</c:v>
                </c:pt>
                <c:pt idx="41">
                  <c:v>-4.3924456524091428E-4</c:v>
                </c:pt>
                <c:pt idx="42">
                  <c:v>-4.1294659708123241E-4</c:v>
                </c:pt>
                <c:pt idx="43">
                  <c:v>-3.607321787786167E-4</c:v>
                </c:pt>
                <c:pt idx="44">
                  <c:v>-2.8588628379324461E-4</c:v>
                </c:pt>
                <c:pt idx="45">
                  <c:v>-1.9311366130095369E-4</c:v>
                </c:pt>
                <c:pt idx="46">
                  <c:v>-8.8243111747333285E-5</c:v>
                </c:pt>
                <c:pt idx="47">
                  <c:v>2.2138709904828221E-5</c:v>
                </c:pt>
                <c:pt idx="48">
                  <c:v>1.3110096351726691E-4</c:v>
                </c:pt>
                <c:pt idx="49">
                  <c:v>2.318037921566343E-4</c:v>
                </c:pt>
                <c:pt idx="50">
                  <c:v>3.1792767055505887E-4</c:v>
                </c:pt>
                <c:pt idx="51">
                  <c:v>3.8406998312128573E-4</c:v>
                </c:pt>
                <c:pt idx="52">
                  <c:v>4.2608394168689638E-4</c:v>
                </c:pt>
                <c:pt idx="53">
                  <c:v>4.4133857774155728E-4</c:v>
                </c:pt>
                <c:pt idx="54">
                  <c:v>4.2888350445025432E-4</c:v>
                </c:pt>
                <c:pt idx="55">
                  <c:v>3.8950812763921208E-4</c:v>
                </c:pt>
                <c:pt idx="56">
                  <c:v>3.2569161533794739E-4</c:v>
                </c:pt>
                <c:pt idx="57">
                  <c:v>2.4144679558257601E-4</c:v>
                </c:pt>
                <c:pt idx="58">
                  <c:v>1.4206781153086419E-4</c:v>
                </c:pt>
                <c:pt idx="59">
                  <c:v>3.3797403840314713E-5</c:v>
                </c:pt>
                <c:pt idx="60">
                  <c:v>-7.6565266549061885E-5</c:v>
                </c:pt>
                <c:pt idx="61">
                  <c:v>-1.8209161370002019E-4</c:v>
                </c:pt>
                <c:pt idx="62">
                  <c:v>-2.7615861938999918E-4</c:v>
                </c:pt>
                <c:pt idx="63">
                  <c:v>-3.5286450941540172E-4</c:v>
                </c:pt>
                <c:pt idx="64">
                  <c:v>-4.0739902260742512E-4</c:v>
                </c:pt>
                <c:pt idx="65">
                  <c:v>-4.3634504290267781E-4</c:v>
                </c:pt>
                <c:pt idx="66">
                  <c:v>-4.3789268345512388E-4</c:v>
                </c:pt>
                <c:pt idx="67">
                  <c:v>-4.1195241554914798E-4</c:v>
                </c:pt>
                <c:pt idx="68">
                  <c:v>-3.6016017747155719E-4</c:v>
                </c:pt>
                <c:pt idx="69">
                  <c:v>-2.8577418066102762E-4</c:v>
                </c:pt>
                <c:pt idx="70">
                  <c:v>-1.9346992636696311E-4</c:v>
                </c:pt>
                <c:pt idx="71">
                  <c:v>-8.9046329559639114E-5</c:v>
                </c:pt>
                <c:pt idx="72">
                  <c:v>2.0938581441452391E-5</c:v>
                </c:pt>
                <c:pt idx="73">
                  <c:v>1.2957950899010901E-4</c:v>
                </c:pt>
                <c:pt idx="74">
                  <c:v>2.3005741571988249E-4</c:v>
                </c:pt>
                <c:pt idx="75">
                  <c:v>3.1606752529488659E-4</c:v>
                </c:pt>
                <c:pt idx="76">
                  <c:v>3.8221493072729989E-4</c:v>
                </c:pt>
                <c:pt idx="77">
                  <c:v>4.2435298445136582E-4</c:v>
                </c:pt>
                <c:pt idx="78">
                  <c:v>4.398432419052063E-4</c:v>
                </c:pt>
                <c:pt idx="79">
                  <c:v>4.2772066114541449E-4</c:v>
                </c:pt>
                <c:pt idx="80">
                  <c:v>3.8875371401205601E-4</c:v>
                </c:pt>
                <c:pt idx="81">
                  <c:v>3.2539566490957182E-4</c:v>
                </c:pt>
                <c:pt idx="82">
                  <c:v>2.416301068080277E-4</c:v>
                </c:pt>
                <c:pt idx="83">
                  <c:v>1.4272048158733191E-4</c:v>
                </c:pt>
                <c:pt idx="84">
                  <c:v>3.4879336508052288E-5</c:v>
                </c:pt>
                <c:pt idx="85">
                  <c:v>-7.5121897773831542E-5</c:v>
                </c:pt>
                <c:pt idx="86">
                  <c:v>-1.8037809510110641E-4</c:v>
                </c:pt>
                <c:pt idx="87">
                  <c:v>-2.742838877833064E-4</c:v>
                </c:pt>
                <c:pt idx="88">
                  <c:v>-3.5094817645580728E-4</c:v>
                </c:pt>
                <c:pt idx="89">
                  <c:v>-4.0556368422796281E-4</c:v>
                </c:pt>
                <c:pt idx="90">
                  <c:v>-4.3470837503752172E-4</c:v>
                </c:pt>
                <c:pt idx="91">
                  <c:v>-4.3655984136294312E-4</c:v>
                </c:pt>
                <c:pt idx="92">
                  <c:v>-4.1100923519544103E-4</c:v>
                </c:pt>
                <c:pt idx="93">
                  <c:v>-3.596676247606521E-4</c:v>
                </c:pt>
                <c:pt idx="94">
                  <c:v>-2.8576441180380111E-4</c:v>
                </c:pt>
                <c:pt idx="95">
                  <c:v>-1.9394421627010649E-4</c:v>
                </c:pt>
                <c:pt idx="96">
                  <c:v>-8.9975002029779372E-5</c:v>
                </c:pt>
                <c:pt idx="97">
                  <c:v>1.961421956653005E-5</c:v>
                </c:pt>
                <c:pt idx="98">
                  <c:v>1.2794335925682659E-4</c:v>
                </c:pt>
                <c:pt idx="99">
                  <c:v>2.2821315729620119E-4</c:v>
                </c:pt>
                <c:pt idx="100">
                  <c:v>3.141319203834596E-4</c:v>
                </c:pt>
                <c:pt idx="101">
                  <c:v>3.803103070941449E-4</c:v>
                </c:pt>
                <c:pt idx="102">
                  <c:v>4.2259938942635473E-4</c:v>
                </c:pt>
                <c:pt idx="103">
                  <c:v>4.3835078211858079E-4</c:v>
                </c:pt>
                <c:pt idx="104">
                  <c:v>4.2658252672266017E-4</c:v>
                </c:pt>
                <c:pt idx="105">
                  <c:v>3.8804033627644319E-4</c:v>
                </c:pt>
                <c:pt idx="106">
                  <c:v>3.2515037706160418E-4</c:v>
                </c:pt>
                <c:pt idx="107">
                  <c:v>2.418665737499403E-4</c:v>
                </c:pt>
                <c:pt idx="108">
                  <c:v>1.4342204566518481E-4</c:v>
                </c:pt>
                <c:pt idx="109">
                  <c:v>3.6000299166922071E-5</c:v>
                </c:pt>
                <c:pt idx="110">
                  <c:v>-7.3653163651316654E-5</c:v>
                </c:pt>
                <c:pt idx="111">
                  <c:v>-1.7865442300228309E-4</c:v>
                </c:pt>
                <c:pt idx="112">
                  <c:v>-2.7241330557990008E-4</c:v>
                </c:pt>
                <c:pt idx="113">
                  <c:v>-3.4904700196428161E-4</c:v>
                </c:pt>
                <c:pt idx="114">
                  <c:v>-4.037491765264849E-4</c:v>
                </c:pt>
                <c:pt idx="115">
                  <c:v>-4.330914113911002E-4</c:v>
                </c:pt>
                <c:pt idx="116">
                  <c:v>-4.3523808124974018E-4</c:v>
                </c:pt>
                <c:pt idx="117">
                  <c:v>-4.1006119569057283E-4</c:v>
                </c:pt>
                <c:pt idx="118">
                  <c:v>-3.591480280348707E-4</c:v>
                </c:pt>
                <c:pt idx="119">
                  <c:v>-2.8570107977242111E-4</c:v>
                </c:pt>
                <c:pt idx="120">
                  <c:v>-1.943366850879378E-4</c:v>
                </c:pt>
                <c:pt idx="121">
                  <c:v>-9.0794917195228891E-5</c:v>
                </c:pt>
                <c:pt idx="122">
                  <c:v>1.842098050418078E-5</c:v>
                </c:pt>
                <c:pt idx="123">
                  <c:v>1.2645299750394941E-4</c:v>
                </c:pt>
                <c:pt idx="124">
                  <c:v>2.2651895415708929E-4</c:v>
                </c:pt>
                <c:pt idx="125">
                  <c:v>3.1233826424210877E-4</c:v>
                </c:pt>
                <c:pt idx="126">
                  <c:v>3.7852613653443221E-4</c:v>
                </c:pt>
                <c:pt idx="127">
                  <c:v>4.209314720888141E-4</c:v>
                </c:pt>
                <c:pt idx="128">
                  <c:v>4.3689725024049911E-4</c:v>
                </c:pt>
                <c:pt idx="129">
                  <c:v>4.2542706481535228E-4</c:v>
                </c:pt>
                <c:pt idx="130">
                  <c:v>3.8724736670178901E-4</c:v>
                </c:pt>
                <c:pt idx="131">
                  <c:v>3.2476151918220381E-4</c:v>
                </c:pt>
                <c:pt idx="132">
                  <c:v>2.4189856665962029E-4</c:v>
                </c:pt>
                <c:pt idx="133">
                  <c:v>1.438662289401649E-4</c:v>
                </c:pt>
                <c:pt idx="134">
                  <c:v>3.6823646889540018E-5</c:v>
                </c:pt>
                <c:pt idx="135">
                  <c:v>-7.2505556591282556E-5</c:v>
                </c:pt>
                <c:pt idx="136">
                  <c:v>-1.7725559038389921E-4</c:v>
                </c:pt>
                <c:pt idx="137">
                  <c:v>-2.7084965585697922E-4</c:v>
                </c:pt>
                <c:pt idx="138">
                  <c:v>-3.4741287599128598E-4</c:v>
                </c:pt>
                <c:pt idx="139">
                  <c:v>-4.0214106555197402E-4</c:v>
                </c:pt>
                <c:pt idx="140">
                  <c:v>-4.3160219456156088E-4</c:v>
                </c:pt>
                <c:pt idx="141">
                  <c:v>-4.3395163000214108E-4</c:v>
                </c:pt>
                <c:pt idx="142">
                  <c:v>-4.0904765966443609E-4</c:v>
                </c:pt>
                <c:pt idx="143">
                  <c:v>-3.5846006618634412E-4</c:v>
                </c:pt>
                <c:pt idx="144">
                  <c:v>-2.8537123467214172E-4</c:v>
                </c:pt>
                <c:pt idx="145">
                  <c:v>-1.943760222910354E-4</c:v>
                </c:pt>
                <c:pt idx="146">
                  <c:v>-9.1192970286878015E-5</c:v>
                </c:pt>
                <c:pt idx="147">
                  <c:v>1.7694999497919929E-5</c:v>
                </c:pt>
                <c:pt idx="148">
                  <c:v>1.254478378701816E-4</c:v>
                </c:pt>
                <c:pt idx="149">
                  <c:v>2.2529799685815609E-4</c:v>
                </c:pt>
                <c:pt idx="150">
                  <c:v>3.1097545428757052E-4</c:v>
                </c:pt>
                <c:pt idx="151">
                  <c:v>3.7710144321301817E-4</c:v>
                </c:pt>
                <c:pt idx="152">
                  <c:v>4.1952615954337833E-4</c:v>
                </c:pt>
                <c:pt idx="153">
                  <c:v>4.3558923978286431E-4</c:v>
                </c:pt>
                <c:pt idx="154">
                  <c:v>4.2428665289406272E-4</c:v>
                </c:pt>
                <c:pt idx="155">
                  <c:v>3.8633353052698849E-4</c:v>
                </c:pt>
                <c:pt idx="156">
                  <c:v>3.241189978531929E-4</c:v>
                </c:pt>
                <c:pt idx="157">
                  <c:v>2.4155585186459689E-4</c:v>
                </c:pt>
                <c:pt idx="158">
                  <c:v>1.438345395760138E-4</c:v>
                </c:pt>
                <c:pt idx="159">
                  <c:v>3.7096900803839722E-5</c:v>
                </c:pt>
                <c:pt idx="160">
                  <c:v>-7.1949818782646093E-5</c:v>
                </c:pt>
                <c:pt idx="161">
                  <c:v>-1.7645442637357381E-4</c:v>
                </c:pt>
                <c:pt idx="162">
                  <c:v>-2.698522274973364E-4</c:v>
                </c:pt>
                <c:pt idx="163">
                  <c:v>-3.4627741161684551E-4</c:v>
                </c:pt>
                <c:pt idx="164">
                  <c:v>-4.0093146999603752E-4</c:v>
                </c:pt>
                <c:pt idx="165">
                  <c:v>-4.3038450510355741E-4</c:v>
                </c:pt>
                <c:pt idx="166">
                  <c:v>-4.3279051154032432E-4</c:v>
                </c:pt>
                <c:pt idx="167">
                  <c:v>-4.0800311682550971E-4</c:v>
                </c:pt>
                <c:pt idx="168">
                  <c:v>-3.5758452601145942E-4</c:v>
                </c:pt>
                <c:pt idx="169">
                  <c:v>-2.8470712364246078E-4</c:v>
                </c:pt>
                <c:pt idx="170">
                  <c:v>-1.9395392839763139E-4</c:v>
                </c:pt>
                <c:pt idx="171">
                  <c:v>-9.1030446834935888E-5</c:v>
                </c:pt>
                <c:pt idx="172">
                  <c:v>1.759396475147873E-5</c:v>
                </c:pt>
                <c:pt idx="173">
                  <c:v>1.2509269520131301E-4</c:v>
                </c:pt>
                <c:pt idx="174">
                  <c:v>2.2471088246200731E-4</c:v>
                </c:pt>
                <c:pt idx="175">
                  <c:v>3.1018986993611749E-4</c:v>
                </c:pt>
                <c:pt idx="176">
                  <c:v>3.7616044262205267E-4</c:v>
                </c:pt>
                <c:pt idx="177">
                  <c:v>4.1848013137846908E-4</c:v>
                </c:pt>
                <c:pt idx="178">
                  <c:v>4.3449338877696742E-4</c:v>
                </c:pt>
                <c:pt idx="179">
                  <c:v>4.2319828851379929E-4</c:v>
                </c:pt>
                <c:pt idx="180">
                  <c:v>3.8530927710265698E-4</c:v>
                </c:pt>
                <c:pt idx="181">
                  <c:v>3.2321204151855538E-4</c:v>
                </c:pt>
                <c:pt idx="182">
                  <c:v>2.408133384683077E-4</c:v>
                </c:pt>
                <c:pt idx="183">
                  <c:v>1.4329523404316499E-4</c:v>
                </c:pt>
                <c:pt idx="184">
                  <c:v>3.6789212017001208E-5</c:v>
                </c:pt>
                <c:pt idx="185">
                  <c:v>-7.2009353104888137E-5</c:v>
                </c:pt>
                <c:pt idx="186">
                  <c:v>-1.7626211362696461E-4</c:v>
                </c:pt>
                <c:pt idx="187">
                  <c:v>-2.6941758925405211E-4</c:v>
                </c:pt>
                <c:pt idx="188">
                  <c:v>-3.4562290592662893E-4</c:v>
                </c:pt>
                <c:pt idx="189">
                  <c:v>-4.000915512861227E-4</c:v>
                </c:pt>
                <c:pt idx="190">
                  <c:v>-4.2940403643056628E-4</c:v>
                </c:pt>
                <c:pt idx="191">
                  <c:v>-4.3172257793237632E-4</c:v>
                </c:pt>
                <c:pt idx="192">
                  <c:v>-4.0690632468785642E-4</c:v>
                </c:pt>
                <c:pt idx="193">
                  <c:v>-3.5651990949453558E-4</c:v>
                </c:pt>
                <c:pt idx="194">
                  <c:v>-2.8373481096255877E-4</c:v>
                </c:pt>
                <c:pt idx="195">
                  <c:v>-1.9312974586507719E-4</c:v>
                </c:pt>
                <c:pt idx="196">
                  <c:v>-9.0402653201424461E-5</c:v>
                </c:pt>
                <c:pt idx="197">
                  <c:v>1.7987617565748291E-5</c:v>
                </c:pt>
                <c:pt idx="198">
                  <c:v>1.2522738757687001E-4</c:v>
                </c:pt>
                <c:pt idx="199">
                  <c:v>2.2457647210253701E-4</c:v>
                </c:pt>
                <c:pt idx="200">
                  <c:v>3.097918221927018E-4</c:v>
                </c:pt>
                <c:pt idx="201">
                  <c:v>3.7551985477449299E-4</c:v>
                </c:pt>
                <c:pt idx="202">
                  <c:v>4.1763281136123842E-4</c:v>
                </c:pt>
                <c:pt idx="203">
                  <c:v>4.3348800734107419E-4</c:v>
                </c:pt>
                <c:pt idx="204">
                  <c:v>4.2209368556604242E-4</c:v>
                </c:pt>
                <c:pt idx="205">
                  <c:v>3.8417106320048791E-4</c:v>
                </c:pt>
                <c:pt idx="206">
                  <c:v>3.2210868894442239E-4</c:v>
                </c:pt>
                <c:pt idx="207">
                  <c:v>2.398119983346614E-4</c:v>
                </c:pt>
                <c:pt idx="208">
                  <c:v>1.424575429116614E-4</c:v>
                </c:pt>
                <c:pt idx="209">
                  <c:v>3.6167360840141202E-5</c:v>
                </c:pt>
                <c:pt idx="210">
                  <c:v>-7.2376024876239333E-5</c:v>
                </c:pt>
                <c:pt idx="211">
                  <c:v>-1.7634976493836551E-4</c:v>
                </c:pt>
                <c:pt idx="212">
                  <c:v>-2.6921957741428231E-4</c:v>
                </c:pt>
                <c:pt idx="213">
                  <c:v>-3.4515041117766149E-4</c:v>
                </c:pt>
                <c:pt idx="214">
                  <c:v>-3.993730666782731E-4</c:v>
                </c:pt>
                <c:pt idx="215">
                  <c:v>-4.2848373817297241E-4</c:v>
                </c:pt>
                <c:pt idx="216">
                  <c:v>-4.3065766598080992E-4</c:v>
                </c:pt>
                <c:pt idx="217">
                  <c:v>-4.0576349256094013E-4</c:v>
                </c:pt>
                <c:pt idx="218">
                  <c:v>-3.5537116135975498E-4</c:v>
                </c:pt>
                <c:pt idx="219">
                  <c:v>-2.8265288938555039E-4</c:v>
                </c:pt>
                <c:pt idx="220">
                  <c:v>-1.9218346285719321E-4</c:v>
                </c:pt>
                <c:pt idx="221">
                  <c:v>-8.9652428462408892E-5</c:v>
                </c:pt>
                <c:pt idx="222">
                  <c:v>1.849371558293028E-5</c:v>
                </c:pt>
                <c:pt idx="223">
                  <c:v>1.2545683072121981E-4</c:v>
                </c:pt>
                <c:pt idx="224">
                  <c:v>2.2451447263224089E-4</c:v>
                </c:pt>
                <c:pt idx="225">
                  <c:v>3.0944238926637851E-4</c:v>
                </c:pt>
                <c:pt idx="226">
                  <c:v>3.7490562863533658E-4</c:v>
                </c:pt>
                <c:pt idx="227">
                  <c:v>4.1679367815259169E-4</c:v>
                </c:pt>
                <c:pt idx="228">
                  <c:v>4.3247857850130283E-4</c:v>
                </c:pt>
                <c:pt idx="229">
                  <c:v>4.2097980035877132E-4</c:v>
                </c:pt>
                <c:pt idx="230">
                  <c:v>3.8302553664775748E-4</c:v>
                </c:pt>
                <c:pt idx="231">
                  <c:v>3.2100657709621037E-4</c:v>
                </c:pt>
                <c:pt idx="232">
                  <c:v>2.3882568596952149E-4</c:v>
                </c:pt>
                <c:pt idx="233">
                  <c:v>1.4165197330024361E-4</c:v>
                </c:pt>
                <c:pt idx="234">
                  <c:v>3.5595721702332797E-5</c:v>
                </c:pt>
                <c:pt idx="235">
                  <c:v>-7.2675870965694604E-5</c:v>
                </c:pt>
                <c:pt idx="236">
                  <c:v>-1.7635786286733811E-4</c:v>
                </c:pt>
                <c:pt idx="237">
                  <c:v>-2.6893529444592428E-4</c:v>
                </c:pt>
                <c:pt idx="238">
                  <c:v>-3.4459258025456207E-4</c:v>
                </c:pt>
                <c:pt idx="239">
                  <c:v>-3.985788376707783E-4</c:v>
                </c:pt>
                <c:pt idx="240">
                  <c:v>-4.2750620243103311E-4</c:v>
                </c:pt>
                <c:pt idx="241">
                  <c:v>-4.295624017358259E-4</c:v>
                </c:pt>
                <c:pt idx="242">
                  <c:v>-4.0462425181886868E-4</c:v>
                </c:pt>
                <c:pt idx="243">
                  <c:v>-3.5426497802167192E-4</c:v>
                </c:pt>
                <c:pt idx="244">
                  <c:v>-2.8165492957194768E-4</c:v>
                </c:pt>
                <c:pt idx="245">
                  <c:v>-1.913619589964794E-4</c:v>
                </c:pt>
                <c:pt idx="246">
                  <c:v>-8.9064036742169203E-5</c:v>
                </c:pt>
                <c:pt idx="247">
                  <c:v>1.8807819841460929E-5</c:v>
                </c:pt>
                <c:pt idx="248">
                  <c:v>1.254738518202202E-4</c:v>
                </c:pt>
                <c:pt idx="249">
                  <c:v>2.2423168420802661E-4</c:v>
                </c:pt>
              </c:numCache>
            </c:numRef>
          </c:xVal>
          <c:yVal>
            <c:numRef>
              <c:f>ref0p35_90min_v6_f40!$C$2:$C$251</c:f>
              <c:numCache>
                <c:formatCode>General</c:formatCode>
                <c:ptCount val="250"/>
                <c:pt idx="0">
                  <c:v>2.6720578298983092E-3</c:v>
                </c:pt>
                <c:pt idx="1">
                  <c:v>2.9464742433122611E-3</c:v>
                </c:pt>
                <c:pt idx="2">
                  <c:v>3.03542416685978E-3</c:v>
                </c:pt>
                <c:pt idx="3">
                  <c:v>2.93334285929653E-3</c:v>
                </c:pt>
                <c:pt idx="4">
                  <c:v>2.6466882425446219E-3</c:v>
                </c:pt>
                <c:pt idx="5">
                  <c:v>2.1935324252469629E-3</c:v>
                </c:pt>
                <c:pt idx="6">
                  <c:v>1.602422321879002E-3</c:v>
                </c:pt>
                <c:pt idx="7">
                  <c:v>9.1058123354869085E-4</c:v>
                </c:pt>
                <c:pt idx="8">
                  <c:v>1.615647328424194E-4</c:v>
                </c:pt>
                <c:pt idx="9">
                  <c:v>-5.9748148460642115E-4</c:v>
                </c:pt>
                <c:pt idx="10">
                  <c:v>-1.318789109740358E-3</c:v>
                </c:pt>
                <c:pt idx="11">
                  <c:v>-1.956973289500185E-3</c:v>
                </c:pt>
                <c:pt idx="12">
                  <c:v>-2.4718880899825889E-3</c:v>
                </c:pt>
                <c:pt idx="13">
                  <c:v>-2.8311517255398171E-3</c:v>
                </c:pt>
                <c:pt idx="14">
                  <c:v>-3.0121827558720719E-3</c:v>
                </c:pt>
                <c:pt idx="15">
                  <c:v>-3.0036192581665822E-3</c:v>
                </c:pt>
                <c:pt idx="16">
                  <c:v>-2.806031822419276E-3</c:v>
                </c:pt>
                <c:pt idx="17">
                  <c:v>-2.4318856529091499E-3</c:v>
                </c:pt>
                <c:pt idx="18">
                  <c:v>-1.9047542933158879E-3</c:v>
                </c:pt>
                <c:pt idx="19">
                  <c:v>-1.2578345584851E-3</c:v>
                </c:pt>
                <c:pt idx="20">
                  <c:v>-5.3185619632000489E-4</c:v>
                </c:pt>
                <c:pt idx="21">
                  <c:v>2.2748213928330309E-4</c:v>
                </c:pt>
                <c:pt idx="22">
                  <c:v>9.7238923518126914E-4</c:v>
                </c:pt>
                <c:pt idx="23">
                  <c:v>1.655988970810242E-3</c:v>
                </c:pt>
                <c:pt idx="24">
                  <c:v>2.2352700066762248E-3</c:v>
                </c:pt>
                <c:pt idx="25">
                  <c:v>2.6737919009524711E-3</c:v>
                </c:pt>
                <c:pt idx="26">
                  <c:v>2.9439773801986121E-3</c:v>
                </c:pt>
                <c:pt idx="27">
                  <c:v>3.0288465414104629E-3</c:v>
                </c:pt>
                <c:pt idx="28">
                  <c:v>2.9230839029281189E-3</c:v>
                </c:pt>
                <c:pt idx="29">
                  <c:v>2.6333712333607481E-3</c:v>
                </c:pt>
                <c:pt idx="30">
                  <c:v>2.1779653177248729E-3</c:v>
                </c:pt>
                <c:pt idx="31">
                  <c:v>1.585547358063096E-3</c:v>
                </c:pt>
                <c:pt idx="32">
                  <c:v>8.934165555645326E-4</c:v>
                </c:pt>
                <c:pt idx="33">
                  <c:v>1.4514168786128651E-4</c:v>
                </c:pt>
                <c:pt idx="34">
                  <c:v>-6.121814214740455E-4</c:v>
                </c:pt>
                <c:pt idx="35">
                  <c:v>-1.3308938837112449E-3</c:v>
                </c:pt>
                <c:pt idx="36">
                  <c:v>-1.9657726339677608E-3</c:v>
                </c:pt>
                <c:pt idx="37">
                  <c:v>-2.4768755467519609E-3</c:v>
                </c:pt>
                <c:pt idx="38">
                  <c:v>-2.8320538259555888E-3</c:v>
                </c:pt>
                <c:pt idx="39">
                  <c:v>-3.0089736933555599E-3</c:v>
                </c:pt>
                <c:pt idx="40">
                  <c:v>-2.996520297980363E-3</c:v>
                </c:pt>
                <c:pt idx="41">
                  <c:v>-2.795495645174379E-3</c:v>
                </c:pt>
                <c:pt idx="42">
                  <c:v>-2.4185667549519148E-3</c:v>
                </c:pt>
                <c:pt idx="43">
                  <c:v>-1.889467412613799E-3</c:v>
                </c:pt>
                <c:pt idx="44">
                  <c:v>-1.2415038081642531E-3</c:v>
                </c:pt>
                <c:pt idx="45">
                  <c:v>-5.1545812770513303E-4</c:v>
                </c:pt>
                <c:pt idx="46">
                  <c:v>2.4297798730964611E-4</c:v>
                </c:pt>
                <c:pt idx="47">
                  <c:v>9.8607863131785502E-4</c:v>
                </c:pt>
                <c:pt idx="48">
                  <c:v>1.667086576761286E-3</c:v>
                </c:pt>
                <c:pt idx="49">
                  <c:v>2.2431550335755279E-3</c:v>
                </c:pt>
                <c:pt idx="50">
                  <c:v>2.6780431507180701E-3</c:v>
                </c:pt>
                <c:pt idx="51">
                  <c:v>2.9443956795823681E-3</c:v>
                </c:pt>
                <c:pt idx="52">
                  <c:v>3.0254633827736899E-3</c:v>
                </c:pt>
                <c:pt idx="53">
                  <c:v>2.9161559728629071E-3</c:v>
                </c:pt>
                <c:pt idx="54">
                  <c:v>2.6233613847836648E-3</c:v>
                </c:pt>
                <c:pt idx="55">
                  <c:v>2.1655113683574311E-3</c:v>
                </c:pt>
                <c:pt idx="56">
                  <c:v>1.5714208265282779E-3</c:v>
                </c:pt>
                <c:pt idx="57">
                  <c:v>8.7847403154815208E-4</c:v>
                </c:pt>
                <c:pt idx="58">
                  <c:v>1.3027194093476641E-4</c:v>
                </c:pt>
                <c:pt idx="59">
                  <c:v>-6.2611128123164815E-4</c:v>
                </c:pt>
                <c:pt idx="60">
                  <c:v>-1.343089881182E-3</c:v>
                </c:pt>
                <c:pt idx="61">
                  <c:v>-1.9755599357225962E-3</c:v>
                </c:pt>
                <c:pt idx="62">
                  <c:v>-2.4837362913565941E-3</c:v>
                </c:pt>
                <c:pt idx="63">
                  <c:v>-2.835654629053691E-3</c:v>
                </c:pt>
                <c:pt idx="64">
                  <c:v>-3.009181361287915E-3</c:v>
                </c:pt>
                <c:pt idx="65">
                  <c:v>-2.993405044488352E-3</c:v>
                </c:pt>
                <c:pt idx="66">
                  <c:v>-2.789321895344326E-3</c:v>
                </c:pt>
                <c:pt idx="67">
                  <c:v>-2.4097723890123849E-3</c:v>
                </c:pt>
                <c:pt idx="68">
                  <c:v>-1.8786330016856471E-3</c:v>
                </c:pt>
                <c:pt idx="69">
                  <c:v>-1.229313981584621E-3</c:v>
                </c:pt>
                <c:pt idx="70">
                  <c:v>-5.0265765179717157E-4</c:v>
                </c:pt>
                <c:pt idx="71">
                  <c:v>2.5563057111347478E-4</c:v>
                </c:pt>
                <c:pt idx="72">
                  <c:v>9.9785687833926101E-4</c:v>
                </c:pt>
                <c:pt idx="73">
                  <c:v>1.677338694561483E-3</c:v>
                </c:pt>
                <c:pt idx="74">
                  <c:v>2.2513405771001659E-3</c:v>
                </c:pt>
                <c:pt idx="75">
                  <c:v>2.683761752349815E-3</c:v>
                </c:pt>
                <c:pt idx="76">
                  <c:v>2.9474062718584711E-3</c:v>
                </c:pt>
                <c:pt idx="77">
                  <c:v>3.0256930165512481E-3</c:v>
                </c:pt>
                <c:pt idx="78">
                  <c:v>2.913698017675295E-3</c:v>
                </c:pt>
                <c:pt idx="79">
                  <c:v>2.618463576434193E-3</c:v>
                </c:pt>
                <c:pt idx="80">
                  <c:v>2.1585547981995469E-3</c:v>
                </c:pt>
                <c:pt idx="81">
                  <c:v>1.562891508316337E-3</c:v>
                </c:pt>
                <c:pt idx="82">
                  <c:v>8.6892910248343043E-4</c:v>
                </c:pt>
                <c:pt idx="83">
                  <c:v>1.203028293570528E-4</c:v>
                </c:pt>
                <c:pt idx="84">
                  <c:v>-6.3591627226954679E-4</c:v>
                </c:pt>
                <c:pt idx="85">
                  <c:v>-1.352181170905911E-3</c:v>
                </c:pt>
                <c:pt idx="86">
                  <c:v>-1.9834582406817302E-3</c:v>
                </c:pt>
                <c:pt idx="87">
                  <c:v>-2.4900583154981752E-3</c:v>
                </c:pt>
                <c:pt idx="88">
                  <c:v>-2.8401314581017129E-3</c:v>
                </c:pt>
                <c:pt idx="89">
                  <c:v>-3.0116686830372369E-3</c:v>
                </c:pt>
                <c:pt idx="90">
                  <c:v>-2.9938848916488681E-3</c:v>
                </c:pt>
                <c:pt idx="91">
                  <c:v>-2.787896185764346E-3</c:v>
                </c:pt>
                <c:pt idx="92">
                  <c:v>-2.4066490799327278E-3</c:v>
                </c:pt>
                <c:pt idx="93">
                  <c:v>-1.8741061433448531E-3</c:v>
                </c:pt>
                <c:pt idx="94">
                  <c:v>-1.2237393202321201E-3</c:v>
                </c:pt>
                <c:pt idx="95">
                  <c:v>-4.9642567063832004E-4</c:v>
                </c:pt>
                <c:pt idx="96">
                  <c:v>2.621221850945444E-4</c:v>
                </c:pt>
                <c:pt idx="97">
                  <c:v>1.0042293963170141E-3</c:v>
                </c:pt>
                <c:pt idx="98">
                  <c:v>1.683255369867524E-3</c:v>
                </c:pt>
                <c:pt idx="99">
                  <c:v>2.2565250656252211E-3</c:v>
                </c:pt>
                <c:pt idx="100">
                  <c:v>2.688010864423271E-3</c:v>
                </c:pt>
                <c:pt idx="101">
                  <c:v>2.950596458911318E-3</c:v>
                </c:pt>
                <c:pt idx="102">
                  <c:v>3.0277804940579082E-3</c:v>
                </c:pt>
                <c:pt idx="103">
                  <c:v>2.914712915813631E-3</c:v>
                </c:pt>
                <c:pt idx="104">
                  <c:v>2.618498954870123E-3</c:v>
                </c:pt>
                <c:pt idx="105">
                  <c:v>2.1577517283926438E-3</c:v>
                </c:pt>
                <c:pt idx="106">
                  <c:v>1.5614216891471099E-3</c:v>
                </c:pt>
                <c:pt idx="107">
                  <c:v>8.6697661442789885E-4</c:v>
                </c:pt>
                <c:pt idx="108">
                  <c:v>1.180466401393888E-4</c:v>
                </c:pt>
                <c:pt idx="109">
                  <c:v>-6.383175602832741E-4</c:v>
                </c:pt>
                <c:pt idx="110">
                  <c:v>-1.354601083742053E-3</c:v>
                </c:pt>
                <c:pt idx="111">
                  <c:v>-1.985809800960834E-3</c:v>
                </c:pt>
                <c:pt idx="112">
                  <c:v>-2.492296524771986E-3</c:v>
                </c:pt>
                <c:pt idx="113">
                  <c:v>-2.842250853391984E-3</c:v>
                </c:pt>
                <c:pt idx="114">
                  <c:v>-3.013696378453281E-3</c:v>
                </c:pt>
                <c:pt idx="115">
                  <c:v>-2.995869929731893E-3</c:v>
                </c:pt>
                <c:pt idx="116">
                  <c:v>-2.7898963655803698E-3</c:v>
                </c:pt>
                <c:pt idx="117">
                  <c:v>-2.408716670713715E-3</c:v>
                </c:pt>
                <c:pt idx="118">
                  <c:v>-1.8762740124675891E-3</c:v>
                </c:pt>
                <c:pt idx="119">
                  <c:v>-1.2260089906866111E-3</c:v>
                </c:pt>
                <c:pt idx="120">
                  <c:v>-4.9875867413436917E-4</c:v>
                </c:pt>
                <c:pt idx="121">
                  <c:v>2.5980856809553149E-4</c:v>
                </c:pt>
                <c:pt idx="122">
                  <c:v>1.0020612983819401E-3</c:v>
                </c:pt>
                <c:pt idx="123">
                  <c:v>1.681396144139202E-3</c:v>
                </c:pt>
                <c:pt idx="124">
                  <c:v>2.2551639767912201E-3</c:v>
                </c:pt>
                <c:pt idx="125">
                  <c:v>2.6873473921602128E-3</c:v>
                </c:pt>
                <c:pt idx="126">
                  <c:v>2.9508213902507559E-3</c:v>
                </c:pt>
                <c:pt idx="127">
                  <c:v>3.0290553454489482E-3</c:v>
                </c:pt>
                <c:pt idx="128">
                  <c:v>2.917149474068759E-3</c:v>
                </c:pt>
                <c:pt idx="129">
                  <c:v>2.6221408342556548E-3</c:v>
                </c:pt>
                <c:pt idx="130">
                  <c:v>2.1625597940220249E-3</c:v>
                </c:pt>
                <c:pt idx="131">
                  <c:v>1.5672649909902201E-3</c:v>
                </c:pt>
                <c:pt idx="132">
                  <c:v>8.7363012114560919E-4</c:v>
                </c:pt>
                <c:pt idx="133">
                  <c:v>1.2519657991758189E-4</c:v>
                </c:pt>
                <c:pt idx="134">
                  <c:v>-6.3106052066058487E-4</c:v>
                </c:pt>
                <c:pt idx="135">
                  <c:v>-1.3476812188310541E-3</c:v>
                </c:pt>
                <c:pt idx="136">
                  <c:v>-1.9796992965040012E-3</c:v>
                </c:pt>
                <c:pt idx="137">
                  <c:v>-2.4874636568381061E-3</c:v>
                </c:pt>
                <c:pt idx="138">
                  <c:v>-2.8391254905152348E-3</c:v>
                </c:pt>
                <c:pt idx="139">
                  <c:v>-3.012635276987528E-3</c:v>
                </c:pt>
                <c:pt idx="140">
                  <c:v>-2.9971244763074998E-3</c:v>
                </c:pt>
                <c:pt idx="141">
                  <c:v>-2.793585408015606E-3</c:v>
                </c:pt>
                <c:pt idx="142">
                  <c:v>-2.4148068610340598E-3</c:v>
                </c:pt>
                <c:pt idx="143">
                  <c:v>-1.8845696694440831E-3</c:v>
                </c:pt>
                <c:pt idx="144">
                  <c:v>-1.236152896680338E-3</c:v>
                </c:pt>
                <c:pt idx="145">
                  <c:v>-5.1024448883797517E-4</c:v>
                </c:pt>
                <c:pt idx="146">
                  <c:v>2.4761241755898649E-4</c:v>
                </c:pt>
                <c:pt idx="147">
                  <c:v>9.8987724879331658E-4</c:v>
                </c:pt>
                <c:pt idx="148">
                  <c:v>1.6699944756665721E-3</c:v>
                </c:pt>
                <c:pt idx="149">
                  <c:v>2.245313703405779E-3</c:v>
                </c:pt>
                <c:pt idx="150">
                  <c:v>2.6797642091217198E-3</c:v>
                </c:pt>
                <c:pt idx="151">
                  <c:v>2.9461162063528432E-3</c:v>
                </c:pt>
                <c:pt idx="152">
                  <c:v>3.027687071178219E-3</c:v>
                </c:pt>
                <c:pt idx="153">
                  <c:v>2.9193856203968932E-3</c:v>
                </c:pt>
                <c:pt idx="154">
                  <c:v>2.628029096839134E-3</c:v>
                </c:pt>
                <c:pt idx="155">
                  <c:v>2.171913170754625E-3</c:v>
                </c:pt>
                <c:pt idx="156">
                  <c:v>1.579662142735915E-3</c:v>
                </c:pt>
                <c:pt idx="157">
                  <c:v>8.8843168807181498E-4</c:v>
                </c:pt>
                <c:pt idx="158">
                  <c:v>1.4157707434680941E-4</c:v>
                </c:pt>
                <c:pt idx="159">
                  <c:v>-6.1406673506231605E-4</c:v>
                </c:pt>
                <c:pt idx="160">
                  <c:v>-1.3311224030702091E-3</c:v>
                </c:pt>
                <c:pt idx="161">
                  <c:v>-1.96464072228353E-3</c:v>
                </c:pt>
                <c:pt idx="162">
                  <c:v>-2.4749180619370249E-3</c:v>
                </c:pt>
                <c:pt idx="163">
                  <c:v>-2.8299842011493969E-3</c:v>
                </c:pt>
                <c:pt idx="164">
                  <c:v>-3.0076047259483141E-3</c:v>
                </c:pt>
                <c:pt idx="165">
                  <c:v>-2.996672649220336E-3</c:v>
                </c:pt>
                <c:pt idx="166">
                  <c:v>-2.7979022286990659E-3</c:v>
                </c:pt>
                <c:pt idx="167">
                  <c:v>-2.423781707069765E-3</c:v>
                </c:pt>
                <c:pt idx="168">
                  <c:v>-1.897788139222091E-3</c:v>
                </c:pt>
                <c:pt idx="169">
                  <c:v>-1.2529136971311419E-3</c:v>
                </c:pt>
                <c:pt idx="170">
                  <c:v>-5.2959596138014411E-4</c:v>
                </c:pt>
                <c:pt idx="171">
                  <c:v>2.2681797502746109E-4</c:v>
                </c:pt>
                <c:pt idx="172">
                  <c:v>9.6891457964447519E-4</c:v>
                </c:pt>
                <c:pt idx="173">
                  <c:v>1.6501858931500821E-3</c:v>
                </c:pt>
                <c:pt idx="174">
                  <c:v>2.2279441929001428E-3</c:v>
                </c:pt>
                <c:pt idx="175">
                  <c:v>2.6659966482409981E-3</c:v>
                </c:pt>
                <c:pt idx="176">
                  <c:v>2.9369123797331931E-3</c:v>
                </c:pt>
                <c:pt idx="177">
                  <c:v>3.023739906615986E-3</c:v>
                </c:pt>
                <c:pt idx="178">
                  <c:v>2.9210674478888218E-3</c:v>
                </c:pt>
                <c:pt idx="179">
                  <c:v>2.6353597652961102E-3</c:v>
                </c:pt>
                <c:pt idx="180">
                  <c:v>2.1845506078594481E-3</c:v>
                </c:pt>
                <c:pt idx="181">
                  <c:v>1.596916491701733E-3</c:v>
                </c:pt>
                <c:pt idx="182">
                  <c:v>9.0930259629005603E-4</c:v>
                </c:pt>
                <c:pt idx="183">
                  <c:v>1.6481214762287499E-4</c:v>
                </c:pt>
                <c:pt idx="184">
                  <c:v>-5.8989575615868211E-4</c:v>
                </c:pt>
                <c:pt idx="185">
                  <c:v>-1.307530440383418E-3</c:v>
                </c:pt>
                <c:pt idx="186">
                  <c:v>-1.9431327856549369E-3</c:v>
                </c:pt>
                <c:pt idx="187">
                  <c:v>-2.4568915547139459E-3</c:v>
                </c:pt>
                <c:pt idx="188">
                  <c:v>-2.8166365442401668E-3</c:v>
                </c:pt>
                <c:pt idx="189">
                  <c:v>-2.999852496427292E-3</c:v>
                </c:pt>
                <c:pt idx="190">
                  <c:v>-2.9950877664162729E-3</c:v>
                </c:pt>
                <c:pt idx="191">
                  <c:v>-2.802669675537421E-3</c:v>
                </c:pt>
                <c:pt idx="192">
                  <c:v>-2.4346819117011332E-3</c:v>
                </c:pt>
                <c:pt idx="193">
                  <c:v>-1.9142055483678841E-3</c:v>
                </c:pt>
                <c:pt idx="194">
                  <c:v>-1.273871352075871E-3</c:v>
                </c:pt>
                <c:pt idx="195">
                  <c:v>-5.538141544416497E-4</c:v>
                </c:pt>
                <c:pt idx="196">
                  <c:v>2.0084251492115361E-4</c:v>
                </c:pt>
                <c:pt idx="197">
                  <c:v>9.4281393800908189E-4</c:v>
                </c:pt>
                <c:pt idx="198">
                  <c:v>1.6256167232857109E-3</c:v>
                </c:pt>
                <c:pt idx="199">
                  <c:v>2.206480740791235E-3</c:v>
                </c:pt>
                <c:pt idx="200">
                  <c:v>2.6490280719312469E-3</c:v>
                </c:pt>
                <c:pt idx="201">
                  <c:v>2.9255511708011009E-3</c:v>
                </c:pt>
                <c:pt idx="202">
                  <c:v>3.0187475496706619E-3</c:v>
                </c:pt>
                <c:pt idx="203">
                  <c:v>2.9228023664319299E-3</c:v>
                </c:pt>
                <c:pt idx="204">
                  <c:v>2.6437511675784639E-3</c:v>
                </c:pt>
                <c:pt idx="205">
                  <c:v>2.1991001581688819E-3</c:v>
                </c:pt>
                <c:pt idx="206">
                  <c:v>1.616727902245776E-3</c:v>
                </c:pt>
                <c:pt idx="207">
                  <c:v>9.3313738388462375E-4</c:v>
                </c:pt>
                <c:pt idx="208">
                  <c:v>1.9116805168805271E-4</c:v>
                </c:pt>
                <c:pt idx="209">
                  <c:v>-5.6268872367464266E-4</c:v>
                </c:pt>
                <c:pt idx="210">
                  <c:v>-1.281202541969999E-3</c:v>
                </c:pt>
                <c:pt idx="211">
                  <c:v>-1.9193627211730731E-3</c:v>
                </c:pt>
                <c:pt idx="212">
                  <c:v>-2.4371975848849511E-3</c:v>
                </c:pt>
                <c:pt idx="213">
                  <c:v>-2.802277755141005E-3</c:v>
                </c:pt>
                <c:pt idx="214">
                  <c:v>-2.991746739950812E-3</c:v>
                </c:pt>
                <c:pt idx="215">
                  <c:v>-2.993751726222228E-3</c:v>
                </c:pt>
                <c:pt idx="216">
                  <c:v>-2.8081850540843801E-3</c:v>
                </c:pt>
                <c:pt idx="217">
                  <c:v>-2.4466900082001238E-3</c:v>
                </c:pt>
                <c:pt idx="218">
                  <c:v>-1.931930615458976E-3</c:v>
                </c:pt>
                <c:pt idx="219">
                  <c:v>-1.2961712071138439E-3</c:v>
                </c:pt>
                <c:pt idx="220">
                  <c:v>-5.7925470847676529E-4</c:v>
                </c:pt>
                <c:pt idx="221">
                  <c:v>1.7389373872659191E-4</c:v>
                </c:pt>
                <c:pt idx="222">
                  <c:v>9.1608148799380044E-4</c:v>
                </c:pt>
                <c:pt idx="223">
                  <c:v>1.6008051449881021E-3</c:v>
                </c:pt>
                <c:pt idx="224">
                  <c:v>2.185164156479541E-3</c:v>
                </c:pt>
                <c:pt idx="225">
                  <c:v>2.632548693033998E-3</c:v>
                </c:pt>
                <c:pt idx="226">
                  <c:v>2.9149333992848228E-3</c:v>
                </c:pt>
                <c:pt idx="227">
                  <c:v>3.0146332590587801E-3</c:v>
                </c:pt>
                <c:pt idx="228">
                  <c:v>2.9254115189413579E-3</c:v>
                </c:pt>
                <c:pt idx="229">
                  <c:v>2.6528702180501108E-3</c:v>
                </c:pt>
                <c:pt idx="230">
                  <c:v>2.2140988350234292E-3</c:v>
                </c:pt>
                <c:pt idx="231">
                  <c:v>1.636603067803011E-3</c:v>
                </c:pt>
                <c:pt idx="232">
                  <c:v>9.5658088874924071E-4</c:v>
                </c:pt>
                <c:pt idx="233">
                  <c:v>2.1665393010672479E-4</c:v>
                </c:pt>
                <c:pt idx="234">
                  <c:v>-5.3680361479066887E-4</c:v>
                </c:pt>
                <c:pt idx="235">
                  <c:v>-1.256571176909943E-3</c:v>
                </c:pt>
                <c:pt idx="236">
                  <c:v>-1.897540969548514E-3</c:v>
                </c:pt>
                <c:pt idx="237">
                  <c:v>-2.4195447043423909E-3</c:v>
                </c:pt>
                <c:pt idx="238">
                  <c:v>-2.7898707642471199E-3</c:v>
                </c:pt>
                <c:pt idx="239">
                  <c:v>-2.9853141322771911E-3</c:v>
                </c:pt>
                <c:pt idx="240">
                  <c:v>-2.993630643835976E-3</c:v>
                </c:pt>
                <c:pt idx="241">
                  <c:v>-2.8143044375108029E-3</c:v>
                </c:pt>
                <c:pt idx="242">
                  <c:v>-2.4585804907621628E-3</c:v>
                </c:pt>
                <c:pt idx="243">
                  <c:v>-1.948760152195925E-3</c:v>
                </c:pt>
                <c:pt idx="244">
                  <c:v>-1.316803742535277E-3</c:v>
                </c:pt>
                <c:pt idx="245">
                  <c:v>-6.023277054486814E-4</c:v>
                </c:pt>
                <c:pt idx="246">
                  <c:v>1.498782685080798E-4</c:v>
                </c:pt>
                <c:pt idx="247">
                  <c:v>8.926586193113785E-4</c:v>
                </c:pt>
                <c:pt idx="248">
                  <c:v>1.5794478923411141E-3</c:v>
                </c:pt>
                <c:pt idx="249">
                  <c:v>2.1671900366543209E-3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91D1-444E-A1E9-61DA52820186}"/>
            </c:ext>
          </c:extLst>
        </c:ser>
        <c:ser>
          <c:idx val="5"/>
          <c:order val="3"/>
          <c:tx>
            <c:v>50 Hz</c:v>
          </c:tx>
          <c:spPr>
            <a:ln w="12700" cap="rnd" cmpd="sng" algn="ctr">
              <a:solidFill>
                <a:schemeClr val="accent1">
                  <a:tint val="50000"/>
                  <a:shade val="95000"/>
                  <a:satMod val="105000"/>
                </a:schemeClr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ref0p35_90min_v6_f50!$A$2:$A$251</c:f>
              <c:numCache>
                <c:formatCode>General</c:formatCode>
                <c:ptCount val="250"/>
                <c:pt idx="0">
                  <c:v>-1.150097349312426E-4</c:v>
                </c:pt>
                <c:pt idx="1">
                  <c:v>-1.719001763054149E-5</c:v>
                </c:pt>
                <c:pt idx="2">
                  <c:v>8.2258381883492315E-5</c:v>
                </c:pt>
                <c:pt idx="3">
                  <c:v>1.7359881126039229E-4</c:v>
                </c:pt>
                <c:pt idx="4">
                  <c:v>2.4789382423832262E-4</c:v>
                </c:pt>
                <c:pt idx="5">
                  <c:v>2.9787963636163838E-4</c:v>
                </c:pt>
                <c:pt idx="6">
                  <c:v>3.1867623146011192E-4</c:v>
                </c:pt>
                <c:pt idx="7">
                  <c:v>3.0826370514825551E-4</c:v>
                </c:pt>
                <c:pt idx="8">
                  <c:v>2.6767835854335688E-4</c:v>
                </c:pt>
                <c:pt idx="9">
                  <c:v>2.009095172914445E-4</c:v>
                </c:pt>
                <c:pt idx="10">
                  <c:v>1.1450735686958029E-4</c:v>
                </c:pt>
                <c:pt idx="11">
                  <c:v>1.6940295929049702E-5</c:v>
                </c:pt>
                <c:pt idx="12">
                  <c:v>-8.2234992128877099E-5</c:v>
                </c:pt>
                <c:pt idx="13">
                  <c:v>-1.7330959805270221E-4</c:v>
                </c:pt>
                <c:pt idx="14">
                  <c:v>-2.4737274890798672E-4</c:v>
                </c:pt>
                <c:pt idx="15">
                  <c:v>-2.9718351100134661E-4</c:v>
                </c:pt>
                <c:pt idx="16">
                  <c:v>-3.1787856115732911E-4</c:v>
                </c:pt>
                <c:pt idx="17">
                  <c:v>-3.0744686236594299E-4</c:v>
                </c:pt>
                <c:pt idx="18">
                  <c:v>-2.669249341513809E-4</c:v>
                </c:pt>
                <c:pt idx="19">
                  <c:v>-2.002937768466643E-4</c:v>
                </c:pt>
                <c:pt idx="20">
                  <c:v>-1.140877119147591E-4</c:v>
                </c:pt>
                <c:pt idx="21">
                  <c:v>-1.6753580198447619E-5</c:v>
                </c:pt>
                <c:pt idx="22">
                  <c:v>8.2176858826130323E-5</c:v>
                </c:pt>
                <c:pt idx="23">
                  <c:v>1.7302024517196679E-4</c:v>
                </c:pt>
                <c:pt idx="24">
                  <c:v>2.468892763851876E-4</c:v>
                </c:pt>
                <c:pt idx="25">
                  <c:v>2.965619775968117E-4</c:v>
                </c:pt>
                <c:pt idx="26">
                  <c:v>3.1718757788049522E-4</c:v>
                </c:pt>
                <c:pt idx="27">
                  <c:v>3.06760020989485E-4</c:v>
                </c:pt>
                <c:pt idx="28">
                  <c:v>2.6631290932626998E-4</c:v>
                </c:pt>
                <c:pt idx="29">
                  <c:v>1.9981695573367009E-4</c:v>
                </c:pt>
                <c:pt idx="30">
                  <c:v>1.137901283689719E-4</c:v>
                </c:pt>
                <c:pt idx="31">
                  <c:v>1.6658772101910709E-5</c:v>
                </c:pt>
                <c:pt idx="32">
                  <c:v>-8.2067671695141428E-5</c:v>
                </c:pt>
                <c:pt idx="33">
                  <c:v>-1.7272752486489749E-4</c:v>
                </c:pt>
                <c:pt idx="34">
                  <c:v>-2.4645220437219672E-4</c:v>
                </c:pt>
                <c:pt idx="35">
                  <c:v>-2.9603355045175012E-4</c:v>
                </c:pt>
                <c:pt idx="36">
                  <c:v>-3.1662835159830148E-4</c:v>
                </c:pt>
                <c:pt idx="37">
                  <c:v>-3.0623123206253099E-4</c:v>
                </c:pt>
                <c:pt idx="38">
                  <c:v>-2.6586975422541618E-4</c:v>
                </c:pt>
                <c:pt idx="39">
                  <c:v>-1.9950277433986391E-4</c:v>
                </c:pt>
                <c:pt idx="40">
                  <c:v>-1.136321160696484E-4</c:v>
                </c:pt>
                <c:pt idx="41">
                  <c:v>-1.6665654558265781E-5</c:v>
                </c:pt>
                <c:pt idx="42">
                  <c:v>8.1905804260377286E-5</c:v>
                </c:pt>
                <c:pt idx="43">
                  <c:v>1.724372811740278E-4</c:v>
                </c:pt>
                <c:pt idx="44">
                  <c:v>2.4607315044410349E-4</c:v>
                </c:pt>
                <c:pt idx="45">
                  <c:v>2.9561315664405251E-4</c:v>
                </c:pt>
                <c:pt idx="46">
                  <c:v>3.1621625452708991E-4</c:v>
                </c:pt>
                <c:pt idx="47">
                  <c:v>3.0587349289574323E-4</c:v>
                </c:pt>
                <c:pt idx="48">
                  <c:v>2.6560376985243869E-4</c:v>
                </c:pt>
                <c:pt idx="49">
                  <c:v>1.9935339854605069E-4</c:v>
                </c:pt>
                <c:pt idx="50">
                  <c:v>1.1360938851960991E-4</c:v>
                </c:pt>
                <c:pt idx="51">
                  <c:v>1.6764337081363999E-5</c:v>
                </c:pt>
                <c:pt idx="52">
                  <c:v>-8.1704897754925388E-5</c:v>
                </c:pt>
                <c:pt idx="53">
                  <c:v>-1.7216437920084091E-4</c:v>
                </c:pt>
                <c:pt idx="54">
                  <c:v>-2.457654354839982E-4</c:v>
                </c:pt>
                <c:pt idx="55">
                  <c:v>-2.9531001312511901E-4</c:v>
                </c:pt>
                <c:pt idx="56">
                  <c:v>-3.1595443743352638E-4</c:v>
                </c:pt>
                <c:pt idx="57">
                  <c:v>-3.0568279611658042E-4</c:v>
                </c:pt>
                <c:pt idx="58">
                  <c:v>-2.6550369940917559E-4</c:v>
                </c:pt>
                <c:pt idx="59">
                  <c:v>-1.9935122283923991E-4</c:v>
                </c:pt>
                <c:pt idx="60">
                  <c:v>-1.136997622946306E-4</c:v>
                </c:pt>
                <c:pt idx="61">
                  <c:v>-1.6930498819146401E-5</c:v>
                </c:pt>
                <c:pt idx="62">
                  <c:v>8.1488550221386576E-5</c:v>
                </c:pt>
                <c:pt idx="63">
                  <c:v>1.7192869805175541E-4</c:v>
                </c:pt>
                <c:pt idx="64">
                  <c:v>2.4554239899715E-4</c:v>
                </c:pt>
                <c:pt idx="65">
                  <c:v>2.9512860381199202E-4</c:v>
                </c:pt>
                <c:pt idx="66">
                  <c:v>3.1583704122424252E-4</c:v>
                </c:pt>
                <c:pt idx="67">
                  <c:v>3.0564256035040042E-4</c:v>
                </c:pt>
                <c:pt idx="68">
                  <c:v>2.6554315370169208E-4</c:v>
                </c:pt>
                <c:pt idx="69">
                  <c:v>1.994622986594194E-4</c:v>
                </c:pt>
                <c:pt idx="70">
                  <c:v>1.1386516637179061E-4</c:v>
                </c:pt>
                <c:pt idx="71">
                  <c:v>1.7126226308955691E-5</c:v>
                </c:pt>
                <c:pt idx="72">
                  <c:v>-8.1289912717137235E-5</c:v>
                </c:pt>
                <c:pt idx="73">
                  <c:v>-1.717543166026763E-4</c:v>
                </c:pt>
                <c:pt idx="74">
                  <c:v>-2.4541565167759082E-4</c:v>
                </c:pt>
                <c:pt idx="75">
                  <c:v>-2.9506609791239713E-4</c:v>
                </c:pt>
                <c:pt idx="76">
                  <c:v>-3.1584655357715709E-4</c:v>
                </c:pt>
                <c:pt idx="77">
                  <c:v>-3.0572214601109132E-4</c:v>
                </c:pt>
                <c:pt idx="78">
                  <c:v>-2.6568152020851199E-4</c:v>
                </c:pt>
                <c:pt idx="79">
                  <c:v>-1.9964038509994361E-4</c:v>
                </c:pt>
                <c:pt idx="80">
                  <c:v>-1.140587171051444E-4</c:v>
                </c:pt>
                <c:pt idx="81">
                  <c:v>-1.7309025332627749E-5</c:v>
                </c:pt>
                <c:pt idx="82">
                  <c:v>8.1142564839261982E-5</c:v>
                </c:pt>
                <c:pt idx="83">
                  <c:v>1.7166233442109379E-4</c:v>
                </c:pt>
                <c:pt idx="84">
                  <c:v>2.4539153190513178E-4</c:v>
                </c:pt>
                <c:pt idx="85">
                  <c:v>2.9511326751570501E-4</c:v>
                </c:pt>
                <c:pt idx="86">
                  <c:v>3.1595891649755111E-4</c:v>
                </c:pt>
                <c:pt idx="87">
                  <c:v>3.0588488814444441E-4</c:v>
                </c:pt>
                <c:pt idx="88">
                  <c:v>2.6587306586804758E-4</c:v>
                </c:pt>
                <c:pt idx="89">
                  <c:v>1.998352458395174E-4</c:v>
                </c:pt>
                <c:pt idx="90">
                  <c:v>1.1423085633263211E-4</c:v>
                </c:pt>
                <c:pt idx="91">
                  <c:v>1.7435295851077701E-5</c:v>
                </c:pt>
                <c:pt idx="92">
                  <c:v>-8.1079359605684071E-5</c:v>
                </c:pt>
                <c:pt idx="93">
                  <c:v>-1.716711517858895E-4</c:v>
                </c:pt>
                <c:pt idx="94">
                  <c:v>-2.4547186716668122E-4</c:v>
                </c:pt>
                <c:pt idx="95">
                  <c:v>-2.9525515276305402E-4</c:v>
                </c:pt>
                <c:pt idx="96">
                  <c:v>-3.1614414221616281E-4</c:v>
                </c:pt>
                <c:pt idx="97">
                  <c:v>-3.0608929594909949E-4</c:v>
                </c:pt>
                <c:pt idx="98">
                  <c:v>-2.6606962703081802E-4</c:v>
                </c:pt>
                <c:pt idx="99">
                  <c:v>-1.9999754161199911E-4</c:v>
                </c:pt>
                <c:pt idx="100">
                  <c:v>-1.1433652392853081E-4</c:v>
                </c:pt>
                <c:pt idx="101">
                  <c:v>-1.7469004096463479E-5</c:v>
                </c:pt>
                <c:pt idx="102">
                  <c:v>8.112378858427747E-5</c:v>
                </c:pt>
                <c:pt idx="103">
                  <c:v>1.7178975876824649E-4</c:v>
                </c:pt>
                <c:pt idx="104">
                  <c:v>2.4565085637154901E-4</c:v>
                </c:pt>
                <c:pt idx="105">
                  <c:v>2.9547246283364339E-4</c:v>
                </c:pt>
                <c:pt idx="106">
                  <c:v>3.1637211085169321E-4</c:v>
                </c:pt>
                <c:pt idx="107">
                  <c:v>3.0629809796655651E-4</c:v>
                </c:pt>
                <c:pt idx="108">
                  <c:v>2.6623106131219471E-4</c:v>
                </c:pt>
                <c:pt idx="109">
                  <c:v>2.000886910115066E-4</c:v>
                </c:pt>
                <c:pt idx="110">
                  <c:v>1.143428209866077E-4</c:v>
                </c:pt>
                <c:pt idx="111">
                  <c:v>1.7386304398734899E-5</c:v>
                </c:pt>
                <c:pt idx="112">
                  <c:v>-8.1288402324454498E-5</c:v>
                </c:pt>
                <c:pt idx="113">
                  <c:v>-1.7201856143138781E-4</c:v>
                </c:pt>
                <c:pt idx="114">
                  <c:v>-2.4591740164008763E-4</c:v>
                </c:pt>
                <c:pt idx="115">
                  <c:v>-2.957446247973339E-4</c:v>
                </c:pt>
                <c:pt idx="116">
                  <c:v>-3.1661589341951541E-4</c:v>
                </c:pt>
                <c:pt idx="117">
                  <c:v>-3.0648176471546049E-4</c:v>
                </c:pt>
                <c:pt idx="118">
                  <c:v>-2.6632909518778749E-4</c:v>
                </c:pt>
                <c:pt idx="119">
                  <c:v>-2.0008510634706911E-4</c:v>
                </c:pt>
                <c:pt idx="120">
                  <c:v>-1.142334181857437E-4</c:v>
                </c:pt>
                <c:pt idx="121">
                  <c:v>-1.7179572879581019E-5</c:v>
                </c:pt>
                <c:pt idx="122">
                  <c:v>8.1571876680640404E-5</c:v>
                </c:pt>
                <c:pt idx="123">
                  <c:v>1.7234815698445941E-4</c:v>
                </c:pt>
                <c:pt idx="124">
                  <c:v>2.4625578824626548E-4</c:v>
                </c:pt>
                <c:pt idx="125">
                  <c:v>2.9605199818733208E-4</c:v>
                </c:pt>
                <c:pt idx="126">
                  <c:v>3.168546363458948E-4</c:v>
                </c:pt>
                <c:pt idx="127">
                  <c:v>3.0662098808705132E-4</c:v>
                </c:pt>
                <c:pt idx="128">
                  <c:v>2.6634851114200521E-4</c:v>
                </c:pt>
                <c:pt idx="129">
                  <c:v>1.9997775110290809E-4</c:v>
                </c:pt>
                <c:pt idx="130">
                  <c:v>1.140068692927486E-4</c:v>
                </c:pt>
                <c:pt idx="131">
                  <c:v>1.685547931848403E-5</c:v>
                </c:pt>
                <c:pt idx="132">
                  <c:v>-8.1959932697633718E-5</c:v>
                </c:pt>
                <c:pt idx="133">
                  <c:v>-1.7275824594079631E-4</c:v>
                </c:pt>
                <c:pt idx="134">
                  <c:v>-2.4664226954702163E-4</c:v>
                </c:pt>
                <c:pt idx="135">
                  <c:v>-2.9637067980364541E-4</c:v>
                </c:pt>
                <c:pt idx="136">
                  <c:v>-3.1706786418611121E-4</c:v>
                </c:pt>
                <c:pt idx="137">
                  <c:v>-3.0670207409777387E-4</c:v>
                </c:pt>
                <c:pt idx="138">
                  <c:v>-2.6628498054549001E-4</c:v>
                </c:pt>
                <c:pt idx="139">
                  <c:v>-1.997730213147536E-4</c:v>
                </c:pt>
                <c:pt idx="140">
                  <c:v>-1.1368015080825E-4</c:v>
                </c:pt>
                <c:pt idx="141">
                  <c:v>-1.6439891103196159E-5</c:v>
                </c:pt>
                <c:pt idx="142">
                  <c:v>8.2420837956851247E-5</c:v>
                </c:pt>
                <c:pt idx="143">
                  <c:v>1.7321517086047559E-4</c:v>
                </c:pt>
                <c:pt idx="144">
                  <c:v>2.4704556051883311E-4</c:v>
                </c:pt>
                <c:pt idx="145">
                  <c:v>2.9667581740092379E-4</c:v>
                </c:pt>
                <c:pt idx="146">
                  <c:v>3.1724044130332872E-4</c:v>
                </c:pt>
                <c:pt idx="147">
                  <c:v>3.067217000433998E-4</c:v>
                </c:pt>
                <c:pt idx="148">
                  <c:v>2.6614766578484349E-4</c:v>
                </c:pt>
                <c:pt idx="149">
                  <c:v>1.9949176515710051E-4</c:v>
                </c:pt>
                <c:pt idx="150">
                  <c:v>1.132836543670835E-4</c:v>
                </c:pt>
                <c:pt idx="151">
                  <c:v>1.5969528250271429E-5</c:v>
                </c:pt>
                <c:pt idx="152">
                  <c:v>-8.2915461816884283E-5</c:v>
                </c:pt>
                <c:pt idx="153">
                  <c:v>-1.7368158176444141E-4</c:v>
                </c:pt>
                <c:pt idx="154">
                  <c:v>-2.4743410589510713E-4</c:v>
                </c:pt>
                <c:pt idx="155">
                  <c:v>-2.9694505279625138E-4</c:v>
                </c:pt>
                <c:pt idx="156">
                  <c:v>-3.1736162048309671E-4</c:v>
                </c:pt>
                <c:pt idx="157">
                  <c:v>-3.0668187840599952E-4</c:v>
                </c:pt>
                <c:pt idx="158">
                  <c:v>-2.6595108399630931E-4</c:v>
                </c:pt>
                <c:pt idx="159">
                  <c:v>-1.99159371837184E-4</c:v>
                </c:pt>
                <c:pt idx="160">
                  <c:v>-1.128508309549898E-4</c:v>
                </c:pt>
                <c:pt idx="161">
                  <c:v>-1.5482272368145462E-5</c:v>
                </c:pt>
                <c:pt idx="162">
                  <c:v>8.3405476868271682E-5</c:v>
                </c:pt>
                <c:pt idx="163">
                  <c:v>1.74122539698199E-4</c:v>
                </c:pt>
                <c:pt idx="164">
                  <c:v>2.4777958309900783E-4</c:v>
                </c:pt>
                <c:pt idx="165">
                  <c:v>2.9715897040216011E-4</c:v>
                </c:pt>
                <c:pt idx="166">
                  <c:v>3.1742208797537062E-4</c:v>
                </c:pt>
                <c:pt idx="167">
                  <c:v>3.0658351862815662E-4</c:v>
                </c:pt>
                <c:pt idx="168">
                  <c:v>2.6570558648205642E-4</c:v>
                </c:pt>
                <c:pt idx="169">
                  <c:v>1.9879420619654589E-4</c:v>
                </c:pt>
                <c:pt idx="170">
                  <c:v>1.124062472789948E-4</c:v>
                </c:pt>
                <c:pt idx="171">
                  <c:v>1.5006902249929789E-5</c:v>
                </c:pt>
                <c:pt idx="172">
                  <c:v>-8.3859946966523857E-5</c:v>
                </c:pt>
                <c:pt idx="173">
                  <c:v>-1.745070406428037E-4</c:v>
                </c:pt>
                <c:pt idx="174">
                  <c:v>-2.4805305184016229E-4</c:v>
                </c:pt>
                <c:pt idx="175">
                  <c:v>-2.9729285123868452E-4</c:v>
                </c:pt>
                <c:pt idx="176">
                  <c:v>-3.1740343805763428E-4</c:v>
                </c:pt>
                <c:pt idx="177">
                  <c:v>-3.064163656590033E-4</c:v>
                </c:pt>
                <c:pt idx="178">
                  <c:v>-2.6541038522037442E-4</c:v>
                </c:pt>
                <c:pt idx="179">
                  <c:v>-1.984054577783236E-4</c:v>
                </c:pt>
                <c:pt idx="180">
                  <c:v>-1.11968555055078E-4</c:v>
                </c:pt>
                <c:pt idx="181">
                  <c:v>-1.456991429984837E-5</c:v>
                </c:pt>
                <c:pt idx="182">
                  <c:v>8.4247135690190917E-5</c:v>
                </c:pt>
                <c:pt idx="183">
                  <c:v>1.748013970873945E-4</c:v>
                </c:pt>
                <c:pt idx="184">
                  <c:v>2.4822240911776542E-4</c:v>
                </c:pt>
                <c:pt idx="185">
                  <c:v>2.9731947428234288E-4</c:v>
                </c:pt>
                <c:pt idx="186">
                  <c:v>3.1728595561018511E-4</c:v>
                </c:pt>
                <c:pt idx="187">
                  <c:v>3.0616985507055518E-4</c:v>
                </c:pt>
                <c:pt idx="188">
                  <c:v>2.650646009509102E-4</c:v>
                </c:pt>
                <c:pt idx="189">
                  <c:v>1.9800140013491411E-4</c:v>
                </c:pt>
                <c:pt idx="190">
                  <c:v>1.1155376110300159E-4</c:v>
                </c:pt>
                <c:pt idx="191">
                  <c:v>1.41929983740219E-5</c:v>
                </c:pt>
                <c:pt idx="192">
                  <c:v>-8.4542075486003087E-5</c:v>
                </c:pt>
                <c:pt idx="193">
                  <c:v>-1.7497986922243209E-4</c:v>
                </c:pt>
                <c:pt idx="194">
                  <c:v>-2.4826353062835238E-4</c:v>
                </c:pt>
                <c:pt idx="195">
                  <c:v>-2.9721841979039578E-4</c:v>
                </c:pt>
                <c:pt idx="196">
                  <c:v>-3.1705456461012779E-4</c:v>
                </c:pt>
                <c:pt idx="197">
                  <c:v>-3.058353193254823E-4</c:v>
                </c:pt>
                <c:pt idx="198">
                  <c:v>-2.646663743305462E-4</c:v>
                </c:pt>
                <c:pt idx="199">
                  <c:v>-1.9758667777419099E-4</c:v>
                </c:pt>
                <c:pt idx="200">
                  <c:v>-1.111720396291429E-4</c:v>
                </c:pt>
                <c:pt idx="201">
                  <c:v>-1.389033529784535E-5</c:v>
                </c:pt>
                <c:pt idx="202">
                  <c:v>8.4728449228599028E-5</c:v>
                </c:pt>
                <c:pt idx="203">
                  <c:v>1.7502596778650809E-4</c:v>
                </c:pt>
                <c:pt idx="204">
                  <c:v>2.4816155403932462E-4</c:v>
                </c:pt>
                <c:pt idx="205">
                  <c:v>2.9697787095796729E-4</c:v>
                </c:pt>
                <c:pt idx="206">
                  <c:v>3.1670139692659052E-4</c:v>
                </c:pt>
                <c:pt idx="207">
                  <c:v>3.0540918636450079E-4</c:v>
                </c:pt>
                <c:pt idx="208">
                  <c:v>2.6421626507234358E-4</c:v>
                </c:pt>
                <c:pt idx="209">
                  <c:v>1.9716540537166629E-4</c:v>
                </c:pt>
                <c:pt idx="210">
                  <c:v>1.108301887153434E-4</c:v>
                </c:pt>
                <c:pt idx="211">
                  <c:v>1.367034618741693E-5</c:v>
                </c:pt>
                <c:pt idx="212">
                  <c:v>-8.4797380989263109E-5</c:v>
                </c:pt>
                <c:pt idx="213">
                  <c:v>-1.7493157358609179E-4</c:v>
                </c:pt>
                <c:pt idx="214">
                  <c:v>-2.4791029932556878E-4</c:v>
                </c:pt>
                <c:pt idx="215">
                  <c:v>-2.9659463446997272E-4</c:v>
                </c:pt>
                <c:pt idx="216">
                  <c:v>-3.1622700964495989E-4</c:v>
                </c:pt>
                <c:pt idx="217">
                  <c:v>-3.0489606721706831E-4</c:v>
                </c:pt>
                <c:pt idx="218">
                  <c:v>-2.6372261887598099E-4</c:v>
                </c:pt>
                <c:pt idx="219">
                  <c:v>-1.9674862785624151E-4</c:v>
                </c:pt>
                <c:pt idx="220">
                  <c:v>-1.105402307627452E-4</c:v>
                </c:pt>
                <c:pt idx="221">
                  <c:v>-1.354380920663586E-5</c:v>
                </c:pt>
                <c:pt idx="222">
                  <c:v>8.4741719591223177E-5</c:v>
                </c:pt>
                <c:pt idx="223">
                  <c:v>1.7469526434061761E-4</c:v>
                </c:pt>
                <c:pt idx="224">
                  <c:v>2.4751543786045581E-4</c:v>
                </c:pt>
                <c:pt idx="225">
                  <c:v>2.9608173765023079E-4</c:v>
                </c:pt>
                <c:pt idx="226">
                  <c:v>3.156507647395454E-4</c:v>
                </c:pt>
                <c:pt idx="227">
                  <c:v>3.0431941228773542E-4</c:v>
                </c:pt>
                <c:pt idx="228">
                  <c:v>2.6320980522088528E-4</c:v>
                </c:pt>
                <c:pt idx="229">
                  <c:v>1.9635803466218059E-4</c:v>
                </c:pt>
                <c:pt idx="230">
                  <c:v>1.103177350305325E-4</c:v>
                </c:pt>
                <c:pt idx="231">
                  <c:v>1.351745806833188E-5</c:v>
                </c:pt>
                <c:pt idx="232">
                  <c:v>-8.4565124287356761E-5</c:v>
                </c:pt>
                <c:pt idx="233">
                  <c:v>-1.7433126292399311E-4</c:v>
                </c:pt>
                <c:pt idx="234">
                  <c:v>-2.4700053511635697E-4</c:v>
                </c:pt>
                <c:pt idx="235">
                  <c:v>-2.9546966693311689E-4</c:v>
                </c:pt>
                <c:pt idx="236">
                  <c:v>-3.1500677685876482E-4</c:v>
                </c:pt>
                <c:pt idx="237">
                  <c:v>-3.037132018901719E-4</c:v>
                </c:pt>
                <c:pt idx="238">
                  <c:v>-2.627078521966733E-4</c:v>
                </c:pt>
                <c:pt idx="239">
                  <c:v>-1.9601621655557859E-4</c:v>
                </c:pt>
                <c:pt idx="240">
                  <c:v>-1.101750469578701E-4</c:v>
                </c:pt>
                <c:pt idx="241">
                  <c:v>-1.3591558957451711E-5</c:v>
                </c:pt>
                <c:pt idx="242">
                  <c:v>8.4280024288056402E-5</c:v>
                </c:pt>
                <c:pt idx="243">
                  <c:v>1.738639254934843E-4</c:v>
                </c:pt>
                <c:pt idx="244">
                  <c:v>2.4639967490542941E-4</c:v>
                </c:pt>
                <c:pt idx="245">
                  <c:v>2.9479872702196502E-4</c:v>
                </c:pt>
                <c:pt idx="246">
                  <c:v>3.1433708118705581E-4</c:v>
                </c:pt>
                <c:pt idx="247">
                  <c:v>3.0311624406037649E-4</c:v>
                </c:pt>
                <c:pt idx="248">
                  <c:v>2.6224756906751578E-4</c:v>
                </c:pt>
                <c:pt idx="249">
                  <c:v>1.9574208888241721E-4</c:v>
                </c:pt>
              </c:numCache>
            </c:numRef>
          </c:xVal>
          <c:yVal>
            <c:numRef>
              <c:f>ref0p35_90min_v6_f50!$C$2:$C$251</c:f>
              <c:numCache>
                <c:formatCode>General</c:formatCode>
                <c:ptCount val="250"/>
                <c:pt idx="0">
                  <c:v>7.2916071133647883E-4</c:v>
                </c:pt>
                <c:pt idx="1">
                  <c:v>1.364758385503819E-3</c:v>
                </c:pt>
                <c:pt idx="2">
                  <c:v>1.8664279146176309E-3</c:v>
                </c:pt>
                <c:pt idx="3">
                  <c:v>2.185039246378989E-3</c:v>
                </c:pt>
                <c:pt idx="4">
                  <c:v>2.289419099829037E-3</c:v>
                </c:pt>
                <c:pt idx="5">
                  <c:v>2.1694004692037181E-3</c:v>
                </c:pt>
                <c:pt idx="6">
                  <c:v>1.8368120188911601E-3</c:v>
                </c:pt>
                <c:pt idx="7">
                  <c:v>1.324311208284544E-3</c:v>
                </c:pt>
                <c:pt idx="8">
                  <c:v>6.8217641252732333E-4</c:v>
                </c:pt>
                <c:pt idx="9">
                  <c:v>-2.66266716670716E-5</c:v>
                </c:pt>
                <c:pt idx="10">
                  <c:v>-7.3262004204420201E-4</c:v>
                </c:pt>
                <c:pt idx="11">
                  <c:v>-1.366624098277846E-3</c:v>
                </c:pt>
                <c:pt idx="12">
                  <c:v>-1.866536321073922E-3</c:v>
                </c:pt>
                <c:pt idx="13">
                  <c:v>-2.1834137053498908E-3</c:v>
                </c:pt>
                <c:pt idx="14">
                  <c:v>-2.286263322732119E-3</c:v>
                </c:pt>
                <c:pt idx="15">
                  <c:v>-2.1650722829259839E-3</c:v>
                </c:pt>
                <c:pt idx="16">
                  <c:v>-1.831781078555837E-3</c:v>
                </c:pt>
                <c:pt idx="17">
                  <c:v>-1.3191058946613831E-3</c:v>
                </c:pt>
                <c:pt idx="18">
                  <c:v>-6.7732619415102578E-4</c:v>
                </c:pt>
                <c:pt idx="19">
                  <c:v>3.0646878262552532E-5</c:v>
                </c:pt>
                <c:pt idx="20">
                  <c:v>7.3543750167521062E-4</c:v>
                </c:pt>
                <c:pt idx="21">
                  <c:v>1.368003054237833E-3</c:v>
                </c:pt>
                <c:pt idx="22">
                  <c:v>1.866396805834409E-3</c:v>
                </c:pt>
                <c:pt idx="23">
                  <c:v>2.181833111069001E-3</c:v>
                </c:pt>
                <c:pt idx="24">
                  <c:v>2.2834613863656822E-3</c:v>
                </c:pt>
                <c:pt idx="25">
                  <c:v>2.161381867831322E-3</c:v>
                </c:pt>
                <c:pt idx="26">
                  <c:v>1.8276085094507269E-3</c:v>
                </c:pt>
                <c:pt idx="27">
                  <c:v>1.314885507068675E-3</c:v>
                </c:pt>
                <c:pt idx="28">
                  <c:v>6.734741451853109E-4</c:v>
                </c:pt>
                <c:pt idx="29">
                  <c:v>-3.377462985394605E-5</c:v>
                </c:pt>
                <c:pt idx="30">
                  <c:v>-7.3757876845896033E-4</c:v>
                </c:pt>
                <c:pt idx="31">
                  <c:v>-1.3690113117358581E-3</c:v>
                </c:pt>
                <c:pt idx="32">
                  <c:v>-1.8662495289228009E-3</c:v>
                </c:pt>
                <c:pt idx="33">
                  <c:v>-2.180626241511279E-3</c:v>
                </c:pt>
                <c:pt idx="34">
                  <c:v>-2.2813912075296881E-3</c:v>
                </c:pt>
                <c:pt idx="35">
                  <c:v>-2.158716979441463E-3</c:v>
                </c:pt>
                <c:pt idx="36">
                  <c:v>-1.824655664526316E-3</c:v>
                </c:pt>
                <c:pt idx="37">
                  <c:v>-1.3119536578336101E-3</c:v>
                </c:pt>
                <c:pt idx="38">
                  <c:v>-6.7084105422809861E-4</c:v>
                </c:pt>
                <c:pt idx="39">
                  <c:v>3.5889423119872731E-5</c:v>
                </c:pt>
                <c:pt idx="40">
                  <c:v>7.3903188458567242E-4</c:v>
                </c:pt>
                <c:pt idx="41">
                  <c:v>1.3697429946387711E-3</c:v>
                </c:pt>
                <c:pt idx="42">
                  <c:v>1.866280711561315E-3</c:v>
                </c:pt>
                <c:pt idx="43">
                  <c:v>2.1800465898664592E-3</c:v>
                </c:pt>
                <c:pt idx="44">
                  <c:v>2.2803404995601351E-3</c:v>
                </c:pt>
                <c:pt idx="45">
                  <c:v>2.157362756251413E-3</c:v>
                </c:pt>
                <c:pt idx="46">
                  <c:v>1.8231702432817409E-3</c:v>
                </c:pt>
                <c:pt idx="47">
                  <c:v>1.31049335265769E-3</c:v>
                </c:pt>
                <c:pt idx="48">
                  <c:v>6.6952990640852157E-4</c:v>
                </c:pt>
                <c:pt idx="49">
                  <c:v>-3.6969844892814529E-5</c:v>
                </c:pt>
                <c:pt idx="50">
                  <c:v>-7.3984589018046779E-4</c:v>
                </c:pt>
                <c:pt idx="51">
                  <c:v>-1.3702975017318411E-3</c:v>
                </c:pt>
                <c:pt idx="52">
                  <c:v>-1.86661620158345E-3</c:v>
                </c:pt>
                <c:pt idx="53">
                  <c:v>-2.1802238898336081E-3</c:v>
                </c:pt>
                <c:pt idx="54">
                  <c:v>-2.280425525498534E-3</c:v>
                </c:pt>
                <c:pt idx="55">
                  <c:v>-2.1574116353876632E-3</c:v>
                </c:pt>
                <c:pt idx="56">
                  <c:v>-1.8232171929905921E-3</c:v>
                </c:pt>
                <c:pt idx="57">
                  <c:v>-1.3105433080435791E-3</c:v>
                </c:pt>
                <c:pt idx="58">
                  <c:v>-6.6955716982827708E-4</c:v>
                </c:pt>
                <c:pt idx="59">
                  <c:v>3.7016622582356707E-5</c:v>
                </c:pt>
                <c:pt idx="60">
                  <c:v>7.4003314814758108E-4</c:v>
                </c:pt>
                <c:pt idx="61">
                  <c:v>1.370692366373005E-3</c:v>
                </c:pt>
                <c:pt idx="62">
                  <c:v>1.867270702797158E-3</c:v>
                </c:pt>
                <c:pt idx="63">
                  <c:v>2.181160542324746E-3</c:v>
                </c:pt>
                <c:pt idx="64">
                  <c:v>2.2816268114435869E-3</c:v>
                </c:pt>
                <c:pt idx="65">
                  <c:v>2.1588152872776588E-3</c:v>
                </c:pt>
                <c:pt idx="66">
                  <c:v>1.8247182473549769E-3</c:v>
                </c:pt>
                <c:pt idx="67">
                  <c:v>1.312002860305219E-3</c:v>
                </c:pt>
                <c:pt idx="68">
                  <c:v>6.708167931905874E-4</c:v>
                </c:pt>
                <c:pt idx="69">
                  <c:v>-3.6116590318150493E-5</c:v>
                </c:pt>
                <c:pt idx="70">
                  <c:v>-7.3963371853005193E-4</c:v>
                </c:pt>
                <c:pt idx="71">
                  <c:v>-1.3708968399866589E-3</c:v>
                </c:pt>
                <c:pt idx="72">
                  <c:v>-1.8681287360327291E-3</c:v>
                </c:pt>
                <c:pt idx="73">
                  <c:v>-2.1826573152252402E-3</c:v>
                </c:pt>
                <c:pt idx="74">
                  <c:v>-2.283678785231686E-3</c:v>
                </c:pt>
                <c:pt idx="75">
                  <c:v>-2.1612734100758041E-3</c:v>
                </c:pt>
                <c:pt idx="76">
                  <c:v>-1.827378722054789E-3</c:v>
                </c:pt>
                <c:pt idx="77">
                  <c:v>-1.3146247755466179E-3</c:v>
                </c:pt>
                <c:pt idx="78">
                  <c:v>-6.7314509746066063E-4</c:v>
                </c:pt>
                <c:pt idx="79">
                  <c:v>3.4325021233640633E-5</c:v>
                </c:pt>
                <c:pt idx="80">
                  <c:v>7.3858369779963298E-4</c:v>
                </c:pt>
                <c:pt idx="81">
                  <c:v>1.3707311813955501E-3</c:v>
                </c:pt>
                <c:pt idx="82">
                  <c:v>1.8689101394391821E-3</c:v>
                </c:pt>
                <c:pt idx="83">
                  <c:v>2.1843581656596348E-3</c:v>
                </c:pt>
                <c:pt idx="84">
                  <c:v>2.2861803164538081E-3</c:v>
                </c:pt>
                <c:pt idx="85">
                  <c:v>2.1643745798998579E-3</c:v>
                </c:pt>
                <c:pt idx="86">
                  <c:v>1.8308139852141259E-3</c:v>
                </c:pt>
                <c:pt idx="87">
                  <c:v>1.318088881838415E-3</c:v>
                </c:pt>
                <c:pt idx="88">
                  <c:v>6.7632224190312365E-4</c:v>
                </c:pt>
                <c:pt idx="89">
                  <c:v>-3.1730813933362478E-5</c:v>
                </c:pt>
                <c:pt idx="90">
                  <c:v>-7.3682012004046033E-4</c:v>
                </c:pt>
                <c:pt idx="91">
                  <c:v>-1.369973951981599E-3</c:v>
                </c:pt>
                <c:pt idx="92">
                  <c:v>-1.869246277880077E-3</c:v>
                </c:pt>
                <c:pt idx="93">
                  <c:v>-2.1857776434106909E-3</c:v>
                </c:pt>
                <c:pt idx="94">
                  <c:v>-2.288576653813771E-3</c:v>
                </c:pt>
                <c:pt idx="95">
                  <c:v>-2.167554134917855E-3</c:v>
                </c:pt>
                <c:pt idx="96">
                  <c:v>-1.8345129444633269E-3</c:v>
                </c:pt>
                <c:pt idx="97">
                  <c:v>-1.3219963531631311E-3</c:v>
                </c:pt>
                <c:pt idx="98">
                  <c:v>-6.8010737583667417E-4</c:v>
                </c:pt>
                <c:pt idx="99">
                  <c:v>2.8390069214357259E-5</c:v>
                </c:pt>
                <c:pt idx="100">
                  <c:v>7.3420917131612415E-4</c:v>
                </c:pt>
                <c:pt idx="101">
                  <c:v>1.3683171101022669E-3</c:v>
                </c:pt>
                <c:pt idx="102">
                  <c:v>1.868687908176061E-3</c:v>
                </c:pt>
                <c:pt idx="103">
                  <c:v>2.1863705845396341E-3</c:v>
                </c:pt>
                <c:pt idx="104">
                  <c:v>2.2902788256924161E-3</c:v>
                </c:pt>
                <c:pt idx="105">
                  <c:v>2.170233400747598E-3</c:v>
                </c:pt>
                <c:pt idx="106">
                  <c:v>1.8379594365126181E-3</c:v>
                </c:pt>
                <c:pt idx="107">
                  <c:v>1.325940740973134E-3</c:v>
                </c:pt>
                <c:pt idx="108">
                  <c:v>6.8424307399173696E-4</c:v>
                </c:pt>
                <c:pt idx="109">
                  <c:v>-2.4382924484527111E-5</c:v>
                </c:pt>
                <c:pt idx="110">
                  <c:v>-7.3064000976685146E-4</c:v>
                </c:pt>
                <c:pt idx="111">
                  <c:v>-1.3654631327705499E-3</c:v>
                </c:pt>
                <c:pt idx="112">
                  <c:v>-1.8667753683770201E-3</c:v>
                </c:pt>
                <c:pt idx="113">
                  <c:v>-2.1855598427018498E-3</c:v>
                </c:pt>
                <c:pt idx="114">
                  <c:v>-2.2906535479439178E-3</c:v>
                </c:pt>
                <c:pt idx="115">
                  <c:v>-2.1717941015156452E-3</c:v>
                </c:pt>
                <c:pt idx="116">
                  <c:v>-1.8406215441831701E-3</c:v>
                </c:pt>
                <c:pt idx="117">
                  <c:v>-1.3295374271818301E-3</c:v>
                </c:pt>
                <c:pt idx="118">
                  <c:v>-6.8853311467289647E-4</c:v>
                </c:pt>
                <c:pt idx="119">
                  <c:v>1.9702091599034759E-5</c:v>
                </c:pt>
                <c:pt idx="120">
                  <c:v>7.2591414861080642E-4</c:v>
                </c:pt>
                <c:pt idx="121">
                  <c:v>1.3610585659719139E-3</c:v>
                </c:pt>
                <c:pt idx="122">
                  <c:v>1.8630529452177539E-3</c:v>
                </c:pt>
                <c:pt idx="123">
                  <c:v>2.1828471406772189E-3</c:v>
                </c:pt>
                <c:pt idx="124">
                  <c:v>2.2892173058911992E-3</c:v>
                </c:pt>
                <c:pt idx="125">
                  <c:v>2.1718150917988989E-3</c:v>
                </c:pt>
                <c:pt idx="126">
                  <c:v>1.8421741153315501E-3</c:v>
                </c:pt>
                <c:pt idx="127">
                  <c:v>1.332575790812374E-3</c:v>
                </c:pt>
                <c:pt idx="128">
                  <c:v>6.9288614026124585E-4</c:v>
                </c:pt>
                <c:pt idx="129">
                  <c:v>-1.4326262865747479E-5</c:v>
                </c:pt>
                <c:pt idx="130">
                  <c:v>-7.19912959570771E-4</c:v>
                </c:pt>
                <c:pt idx="131">
                  <c:v>-1.354909408870389E-3</c:v>
                </c:pt>
                <c:pt idx="132">
                  <c:v>-1.8572779905378441E-3</c:v>
                </c:pt>
                <c:pt idx="133">
                  <c:v>-2.1779706435894118E-3</c:v>
                </c:pt>
                <c:pt idx="134">
                  <c:v>-2.285718510575672E-3</c:v>
                </c:pt>
                <c:pt idx="135">
                  <c:v>-2.1700808312083899E-3</c:v>
                </c:pt>
                <c:pt idx="136">
                  <c:v>-1.8424558625680829E-3</c:v>
                </c:pt>
                <c:pt idx="137">
                  <c:v>-1.334956079810248E-3</c:v>
                </c:pt>
                <c:pt idx="138">
                  <c:v>-6.9725881091995084E-4</c:v>
                </c:pt>
                <c:pt idx="139">
                  <c:v>8.2586403520769257E-6</c:v>
                </c:pt>
                <c:pt idx="140">
                  <c:v>7.1262276828946102E-4</c:v>
                </c:pt>
                <c:pt idx="141">
                  <c:v>1.347009069027783E-3</c:v>
                </c:pt>
                <c:pt idx="142">
                  <c:v>1.8494688475947001E-3</c:v>
                </c:pt>
                <c:pt idx="143">
                  <c:v>2.1709799927376872E-3</c:v>
                </c:pt>
                <c:pt idx="144">
                  <c:v>2.2802305920867532E-3</c:v>
                </c:pt>
                <c:pt idx="145">
                  <c:v>2.1666685394056951E-3</c:v>
                </c:pt>
                <c:pt idx="146">
                  <c:v>1.8415201183966301E-3</c:v>
                </c:pt>
                <c:pt idx="147">
                  <c:v>1.336679302698777E-3</c:v>
                </c:pt>
                <c:pt idx="148">
                  <c:v>7.0157775693411358E-4</c:v>
                </c:pt>
                <c:pt idx="149">
                  <c:v>-1.657121708226458E-6</c:v>
                </c:pt>
                <c:pt idx="150">
                  <c:v>-7.0428162245834015E-4</c:v>
                </c:pt>
                <c:pt idx="151">
                  <c:v>-1.337657465922923E-3</c:v>
                </c:pt>
                <c:pt idx="152">
                  <c:v>-1.839958406576096E-3</c:v>
                </c:pt>
                <c:pt idx="153">
                  <c:v>-2.16220624976883E-3</c:v>
                </c:pt>
                <c:pt idx="154">
                  <c:v>-2.2730469497142481E-3</c:v>
                </c:pt>
                <c:pt idx="155">
                  <c:v>-2.1618010927965678E-3</c:v>
                </c:pt>
                <c:pt idx="156">
                  <c:v>-1.8394920835194989E-3</c:v>
                </c:pt>
                <c:pt idx="157">
                  <c:v>-1.337753188754775E-3</c:v>
                </c:pt>
                <c:pt idx="158">
                  <c:v>-7.0572191645466788E-4</c:v>
                </c:pt>
                <c:pt idx="159">
                  <c:v>-5.226749295860101E-6</c:v>
                </c:pt>
                <c:pt idx="160">
                  <c:v>6.9526217426109328E-4</c:v>
                </c:pt>
                <c:pt idx="161">
                  <c:v>1.3273264862638889E-3</c:v>
                </c:pt>
                <c:pt idx="162">
                  <c:v>1.829282747684783E-3</c:v>
                </c:pt>
                <c:pt idx="163">
                  <c:v>2.1522025014736241E-3</c:v>
                </c:pt>
                <c:pt idx="164">
                  <c:v>2.2646817016407968E-3</c:v>
                </c:pt>
                <c:pt idx="165">
                  <c:v>2.1558946609847389E-3</c:v>
                </c:pt>
                <c:pt idx="166">
                  <c:v>1.8366356016634429E-3</c:v>
                </c:pt>
                <c:pt idx="167">
                  <c:v>1.338247675778077E-3</c:v>
                </c:pt>
                <c:pt idx="168">
                  <c:v>7.09545732282641E-4</c:v>
                </c:pt>
                <c:pt idx="169">
                  <c:v>1.203497702023663E-5</c:v>
                </c:pt>
                <c:pt idx="170">
                  <c:v>-6.8610612218098193E-4</c:v>
                </c:pt>
                <c:pt idx="171">
                  <c:v>-1.316690003168558E-3</c:v>
                </c:pt>
                <c:pt idx="172">
                  <c:v>-1.818179840755634E-3</c:v>
                </c:pt>
                <c:pt idx="173">
                  <c:v>-2.1416945988052662E-3</c:v>
                </c:pt>
                <c:pt idx="174">
                  <c:v>-2.2557733640956581E-3</c:v>
                </c:pt>
                <c:pt idx="175">
                  <c:v>-2.1494346894189069E-3</c:v>
                </c:pt>
                <c:pt idx="176">
                  <c:v>-1.833233553090928E-3</c:v>
                </c:pt>
                <c:pt idx="177">
                  <c:v>-1.3382142968555531E-3</c:v>
                </c:pt>
                <c:pt idx="178">
                  <c:v>-7.1286340677732406E-4</c:v>
                </c:pt>
                <c:pt idx="179">
                  <c:v>-1.836119688136601E-5</c:v>
                </c:pt>
                <c:pt idx="180">
                  <c:v>6.7740269569854978E-4</c:v>
                </c:pt>
                <c:pt idx="181">
                  <c:v>1.306464754516319E-3</c:v>
                </c:pt>
                <c:pt idx="182">
                  <c:v>1.807425581537728E-3</c:v>
                </c:pt>
                <c:pt idx="183">
                  <c:v>2.1314422498090921E-3</c:v>
                </c:pt>
                <c:pt idx="184">
                  <c:v>2.246990278001364E-3</c:v>
                </c:pt>
                <c:pt idx="185">
                  <c:v>2.1429310075508669E-3</c:v>
                </c:pt>
                <c:pt idx="186">
                  <c:v>1.8295859106796761E-3</c:v>
                </c:pt>
                <c:pt idx="187">
                  <c:v>1.337714148706463E-3</c:v>
                </c:pt>
                <c:pt idx="188">
                  <c:v>7.1549452711291484E-4</c:v>
                </c:pt>
                <c:pt idx="189">
                  <c:v>2.3807842663901189E-5</c:v>
                </c:pt>
                <c:pt idx="190">
                  <c:v>-6.6971854759698905E-4</c:v>
                </c:pt>
                <c:pt idx="191">
                  <c:v>-1.297321471276614E-3</c:v>
                </c:pt>
                <c:pt idx="192">
                  <c:v>-1.797721875988866E-3</c:v>
                </c:pt>
                <c:pt idx="193">
                  <c:v>-2.1221073431716558E-3</c:v>
                </c:pt>
                <c:pt idx="194">
                  <c:v>-2.238893241883875E-3</c:v>
                </c:pt>
                <c:pt idx="195">
                  <c:v>-2.1367982279818011E-3</c:v>
                </c:pt>
                <c:pt idx="196">
                  <c:v>-1.8259346752612241E-3</c:v>
                </c:pt>
                <c:pt idx="197">
                  <c:v>-1.336808626739268E-3</c:v>
                </c:pt>
                <c:pt idx="198">
                  <c:v>-7.1732803803676421E-4</c:v>
                </c:pt>
                <c:pt idx="199">
                  <c:v>-2.8112527901062881E-5</c:v>
                </c:pt>
                <c:pt idx="200">
                  <c:v>6.6343641983460935E-4</c:v>
                </c:pt>
                <c:pt idx="201">
                  <c:v>1.2897250084822889E-3</c:v>
                </c:pt>
                <c:pt idx="202">
                  <c:v>1.789572438512623E-3</c:v>
                </c:pt>
                <c:pt idx="203">
                  <c:v>2.1141866739030359E-3</c:v>
                </c:pt>
                <c:pt idx="204">
                  <c:v>2.231927088814172E-3</c:v>
                </c:pt>
                <c:pt idx="205">
                  <c:v>2.131389131752742E-3</c:v>
                </c:pt>
                <c:pt idx="206">
                  <c:v>1.8225102136235371E-3</c:v>
                </c:pt>
                <c:pt idx="207">
                  <c:v>1.335589431213406E-3</c:v>
                </c:pt>
                <c:pt idx="208">
                  <c:v>7.1831761222714409E-4</c:v>
                </c:pt>
                <c:pt idx="209">
                  <c:v>3.1108582842865308E-5</c:v>
                </c:pt>
                <c:pt idx="210">
                  <c:v>-6.5881150054059945E-4</c:v>
                </c:pt>
                <c:pt idx="211">
                  <c:v>-1.2839786628589249E-3</c:v>
                </c:pt>
                <c:pt idx="212">
                  <c:v>-1.783286661216966E-3</c:v>
                </c:pt>
                <c:pt idx="213">
                  <c:v>-2.1079589145239479E-3</c:v>
                </c:pt>
                <c:pt idx="214">
                  <c:v>-2.2263132972724958E-3</c:v>
                </c:pt>
                <c:pt idx="215">
                  <c:v>-2.1268544098759479E-3</c:v>
                </c:pt>
                <c:pt idx="216">
                  <c:v>-1.8193914815482061E-3</c:v>
                </c:pt>
                <c:pt idx="217">
                  <c:v>-1.334073053270059E-3</c:v>
                </c:pt>
                <c:pt idx="218">
                  <c:v>-7.1843319349097323E-4</c:v>
                </c:pt>
                <c:pt idx="219">
                  <c:v>-3.2738342451076628E-5</c:v>
                </c:pt>
                <c:pt idx="220">
                  <c:v>6.5591002250720378E-4</c:v>
                </c:pt>
                <c:pt idx="221">
                  <c:v>1.2801400981449951E-3</c:v>
                </c:pt>
                <c:pt idx="222">
                  <c:v>1.778899805437328E-3</c:v>
                </c:pt>
                <c:pt idx="223">
                  <c:v>2.103427666263656E-3</c:v>
                </c:pt>
                <c:pt idx="224">
                  <c:v>2.2220205526783561E-3</c:v>
                </c:pt>
                <c:pt idx="225">
                  <c:v>2.1231320377255881E-3</c:v>
                </c:pt>
                <c:pt idx="226">
                  <c:v>1.816498363267145E-3</c:v>
                </c:pt>
                <c:pt idx="227">
                  <c:v>1.33218197598092E-3</c:v>
                </c:pt>
                <c:pt idx="228">
                  <c:v>7.1762632200675011E-4</c:v>
                </c:pt>
                <c:pt idx="229">
                  <c:v>3.3010193253588829E-5</c:v>
                </c:pt>
                <c:pt idx="230">
                  <c:v>-6.5464367038854231E-4</c:v>
                </c:pt>
                <c:pt idx="231">
                  <c:v>-1.278029087957688E-3</c:v>
                </c:pt>
                <c:pt idx="232">
                  <c:v>-1.776143923854152E-3</c:v>
                </c:pt>
                <c:pt idx="233">
                  <c:v>-2.100259801126578E-3</c:v>
                </c:pt>
                <c:pt idx="234">
                  <c:v>-2.2186897891045341E-3</c:v>
                </c:pt>
                <c:pt idx="235">
                  <c:v>-2.1198874913330918E-3</c:v>
                </c:pt>
                <c:pt idx="236">
                  <c:v>-1.8135742909168109E-3</c:v>
                </c:pt>
                <c:pt idx="237">
                  <c:v>-1.3297845193927199E-3</c:v>
                </c:pt>
                <c:pt idx="238">
                  <c:v>-7.1592212497200184E-4</c:v>
                </c:pt>
                <c:pt idx="239">
                  <c:v>-3.2117086131585477E-5</c:v>
                </c:pt>
                <c:pt idx="240">
                  <c:v>6.5466371246356817E-4</c:v>
                </c:pt>
                <c:pt idx="241">
                  <c:v>1.277174462770441E-3</c:v>
                </c:pt>
                <c:pt idx="242">
                  <c:v>1.7744750884112919E-3</c:v>
                </c:pt>
                <c:pt idx="243">
                  <c:v>2.0978977515606072E-3</c:v>
                </c:pt>
                <c:pt idx="244">
                  <c:v>2.2158109126625301E-3</c:v>
                </c:pt>
                <c:pt idx="245">
                  <c:v>2.1167144066868968E-3</c:v>
                </c:pt>
                <c:pt idx="246">
                  <c:v>1.810362464556447E-3</c:v>
                </c:pt>
                <c:pt idx="247">
                  <c:v>1.3268047829111309E-3</c:v>
                </c:pt>
                <c:pt idx="248">
                  <c:v>7.1343972674570199E-4</c:v>
                </c:pt>
                <c:pt idx="249">
                  <c:v>3.03685361339695E-5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91D1-444E-A1E9-61DA528201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472862112"/>
        <c:axId val="23303232"/>
      </c:scatterChart>
      <c:valAx>
        <c:axId val="1472862112"/>
        <c:scaling>
          <c:orientation val="minMax"/>
          <c:max val="5.0000000000000012E-4"/>
          <c:min val="-5.0000000000000012E-4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Deformación unitaria </a:t>
                </a:r>
                <a:r>
                  <a:rPr lang="el-GR"/>
                  <a:t>ε</a:t>
                </a:r>
              </a:p>
            </c:rich>
          </c:tx>
          <c:layout>
            <c:manualLayout>
              <c:xMode val="edge"/>
              <c:yMode val="edge"/>
              <c:x val="0.37819444444444444"/>
              <c:y val="0.91108778069407992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900" b="1" i="0" u="none" strike="noStrike" kern="1200" baseline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23303232"/>
        <c:crosses val="autoZero"/>
        <c:crossBetween val="midCat"/>
        <c:majorUnit val="2.0000000000000006E-4"/>
      </c:valAx>
      <c:valAx>
        <c:axId val="23303232"/>
        <c:scaling>
          <c:orientation val="minMax"/>
          <c:max val="5.000000000000001E-3"/>
          <c:min val="-5.000000000000001E-3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9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Esfuerzo </a:t>
                </a:r>
                <a:r>
                  <a:rPr lang="el-GR"/>
                  <a:t>σ [</a:t>
                </a:r>
                <a:r>
                  <a:rPr lang="en-US"/>
                  <a:t>MPa]</a:t>
                </a:r>
              </a:p>
            </c:rich>
          </c:tx>
          <c:layout>
            <c:manualLayout>
              <c:xMode val="edge"/>
              <c:yMode val="edge"/>
              <c:x val="1.7132283156280122E-2"/>
              <c:y val="0.31098703307418474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900" b="1" i="0" u="none" strike="noStrike" kern="1200" baseline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472862112"/>
        <c:crosses val="autoZero"/>
        <c:crossBetween val="midCat"/>
        <c:majorUnit val="3.0000000000000009E-3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14608407611429533"/>
          <c:y val="0.12816987550482969"/>
          <c:w val="0.25388333816543635"/>
          <c:h val="0.2891732283464567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 w="12700" cap="flat" cmpd="sng" algn="ctr">
      <a:noFill/>
      <a:prstDash val="solid"/>
      <a:miter lim="800000"/>
    </a:ln>
    <a:effectLst/>
  </c:spPr>
  <c:txPr>
    <a:bodyPr/>
    <a:lstStyle/>
    <a:p>
      <a:pPr>
        <a:defRPr sz="900"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r>
              <a:rPr lang="en-US" sz="1400" b="0" i="0" u="none" strike="noStrike" kern="1200" spc="0" baseline="0">
                <a:solidFill>
                  <a:sysClr val="windowText" lastClr="000000">
                    <a:lumMod val="65000"/>
                    <a:lumOff val="35000"/>
                  </a:sys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Curvas Histéricas </a:t>
            </a:r>
            <a:r>
              <a:rPr lang="en-US" sz="1400" b="0" i="0" u="none" strike="noStrike" kern="1200" spc="0" baseline="0">
                <a:solidFill>
                  <a:sysClr val="windowText" lastClr="000000">
                    <a:lumMod val="65000"/>
                    <a:lumOff val="35000"/>
                  </a:sys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- 0p40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8043456790123458"/>
          <c:y val="0.16712962962962963"/>
          <c:w val="0.73589876543209876"/>
          <c:h val="0.63698308544765236"/>
        </c:manualLayout>
      </c:layout>
      <c:scatterChart>
        <c:scatterStyle val="smoothMarker"/>
        <c:varyColors val="0"/>
        <c:ser>
          <c:idx val="0"/>
          <c:order val="0"/>
          <c:tx>
            <c:v>1 Hz</c:v>
          </c:tx>
          <c:spPr>
            <a:ln w="12700" cap="rnd" cmpd="sng" algn="ctr">
              <a:solidFill>
                <a:schemeClr val="accent1">
                  <a:shade val="50000"/>
                  <a:shade val="95000"/>
                  <a:satMod val="105000"/>
                </a:schemeClr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ref0p4_90min_v6_f1!$A$2:$A$2501</c:f>
              <c:numCache>
                <c:formatCode>General</c:formatCode>
                <c:ptCount val="2500"/>
                <c:pt idx="0">
                  <c:v>-9.6368518573337185E-6</c:v>
                </c:pt>
                <c:pt idx="1">
                  <c:v>-9.1904461927641431E-6</c:v>
                </c:pt>
                <c:pt idx="2">
                  <c:v>-8.7436575489612092E-6</c:v>
                </c:pt>
                <c:pt idx="3">
                  <c:v>-8.296505545590372E-6</c:v>
                </c:pt>
                <c:pt idx="4">
                  <c:v>-7.849009840206072E-6</c:v>
                </c:pt>
                <c:pt idx="5">
                  <c:v>-7.4011901271068302E-6</c:v>
                </c:pt>
                <c:pt idx="6">
                  <c:v>-6.9530661361835109E-6</c:v>
                </c:pt>
                <c:pt idx="7">
                  <c:v>-6.5046576317609701E-6</c:v>
                </c:pt>
                <c:pt idx="8">
                  <c:v>-6.0559844114334458E-6</c:v>
                </c:pt>
                <c:pt idx="9">
                  <c:v>-5.6070663048940634E-6</c:v>
                </c:pt>
                <c:pt idx="10">
                  <c:v>-5.1579231727587924E-6</c:v>
                </c:pt>
                <c:pt idx="11">
                  <c:v>-4.7085749053850646E-6</c:v>
                </c:pt>
                <c:pt idx="12">
                  <c:v>-4.2590414216851129E-6</c:v>
                </c:pt>
                <c:pt idx="13">
                  <c:v>-3.8093426679338352E-6</c:v>
                </c:pt>
                <c:pt idx="14">
                  <c:v>-3.3594986165709509E-6</c:v>
                </c:pt>
                <c:pt idx="15">
                  <c:v>-2.909529264997215E-6</c:v>
                </c:pt>
                <c:pt idx="16">
                  <c:v>-2.4594546343648191E-6</c:v>
                </c:pt>
                <c:pt idx="17">
                  <c:v>-2.0092947683624759E-6</c:v>
                </c:pt>
                <c:pt idx="18">
                  <c:v>-1.559069731995859E-6</c:v>
                </c:pt>
                <c:pt idx="19">
                  <c:v>-1.108799610363895E-6</c:v>
                </c:pt>
                <c:pt idx="20">
                  <c:v>-6.5850450743102464E-7</c:v>
                </c:pt>
                <c:pt idx="21">
                  <c:v>-2.0820454479525371E-7</c:v>
                </c:pt>
                <c:pt idx="22">
                  <c:v>2.4208013954816228E-7</c:v>
                </c:pt>
                <c:pt idx="23">
                  <c:v>6.923293924473501E-7</c:v>
                </c:pt>
                <c:pt idx="24">
                  <c:v>1.14252304683863E-6</c:v>
                </c:pt>
                <c:pt idx="25">
                  <c:v>1.5926409229954141E-6</c:v>
                </c:pt>
                <c:pt idx="26">
                  <c:v>2.042662829781122E-6</c:v>
                </c:pt>
                <c:pt idx="27">
                  <c:v>2.4925685659059512E-6</c:v>
                </c:pt>
                <c:pt idx="28">
                  <c:v>2.9423379211871409E-6</c:v>
                </c:pt>
                <c:pt idx="29">
                  <c:v>3.3919506778124012E-6</c:v>
                </c:pt>
                <c:pt idx="30">
                  <c:v>3.8413866116062732E-6</c:v>
                </c:pt>
                <c:pt idx="31">
                  <c:v>4.2906254932993466E-6</c:v>
                </c:pt>
                <c:pt idx="32">
                  <c:v>4.7396470898002457E-6</c:v>
                </c:pt>
                <c:pt idx="33">
                  <c:v>5.1884311654703672E-6</c:v>
                </c:pt>
                <c:pt idx="34">
                  <c:v>5.6369574834013263E-6</c:v>
                </c:pt>
                <c:pt idx="35">
                  <c:v>6.0852058066950251E-6</c:v>
                </c:pt>
                <c:pt idx="36">
                  <c:v>6.5331558997461392E-6</c:v>
                </c:pt>
                <c:pt idx="37">
                  <c:v>6.9807875295267716E-6</c:v>
                </c:pt>
                <c:pt idx="38">
                  <c:v>7.4280804668730269E-6</c:v>
                </c:pt>
                <c:pt idx="39">
                  <c:v>7.8750144877732569E-6</c:v>
                </c:pt>
                <c:pt idx="40">
                  <c:v>8.3215693746577873E-6</c:v>
                </c:pt>
                <c:pt idx="41">
                  <c:v>8.7677249176900163E-6</c:v>
                </c:pt>
                <c:pt idx="42">
                  <c:v>9.2134609160588561E-6</c:v>
                </c:pt>
                <c:pt idx="43">
                  <c:v>9.658757179272479E-6</c:v>
                </c:pt>
                <c:pt idx="44">
                  <c:v>1.010359352845329E-5</c:v>
                </c:pt>
                <c:pt idx="45">
                  <c:v>1.0547949797633871E-5</c:v>
                </c:pt>
                <c:pt idx="46">
                  <c:v>1.09918058350535E-5</c:v>
                </c:pt>
                <c:pt idx="47">
                  <c:v>1.1435141504454729E-5</c:v>
                </c:pt>
                <c:pt idx="48">
                  <c:v>1.187793668637983E-5</c:v>
                </c:pt>
                <c:pt idx="49">
                  <c:v>1.2320171279467E-5</c:v>
                </c:pt>
                <c:pt idx="50">
                  <c:v>1.276182520174674E-5</c:v>
                </c:pt>
                <c:pt idx="51">
                  <c:v>1.320287839193805E-5</c:v>
                </c:pt>
                <c:pt idx="52">
                  <c:v>1.3643310810744459E-5</c:v>
                </c:pt>
                <c:pt idx="53">
                  <c:v>1.408310244214936E-5</c:v>
                </c:pt>
                <c:pt idx="54">
                  <c:v>1.452223329471033E-5</c:v>
                </c:pt>
                <c:pt idx="55">
                  <c:v>1.496068340285256E-5</c:v>
                </c:pt>
                <c:pt idx="56">
                  <c:v>1.539843282816134E-5</c:v>
                </c:pt>
                <c:pt idx="57">
                  <c:v>1.5835461660673821E-5</c:v>
                </c:pt>
                <c:pt idx="58">
                  <c:v>1.62717500201699E-5</c:v>
                </c:pt>
                <c:pt idx="59">
                  <c:v>1.6707278057462151E-5</c:v>
                </c:pt>
                <c:pt idx="60">
                  <c:v>1.7142025955684778E-5</c:v>
                </c:pt>
                <c:pt idx="61">
                  <c:v>1.7575973931581322E-5</c:v>
                </c:pt>
                <c:pt idx="62">
                  <c:v>1.80091022367912E-5</c:v>
                </c:pt>
                <c:pt idx="63">
                  <c:v>1.8441391159134859E-5</c:v>
                </c:pt>
                <c:pt idx="64">
                  <c:v>1.887282102389728E-5</c:v>
                </c:pt>
                <c:pt idx="65">
                  <c:v>1.9303372195109569E-5</c:v>
                </c:pt>
                <c:pt idx="66">
                  <c:v>1.9733025076828569E-5</c:v>
                </c:pt>
                <c:pt idx="67">
                  <c:v>2.016176011441421E-5</c:v>
                </c:pt>
                <c:pt idx="68">
                  <c:v>2.0589557795804099E-5</c:v>
                </c:pt>
                <c:pt idx="69">
                  <c:v>2.1016398652785099E-5</c:v>
                </c:pt>
                <c:pt idx="70">
                  <c:v>2.1442263262261491E-5</c:v>
                </c:pt>
                <c:pt idx="71">
                  <c:v>2.18671322475199E-5</c:v>
                </c:pt>
                <c:pt idx="72">
                  <c:v>2.229098627949131E-5</c:v>
                </c:pt>
                <c:pt idx="73">
                  <c:v>2.2713806078009911E-5</c:v>
                </c:pt>
                <c:pt idx="74">
                  <c:v>2.3135572413068748E-5</c:v>
                </c:pt>
                <c:pt idx="75">
                  <c:v>2.3556266106071629E-5</c:v>
                </c:pt>
                <c:pt idx="76">
                  <c:v>2.3975868031080981E-5</c:v>
                </c:pt>
                <c:pt idx="77">
                  <c:v>2.439435911606164E-5</c:v>
                </c:pt>
                <c:pt idx="78">
                  <c:v>2.4811720344120199E-5</c:v>
                </c:pt>
                <c:pt idx="79">
                  <c:v>2.5227932754739899E-5</c:v>
                </c:pt>
                <c:pt idx="80">
                  <c:v>2.5642977445011079E-5</c:v>
                </c:pt>
                <c:pt idx="81">
                  <c:v>2.605683557085713E-5</c:v>
                </c:pt>
                <c:pt idx="82">
                  <c:v>2.6469488348256351E-5</c:v>
                </c:pt>
                <c:pt idx="83">
                  <c:v>2.688091705445968E-5</c:v>
                </c:pt>
                <c:pt idx="84">
                  <c:v>2.72911030292046E-5</c:v>
                </c:pt>
                <c:pt idx="85">
                  <c:v>2.770002767592518E-5</c:v>
                </c:pt>
                <c:pt idx="86">
                  <c:v>2.810767246295785E-5</c:v>
                </c:pt>
                <c:pt idx="87">
                  <c:v>2.851401892474261E-5</c:v>
                </c:pt>
                <c:pt idx="88">
                  <c:v>2.8919048663019309E-5</c:v>
                </c:pt>
                <c:pt idx="89">
                  <c:v>2.9322743348019022E-5</c:v>
                </c:pt>
                <c:pt idx="90">
                  <c:v>2.9725084719650651E-5</c:v>
                </c:pt>
                <c:pt idx="91">
                  <c:v>3.01260545886826E-5</c:v>
                </c:pt>
                <c:pt idx="92">
                  <c:v>3.0525634837919243E-5</c:v>
                </c:pt>
                <c:pt idx="93">
                  <c:v>3.0923807423371688E-5</c:v>
                </c:pt>
                <c:pt idx="94">
                  <c:v>3.1320554375422357E-5</c:v>
                </c:pt>
                <c:pt idx="95">
                  <c:v>3.1715857799983148E-5</c:v>
                </c:pt>
                <c:pt idx="96">
                  <c:v>3.210969987964715E-5</c:v>
                </c:pt>
                <c:pt idx="97">
                  <c:v>3.2502062874833888E-5</c:v>
                </c:pt>
                <c:pt idx="98">
                  <c:v>3.2892929124928108E-5</c:v>
                </c:pt>
                <c:pt idx="99">
                  <c:v>3.3282281049412432E-5</c:v>
                </c:pt>
                <c:pt idx="100">
                  <c:v>3.3670101148993913E-5</c:v>
                </c:pt>
                <c:pt idx="101">
                  <c:v>3.4056372006724098E-5</c:v>
                </c:pt>
                <c:pt idx="102">
                  <c:v>3.4441076289112347E-5</c:v>
                </c:pt>
                <c:pt idx="103">
                  <c:v>3.4824196747231839E-5</c:v>
                </c:pt>
                <c:pt idx="104">
                  <c:v>3.5205716217817922E-5</c:v>
                </c:pt>
                <c:pt idx="105">
                  <c:v>3.558561762435857E-5</c:v>
                </c:pt>
                <c:pt idx="106">
                  <c:v>3.5963883978176439E-5</c:v>
                </c:pt>
                <c:pt idx="107">
                  <c:v>3.634049837950245E-5</c:v>
                </c:pt>
                <c:pt idx="108">
                  <c:v>3.6715444018540987E-5</c:v>
                </c:pt>
                <c:pt idx="109">
                  <c:v>3.7088704176526823E-5</c:v>
                </c:pt>
                <c:pt idx="110">
                  <c:v>3.7460262226773943E-5</c:v>
                </c:pt>
                <c:pt idx="111">
                  <c:v>3.7830101635716453E-5</c:v>
                </c:pt>
                <c:pt idx="112">
                  <c:v>3.8198205963941102E-5</c:v>
                </c:pt>
                <c:pt idx="113">
                  <c:v>3.8564558867211527E-5</c:v>
                </c:pt>
                <c:pt idx="114">
                  <c:v>3.8929144097483748E-5</c:v>
                </c:pt>
                <c:pt idx="115">
                  <c:v>3.9291945503912828E-5</c:v>
                </c:pt>
                <c:pt idx="116">
                  <c:v>3.9652947033850672E-5</c:v>
                </c:pt>
                <c:pt idx="117">
                  <c:v>4.0012132733834858E-5</c:v>
                </c:pt>
                <c:pt idx="118">
                  <c:v>4.0369486750568582E-5</c:v>
                </c:pt>
                <c:pt idx="119">
                  <c:v>4.072499333189162E-5</c:v>
                </c:pt>
                <c:pt idx="120">
                  <c:v>4.1078636827742228E-5</c:v>
                </c:pt>
                <c:pt idx="121">
                  <c:v>4.1430401691109508E-5</c:v>
                </c:pt>
                <c:pt idx="122">
                  <c:v>4.1780272478976512E-5</c:v>
                </c:pt>
                <c:pt idx="123">
                  <c:v>4.2128233853253907E-5</c:v>
                </c:pt>
                <c:pt idx="124">
                  <c:v>4.24742705817047E-5</c:v>
                </c:pt>
                <c:pt idx="125">
                  <c:v>4.2818367538859552E-5</c:v>
                </c:pt>
                <c:pt idx="126">
                  <c:v>4.316050970692335E-5</c:v>
                </c:pt>
                <c:pt idx="127">
                  <c:v>4.3500682176672769E-5</c:v>
                </c:pt>
                <c:pt idx="128">
                  <c:v>4.3838870148344752E-5</c:v>
                </c:pt>
                <c:pt idx="129">
                  <c:v>4.4175058932515433E-5</c:v>
                </c:pt>
                <c:pt idx="130">
                  <c:v>4.450923395096938E-5</c:v>
                </c:pt>
                <c:pt idx="131">
                  <c:v>4.4841380737558837E-5</c:v>
                </c:pt>
                <c:pt idx="132">
                  <c:v>4.5171484939052563E-5</c:v>
                </c:pt>
                <c:pt idx="133">
                  <c:v>4.5499532315974522E-5</c:v>
                </c:pt>
                <c:pt idx="134">
                  <c:v>4.5825508743432428E-5</c:v>
                </c:pt>
                <c:pt idx="135">
                  <c:v>4.6149400211936482E-5</c:v>
                </c:pt>
                <c:pt idx="136">
                  <c:v>4.6471192828208583E-5</c:v>
                </c:pt>
                <c:pt idx="137">
                  <c:v>4.6790872815982227E-5</c:v>
                </c:pt>
                <c:pt idx="138">
                  <c:v>4.7108426516793167E-5</c:v>
                </c:pt>
                <c:pt idx="139">
                  <c:v>4.7423840390760742E-5</c:v>
                </c:pt>
                <c:pt idx="140">
                  <c:v>4.7737101017359673E-5</c:v>
                </c:pt>
                <c:pt idx="141">
                  <c:v>4.8048195096181782E-5</c:v>
                </c:pt>
                <c:pt idx="142">
                  <c:v>4.8357109447687361E-5</c:v>
                </c:pt>
                <c:pt idx="143">
                  <c:v>4.8663831013946328E-5</c:v>
                </c:pt>
                <c:pt idx="144">
                  <c:v>4.8968346859368677E-5</c:v>
                </c:pt>
                <c:pt idx="145">
                  <c:v>4.9270644171424353E-5</c:v>
                </c:pt>
                <c:pt idx="146">
                  <c:v>4.9570710261352182E-5</c:v>
                </c:pt>
                <c:pt idx="147">
                  <c:v>4.9868532564857812E-5</c:v>
                </c:pt>
                <c:pt idx="148">
                  <c:v>5.0164098642800772E-5</c:v>
                </c:pt>
                <c:pt idx="149">
                  <c:v>5.0457396181870549E-5</c:v>
                </c:pt>
                <c:pt idx="150">
                  <c:v>5.0748412995251722E-5</c:v>
                </c:pt>
                <c:pt idx="151">
                  <c:v>5.1037137023278072E-5</c:v>
                </c:pt>
                <c:pt idx="152">
                  <c:v>5.132355633407587E-5</c:v>
                </c:pt>
                <c:pt idx="153">
                  <c:v>5.1607659124196082E-5</c:v>
                </c:pt>
                <c:pt idx="154">
                  <c:v>5.1889433719235478E-5</c:v>
                </c:pt>
                <c:pt idx="155">
                  <c:v>5.2168868574446578E-5</c:v>
                </c:pt>
                <c:pt idx="156">
                  <c:v>5.2445952275336422E-5</c:v>
                </c:pt>
                <c:pt idx="157">
                  <c:v>5.2720673538253549E-5</c:v>
                </c:pt>
                <c:pt idx="158">
                  <c:v>5.2993021210962978E-5</c:v>
                </c:pt>
                <c:pt idx="159">
                  <c:v>5.3262984273208943E-5</c:v>
                </c:pt>
                <c:pt idx="160">
                  <c:v>5.3530551837265368E-5</c:v>
                </c:pt>
                <c:pt idx="161">
                  <c:v>5.3795713148474718E-5</c:v>
                </c:pt>
                <c:pt idx="162">
                  <c:v>5.4058457585774938E-5</c:v>
                </c:pt>
                <c:pt idx="163">
                  <c:v>5.4318774662215123E-5</c:v>
                </c:pt>
                <c:pt idx="164">
                  <c:v>5.4576654025459747E-5</c:v>
                </c:pt>
                <c:pt idx="165">
                  <c:v>5.4832085458280988E-5</c:v>
                </c:pt>
                <c:pt idx="166">
                  <c:v>5.508505887903866E-5</c:v>
                </c:pt>
                <c:pt idx="167">
                  <c:v>5.5335564342148009E-5</c:v>
                </c:pt>
                <c:pt idx="168">
                  <c:v>5.5583592038535417E-5</c:v>
                </c:pt>
                <c:pt idx="169">
                  <c:v>5.5829132296082343E-5</c:v>
                </c:pt>
                <c:pt idx="170">
                  <c:v>5.6072175580057662E-5</c:v>
                </c:pt>
                <c:pt idx="171">
                  <c:v>5.6312712493538702E-5</c:v>
                </c:pt>
                <c:pt idx="172">
                  <c:v>5.6550733777820812E-5</c:v>
                </c:pt>
                <c:pt idx="173">
                  <c:v>5.678623031281539E-5</c:v>
                </c:pt>
                <c:pt idx="174">
                  <c:v>5.7019193117435913E-5</c:v>
                </c:pt>
                <c:pt idx="175">
                  <c:v>5.7249613349971798E-5</c:v>
                </c:pt>
                <c:pt idx="176">
                  <c:v>5.7477482308450257E-5</c:v>
                </c:pt>
                <c:pt idx="177">
                  <c:v>5.7702791430986052E-5</c:v>
                </c:pt>
                <c:pt idx="178">
                  <c:v>5.7925532296118721E-5</c:v>
                </c:pt>
                <c:pt idx="179">
                  <c:v>5.8145696623137383E-5</c:v>
                </c:pt>
                <c:pt idx="180">
                  <c:v>5.8363276272393048E-5</c:v>
                </c:pt>
                <c:pt idx="181">
                  <c:v>5.8578263245599141E-5</c:v>
                </c:pt>
                <c:pt idx="182">
                  <c:v>5.8790649686120282E-5</c:v>
                </c:pt>
                <c:pt idx="183">
                  <c:v>5.9000427879249763E-5</c:v>
                </c:pt>
                <c:pt idx="184">
                  <c:v>5.9207590252475942E-5</c:v>
                </c:pt>
                <c:pt idx="185">
                  <c:v>5.9412129375737113E-5</c:v>
                </c:pt>
                <c:pt idx="186">
                  <c:v>5.9614037961665131E-5</c:v>
                </c:pt>
                <c:pt idx="187">
                  <c:v>5.9813308865817448E-5</c:v>
                </c:pt>
                <c:pt idx="188">
                  <c:v>6.0009935086897373E-5</c:v>
                </c:pt>
                <c:pt idx="189">
                  <c:v>6.0203909766962671E-5</c:v>
                </c:pt>
                <c:pt idx="190">
                  <c:v>6.0395226191622161E-5</c:v>
                </c:pt>
                <c:pt idx="191">
                  <c:v>6.0583877790220128E-5</c:v>
                </c:pt>
                <c:pt idx="192">
                  <c:v>6.0769858136008203E-5</c:v>
                </c:pt>
                <c:pt idx="193">
                  <c:v>6.0953160946304248E-5</c:v>
                </c:pt>
                <c:pt idx="194">
                  <c:v>6.1133780082639163E-5</c:v>
                </c:pt>
                <c:pt idx="195">
                  <c:v>6.131170955089178E-5</c:v>
                </c:pt>
                <c:pt idx="196">
                  <c:v>6.1486943501412795E-5</c:v>
                </c:pt>
                <c:pt idx="197">
                  <c:v>6.1659476229137438E-5</c:v>
                </c:pt>
                <c:pt idx="198">
                  <c:v>6.1829302173686823E-5</c:v>
                </c:pt>
                <c:pt idx="199">
                  <c:v>6.1996415919457953E-5</c:v>
                </c:pt>
                <c:pt idx="200">
                  <c:v>6.2160812195702242E-5</c:v>
                </c:pt>
                <c:pt idx="201">
                  <c:v>6.2322485876592395E-5</c:v>
                </c:pt>
                <c:pt idx="202">
                  <c:v>6.2481431981277572E-5</c:v>
                </c:pt>
                <c:pt idx="203">
                  <c:v>6.2637645673926709E-5</c:v>
                </c:pt>
                <c:pt idx="204">
                  <c:v>6.2791122263760194E-5</c:v>
                </c:pt>
                <c:pt idx="205">
                  <c:v>6.294185720506994E-5</c:v>
                </c:pt>
                <c:pt idx="206">
                  <c:v>6.3089846097228106E-5</c:v>
                </c:pt>
                <c:pt idx="207">
                  <c:v>6.3235084684684585E-5</c:v>
                </c:pt>
                <c:pt idx="208">
                  <c:v>6.3377568856953133E-5</c:v>
                </c:pt>
                <c:pt idx="209">
                  <c:v>6.3517294648586138E-5</c:v>
                </c:pt>
                <c:pt idx="210">
                  <c:v>6.3654258239137835E-5</c:v>
                </c:pt>
                <c:pt idx="211">
                  <c:v>6.378845595311571E-5</c:v>
                </c:pt>
                <c:pt idx="212">
                  <c:v>6.3919884259919813E-5</c:v>
                </c:pt>
                <c:pt idx="213">
                  <c:v>6.4048539773770068E-5</c:v>
                </c:pt>
                <c:pt idx="214">
                  <c:v>6.4174419253622202E-5</c:v>
                </c:pt>
                <c:pt idx="215">
                  <c:v>6.4297519603072914E-5</c:v>
                </c:pt>
                <c:pt idx="216">
                  <c:v>6.4417837870254409E-5</c:v>
                </c:pt>
                <c:pt idx="217">
                  <c:v>6.4535371247718105E-5</c:v>
                </c:pt>
                <c:pt idx="218">
                  <c:v>6.4650117072307238E-5</c:v>
                </c:pt>
                <c:pt idx="219">
                  <c:v>6.4762072825018017E-5</c:v>
                </c:pt>
                <c:pt idx="220">
                  <c:v>6.487123613084938E-5</c:v>
                </c:pt>
                <c:pt idx="221">
                  <c:v>6.4977604758641709E-5</c:v>
                </c:pt>
                <c:pt idx="222">
                  <c:v>6.5081176620904651E-5</c:v>
                </c:pt>
                <c:pt idx="223">
                  <c:v>6.5181949773634101E-5</c:v>
                </c:pt>
                <c:pt idx="224">
                  <c:v>6.5279922416118432E-5</c:v>
                </c:pt>
                <c:pt idx="225">
                  <c:v>6.537509289073371E-5</c:v>
                </c:pt>
                <c:pt idx="226">
                  <c:v>6.5467459682728218E-5</c:v>
                </c:pt>
                <c:pt idx="227">
                  <c:v>6.5557021419996469E-5</c:v>
                </c:pt>
                <c:pt idx="228">
                  <c:v>6.5643776872843001E-5</c:v>
                </c:pt>
                <c:pt idx="229">
                  <c:v>6.5727724953735907E-5</c:v>
                </c:pt>
                <c:pt idx="230">
                  <c:v>6.5808864717049637E-5</c:v>
                </c:pt>
                <c:pt idx="231">
                  <c:v>6.5887195358796537E-5</c:v>
                </c:pt>
                <c:pt idx="232">
                  <c:v>6.5962716216347287E-5</c:v>
                </c:pt>
                <c:pt idx="233">
                  <c:v>6.6035426768140521E-5</c:v>
                </c:pt>
                <c:pt idx="234">
                  <c:v>6.6105326633382252E-5</c:v>
                </c:pt>
                <c:pt idx="235">
                  <c:v>6.6172415571734999E-5</c:v>
                </c:pt>
                <c:pt idx="236">
                  <c:v>6.6236693482996513E-5</c:v>
                </c:pt>
                <c:pt idx="237">
                  <c:v>6.6298160406768049E-5</c:v>
                </c:pt>
                <c:pt idx="238">
                  <c:v>6.6356816522112401E-5</c:v>
                </c:pt>
                <c:pt idx="239">
                  <c:v>6.6412662147201449E-5</c:v>
                </c:pt>
                <c:pt idx="240">
                  <c:v>6.6465697738953008E-5</c:v>
                </c:pt>
                <c:pt idx="241">
                  <c:v>6.6515923892656941E-5</c:v>
                </c:pt>
                <c:pt idx="242">
                  <c:v>6.6563341341590714E-5</c:v>
                </c:pt>
                <c:pt idx="243">
                  <c:v>6.6607950956624394E-5</c:v>
                </c:pt>
                <c:pt idx="244">
                  <c:v>6.6649753745815619E-5</c:v>
                </c:pt>
                <c:pt idx="245">
                  <c:v>6.668875085399478E-5</c:v>
                </c:pt>
                <c:pt idx="246">
                  <c:v>6.6724943562340694E-5</c:v>
                </c:pt>
                <c:pt idx="247">
                  <c:v>6.6758333287946937E-5</c:v>
                </c:pt>
                <c:pt idx="248">
                  <c:v>6.67889215833787E-5</c:v>
                </c:pt>
                <c:pt idx="249">
                  <c:v>6.681671013622026E-5</c:v>
                </c:pt>
                <c:pt idx="250">
                  <c:v>6.6841700768613215E-5</c:v>
                </c:pt>
                <c:pt idx="251">
                  <c:v>6.6863895436785158E-5</c:v>
                </c:pt>
                <c:pt idx="252">
                  <c:v>6.6883296230568615E-5</c:v>
                </c:pt>
                <c:pt idx="253">
                  <c:v>6.6899905372910443E-5</c:v>
                </c:pt>
                <c:pt idx="254">
                  <c:v>6.6913725219371902E-5</c:v>
                </c:pt>
                <c:pt idx="255">
                  <c:v>6.6924758257619831E-5</c:v>
                </c:pt>
                <c:pt idx="256">
                  <c:v>6.6933007106909141E-5</c:v>
                </c:pt>
                <c:pt idx="257">
                  <c:v>6.693847451755657E-5</c:v>
                </c:pt>
                <c:pt idx="258">
                  <c:v>6.6941163370405713E-5</c:v>
                </c:pt>
                <c:pt idx="259">
                  <c:v>6.6941076676283576E-5</c:v>
                </c:pt>
                <c:pt idx="260">
                  <c:v>6.6938217575448681E-5</c:v>
                </c:pt>
                <c:pt idx="261">
                  <c:v>6.6932589337031137E-5</c:v>
                </c:pt>
                <c:pt idx="262">
                  <c:v>6.6924195358464918E-5</c:v>
                </c:pt>
                <c:pt idx="263">
                  <c:v>6.6913039164912119E-5</c:v>
                </c:pt>
                <c:pt idx="264">
                  <c:v>6.6899124408679062E-5</c:v>
                </c:pt>
                <c:pt idx="265">
                  <c:v>6.6882454868624064E-5</c:v>
                </c:pt>
                <c:pt idx="266">
                  <c:v>6.6863034449556936E-5</c:v>
                </c:pt>
                <c:pt idx="267">
                  <c:v>6.6840867181630693E-5</c:v>
                </c:pt>
                <c:pt idx="268">
                  <c:v>6.681595721972566E-5</c:v>
                </c:pt>
                <c:pt idx="269">
                  <c:v>6.6788308842826528E-5</c:v>
                </c:pt>
                <c:pt idx="270">
                  <c:v>6.6757926453392191E-5</c:v>
                </c:pt>
                <c:pt idx="271">
                  <c:v>6.6724814576718462E-5</c:v>
                </c:pt>
                <c:pt idx="272">
                  <c:v>6.6688977860293372E-5</c:v>
                </c:pt>
                <c:pt idx="273">
                  <c:v>6.6650421073145028E-5</c:v>
                </c:pt>
                <c:pt idx="274">
                  <c:v>6.6609149105182369E-5</c:v>
                </c:pt>
                <c:pt idx="275">
                  <c:v>6.656516696652883E-5</c:v>
                </c:pt>
                <c:pt idx="276">
                  <c:v>6.651847978684925E-5</c:v>
                </c:pt>
                <c:pt idx="277">
                  <c:v>6.6469092814670043E-5</c:v>
                </c:pt>
                <c:pt idx="278">
                  <c:v>6.6417011416692608E-5</c:v>
                </c:pt>
                <c:pt idx="279">
                  <c:v>6.6362241077099634E-5</c:v>
                </c:pt>
                <c:pt idx="280">
                  <c:v>6.6304787396854011E-5</c:v>
                </c:pt>
                <c:pt idx="281">
                  <c:v>6.6244656092990779E-5</c:v>
                </c:pt>
                <c:pt idx="282">
                  <c:v>6.6181852997902423E-5</c:v>
                </c:pt>
                <c:pt idx="283">
                  <c:v>6.6116384058618121E-5</c:v>
                </c:pt>
                <c:pt idx="284">
                  <c:v>6.6048255336077425E-5</c:v>
                </c:pt>
                <c:pt idx="285">
                  <c:v>6.5977473004398706E-5</c:v>
                </c:pt>
                <c:pt idx="286">
                  <c:v>6.5904043350142498E-5</c:v>
                </c:pt>
                <c:pt idx="287">
                  <c:v>6.5827972771569844E-5</c:v>
                </c:pt>
                <c:pt idx="288">
                  <c:v>6.5749267777895435E-5</c:v>
                </c:pt>
                <c:pt idx="289">
                  <c:v>6.5667934988535305E-5</c:v>
                </c:pt>
                <c:pt idx="290">
                  <c:v>6.5583981132348487E-5</c:v>
                </c:pt>
                <c:pt idx="291">
                  <c:v>6.5497413046872516E-5</c:v>
                </c:pt>
                <c:pt idx="292">
                  <c:v>6.5408237677553536E-5</c:v>
                </c:pt>
                <c:pt idx="293">
                  <c:v>6.5316462076971368E-5</c:v>
                </c:pt>
                <c:pt idx="294">
                  <c:v>6.5222093404059952E-5</c:v>
                </c:pt>
                <c:pt idx="295">
                  <c:v>6.5125138923323729E-5</c:v>
                </c:pt>
                <c:pt idx="296">
                  <c:v>6.5025606004049969E-5</c:v>
                </c:pt>
                <c:pt idx="297">
                  <c:v>6.4923502119516974E-5</c:v>
                </c:pt>
                <c:pt idx="298">
                  <c:v>6.481883484619783E-5</c:v>
                </c:pt>
                <c:pt idx="299">
                  <c:v>6.4711611862959548E-5</c:v>
                </c:pt>
                <c:pt idx="300">
                  <c:v>6.4601840950257402E-5</c:v>
                </c:pt>
                <c:pt idx="301">
                  <c:v>6.4489529989324873E-5</c:v>
                </c:pt>
                <c:pt idx="302">
                  <c:v>6.4374686961359302E-5</c:v>
                </c:pt>
                <c:pt idx="303">
                  <c:v>6.4257319946703535E-5</c:v>
                </c:pt>
                <c:pt idx="304">
                  <c:v>6.4137437124023826E-5</c:v>
                </c:pt>
                <c:pt idx="305">
                  <c:v>6.4015046769484068E-5</c:v>
                </c:pt>
                <c:pt idx="306">
                  <c:v>6.3890157255916174E-5</c:v>
                </c:pt>
                <c:pt idx="307">
                  <c:v>6.3762777051986914E-5</c:v>
                </c:pt>
                <c:pt idx="308">
                  <c:v>6.3632914721361064E-5</c:v>
                </c:pt>
                <c:pt idx="309">
                  <c:v>6.3500578921861105E-5</c:v>
                </c:pt>
                <c:pt idx="310">
                  <c:v>6.3365778404623447E-5</c:v>
                </c:pt>
                <c:pt idx="311">
                  <c:v>6.3228522013251932E-5</c:v>
                </c:pt>
                <c:pt idx="312">
                  <c:v>6.3088818682968832E-5</c:v>
                </c:pt>
                <c:pt idx="313">
                  <c:v>6.2946677439763266E-5</c:v>
                </c:pt>
                <c:pt idx="314">
                  <c:v>6.2802107399537302E-5</c:v>
                </c:pt>
                <c:pt idx="315">
                  <c:v>6.2655117767249893E-5</c:v>
                </c:pt>
                <c:pt idx="316">
                  <c:v>6.2505717836058917E-5</c:v>
                </c:pt>
                <c:pt idx="317">
                  <c:v>6.2353916986461323E-5</c:v>
                </c:pt>
                <c:pt idx="318">
                  <c:v>6.219972468543165E-5</c:v>
                </c:pt>
                <c:pt idx="319">
                  <c:v>6.2043150485559183E-5</c:v>
                </c:pt>
                <c:pt idx="320">
                  <c:v>6.1884204024183743E-5</c:v>
                </c:pt>
                <c:pt idx="321">
                  <c:v>6.1722895022530065E-5</c:v>
                </c:pt>
                <c:pt idx="322">
                  <c:v>6.1559233284841068E-5</c:v>
                </c:pt>
                <c:pt idx="323">
                  <c:v>6.1393228697510216E-5</c:v>
                </c:pt>
                <c:pt idx="324">
                  <c:v>6.12248912282132E-5</c:v>
                </c:pt>
                <c:pt idx="325">
                  <c:v>6.1054230925038899E-5</c:v>
                </c:pt>
                <c:pt idx="326">
                  <c:v>6.0881257915619758E-5</c:v>
                </c:pt>
                <c:pt idx="327">
                  <c:v>6.0705982406261567E-5</c:v>
                </c:pt>
                <c:pt idx="328">
                  <c:v>6.0528414681072887E-5</c:v>
                </c:pt>
                <c:pt idx="329">
                  <c:v>6.0348565101093807E-5</c:v>
                </c:pt>
                <c:pt idx="330">
                  <c:v>6.0166444103424418E-5</c:v>
                </c:pt>
                <c:pt idx="331">
                  <c:v>5.9982062200353073E-5</c:v>
                </c:pt>
                <c:pt idx="332">
                  <c:v>5.9795429978484647E-5</c:v>
                </c:pt>
                <c:pt idx="333">
                  <c:v>5.9606558097868807E-5</c:v>
                </c:pt>
                <c:pt idx="334">
                  <c:v>5.9415457291128093E-5</c:v>
                </c:pt>
                <c:pt idx="335">
                  <c:v>5.9222138362586108E-5</c:v>
                </c:pt>
                <c:pt idx="336">
                  <c:v>5.9026612187395883E-5</c:v>
                </c:pt>
                <c:pt idx="337">
                  <c:v>5.8828889710668407E-5</c:v>
                </c:pt>
                <c:pt idx="338">
                  <c:v>5.8628981946601777E-5</c:v>
                </c:pt>
                <c:pt idx="339">
                  <c:v>5.8426899977610413E-5</c:v>
                </c:pt>
                <c:pt idx="340">
                  <c:v>5.8222654953454907E-5</c:v>
                </c:pt>
                <c:pt idx="341">
                  <c:v>5.8016258090372453E-5</c:v>
                </c:pt>
                <c:pt idx="342">
                  <c:v>5.7807720670208077E-5</c:v>
                </c:pt>
                <c:pt idx="343">
                  <c:v>5.7597054039547208E-5</c:v>
                </c:pt>
                <c:pt idx="344">
                  <c:v>5.7384269608849533E-5</c:v>
                </c:pt>
                <c:pt idx="345">
                  <c:v>5.7169378851584789E-5</c:v>
                </c:pt>
                <c:pt idx="346">
                  <c:v>5.6952393303370577E-5</c:v>
                </c:pt>
                <c:pt idx="347">
                  <c:v>5.6733324561112178E-5</c:v>
                </c:pt>
                <c:pt idx="348">
                  <c:v>5.6512184282144242E-5</c:v>
                </c:pt>
                <c:pt idx="349">
                  <c:v>5.6288984183374297E-5</c:v>
                </c:pt>
                <c:pt idx="350">
                  <c:v>5.6063736040427888E-5</c:v>
                </c:pt>
                <c:pt idx="351">
                  <c:v>5.5836451686795461E-5</c:v>
                </c:pt>
                <c:pt idx="352">
                  <c:v>5.5607143012981081E-5</c:v>
                </c:pt>
                <c:pt idx="353">
                  <c:v>5.537582196565322E-5</c:v>
                </c:pt>
                <c:pt idx="354">
                  <c:v>5.5142500546797907E-5</c:v>
                </c:pt>
                <c:pt idx="355">
                  <c:v>5.4907190812874617E-5</c:v>
                </c:pt>
                <c:pt idx="356">
                  <c:v>5.4669904873975297E-5</c:v>
                </c:pt>
                <c:pt idx="357">
                  <c:v>5.4430654892986587E-5</c:v>
                </c:pt>
                <c:pt idx="358">
                  <c:v>5.4189453084755131E-5</c:v>
                </c:pt>
                <c:pt idx="359">
                  <c:v>5.3946311715255328E-5</c:v>
                </c:pt>
                <c:pt idx="360">
                  <c:v>5.3701243100760157E-5</c:v>
                </c:pt>
                <c:pt idx="361">
                  <c:v>5.3454259607015037E-5</c:v>
                </c:pt>
                <c:pt idx="362">
                  <c:v>5.3205373648415312E-5</c:v>
                </c:pt>
                <c:pt idx="363">
                  <c:v>5.2954597687187403E-5</c:v>
                </c:pt>
                <c:pt idx="364">
                  <c:v>5.2701944232573582E-5</c:v>
                </c:pt>
                <c:pt idx="365">
                  <c:v>5.2447425840020643E-5</c:v>
                </c:pt>
                <c:pt idx="366">
                  <c:v>5.2191055110371882E-5</c:v>
                </c:pt>
                <c:pt idx="367">
                  <c:v>5.1932844689062508E-5</c:v>
                </c:pt>
                <c:pt idx="368">
                  <c:v>5.1672807265318017E-5</c:v>
                </c:pt>
                <c:pt idx="369">
                  <c:v>5.1410955571355927E-5</c:v>
                </c:pt>
                <c:pt idx="370">
                  <c:v>5.1147302381591063E-5</c:v>
                </c:pt>
                <c:pt idx="371">
                  <c:v>5.0881860511844367E-5</c:v>
                </c:pt>
                <c:pt idx="372">
                  <c:v>5.0614642818555642E-5</c:v>
                </c:pt>
                <c:pt idx="373">
                  <c:v>5.0345662197999722E-5</c:v>
                </c:pt>
                <c:pt idx="374">
                  <c:v>5.0074931585506648E-5</c:v>
                </c:pt>
                <c:pt idx="375">
                  <c:v>4.980246395468591E-5</c:v>
                </c:pt>
                <c:pt idx="376">
                  <c:v>4.9528272316655137E-5</c:v>
                </c:pt>
                <c:pt idx="377">
                  <c:v>4.9252369719273489E-5</c:v>
                </c:pt>
                <c:pt idx="378">
                  <c:v>4.8974769246379271E-5</c:v>
                </c:pt>
                <c:pt idx="379">
                  <c:v>4.8695484017032001E-5</c:v>
                </c:pt>
                <c:pt idx="380">
                  <c:v>4.8414527184758617E-5</c:v>
                </c:pt>
                <c:pt idx="381">
                  <c:v>4.8131911936804307E-5</c:v>
                </c:pt>
                <c:pt idx="382">
                  <c:v>4.7847651493387949E-5</c:v>
                </c:pt>
                <c:pt idx="383">
                  <c:v>4.7561759106962457E-5</c:v>
                </c:pt>
                <c:pt idx="384">
                  <c:v>4.7274248061479982E-5</c:v>
                </c:pt>
                <c:pt idx="385">
                  <c:v>4.6985131671661372E-5</c:v>
                </c:pt>
                <c:pt idx="386">
                  <c:v>4.6694423282269922E-5</c:v>
                </c:pt>
                <c:pt idx="387">
                  <c:v>4.64021362673889E-5</c:v>
                </c:pt>
                <c:pt idx="388">
                  <c:v>4.6108284029703267E-5</c:v>
                </c:pt>
                <c:pt idx="389">
                  <c:v>4.5812879999785289E-5</c:v>
                </c:pt>
                <c:pt idx="390">
                  <c:v>4.5515937635384747E-5</c:v>
                </c:pt>
                <c:pt idx="391">
                  <c:v>4.5217470420723687E-5</c:v>
                </c:pt>
                <c:pt idx="392">
                  <c:v>4.4917491865795452E-5</c:v>
                </c:pt>
                <c:pt idx="393">
                  <c:v>4.4616015505667911E-5</c:v>
                </c:pt>
                <c:pt idx="394">
                  <c:v>4.4313054899790952E-5</c:v>
                </c:pt>
                <c:pt idx="395">
                  <c:v>4.4008623631308692E-5</c:v>
                </c:pt>
                <c:pt idx="396">
                  <c:v>4.3702735306376703E-5</c:v>
                </c:pt>
                <c:pt idx="397">
                  <c:v>4.3395403553484053E-5</c:v>
                </c:pt>
                <c:pt idx="398">
                  <c:v>4.308664202277985E-5</c:v>
                </c:pt>
                <c:pt idx="399">
                  <c:v>4.2776464385404017E-5</c:v>
                </c:pt>
                <c:pt idx="400">
                  <c:v>4.2464884332822383E-5</c:v>
                </c:pt>
                <c:pt idx="401">
                  <c:v>4.2151915576165878E-5</c:v>
                </c:pt>
                <c:pt idx="402">
                  <c:v>4.1837571845573978E-5</c:v>
                </c:pt>
                <c:pt idx="403">
                  <c:v>4.152186688954198E-5</c:v>
                </c:pt>
                <c:pt idx="404">
                  <c:v>4.1204814474272572E-5</c:v>
                </c:pt>
                <c:pt idx="405">
                  <c:v>4.0886428383031381E-5</c:v>
                </c:pt>
                <c:pt idx="406">
                  <c:v>4.0566722415507112E-5</c:v>
                </c:pt>
                <c:pt idx="407">
                  <c:v>4.0245710387176152E-5</c:v>
                </c:pt>
                <c:pt idx="408">
                  <c:v>3.9923406128671902E-5</c:v>
                </c:pt>
                <c:pt idx="409">
                  <c:v>3.9599823485158798E-5</c:v>
                </c:pt>
                <c:pt idx="410">
                  <c:v>3.927497631571043E-5</c:v>
                </c:pt>
                <c:pt idx="411">
                  <c:v>3.8948878492692078E-5</c:v>
                </c:pt>
                <c:pt idx="412">
                  <c:v>3.8621543901147382E-5</c:v>
                </c:pt>
                <c:pt idx="413">
                  <c:v>3.8292986438189113E-5</c:v>
                </c:pt>
                <c:pt idx="414">
                  <c:v>3.7963220012394007E-5</c:v>
                </c:pt>
                <c:pt idx="415">
                  <c:v>3.7632258543201972E-5</c:v>
                </c:pt>
                <c:pt idx="416">
                  <c:v>3.7300115960319342E-5</c:v>
                </c:pt>
                <c:pt idx="417">
                  <c:v>3.6966806203126567E-5</c:v>
                </c:pt>
                <c:pt idx="418">
                  <c:v>3.6632343220089818E-5</c:v>
                </c:pt>
                <c:pt idx="419">
                  <c:v>3.629674096817687E-5</c:v>
                </c:pt>
                <c:pt idx="420">
                  <c:v>3.596001341227736E-5</c:v>
                </c:pt>
                <c:pt idx="421">
                  <c:v>3.5622174524627577E-5</c:v>
                </c:pt>
                <c:pt idx="422">
                  <c:v>3.5283238284239583E-5</c:v>
                </c:pt>
                <c:pt idx="423">
                  <c:v>3.4943218676334691E-5</c:v>
                </c:pt>
                <c:pt idx="424">
                  <c:v>3.4602129691781672E-5</c:v>
                </c:pt>
                <c:pt idx="425">
                  <c:v>3.425998532653984E-5</c:v>
                </c:pt>
                <c:pt idx="426">
                  <c:v>3.3916799581107263E-5</c:v>
                </c:pt>
                <c:pt idx="427">
                  <c:v>3.3572586459973788E-5</c:v>
                </c:pt>
                <c:pt idx="428">
                  <c:v>3.3227359971078938E-5</c:v>
                </c:pt>
                <c:pt idx="429">
                  <c:v>3.2881134125274552E-5</c:v>
                </c:pt>
                <c:pt idx="430">
                  <c:v>3.2533922935792307E-5</c:v>
                </c:pt>
                <c:pt idx="431">
                  <c:v>3.2185740417715953E-5</c:v>
                </c:pt>
                <c:pt idx="432">
                  <c:v>3.1836600587458419E-5</c:v>
                </c:pt>
                <c:pt idx="433">
                  <c:v>3.148651746224382E-5</c:v>
                </c:pt>
                <c:pt idx="434">
                  <c:v>3.113550505959463E-5</c:v>
                </c:pt>
                <c:pt idx="435">
                  <c:v>3.0783577396823882E-5</c:v>
                </c:pt>
                <c:pt idx="436">
                  <c:v>3.043074849053198E-5</c:v>
                </c:pt>
                <c:pt idx="437">
                  <c:v>3.007703235610755E-5</c:v>
                </c:pt>
                <c:pt idx="438">
                  <c:v>2.972244300723218E-5</c:v>
                </c:pt>
                <c:pt idx="439">
                  <c:v>2.936699445538975E-5</c:v>
                </c:pt>
                <c:pt idx="440">
                  <c:v>2.9010700709380329E-5</c:v>
                </c:pt>
                <c:pt idx="441">
                  <c:v>2.8653575774839209E-5</c:v>
                </c:pt>
                <c:pt idx="442">
                  <c:v>2.829563365376086E-5</c:v>
                </c:pt>
                <c:pt idx="443">
                  <c:v>2.793688834402806E-5</c:v>
                </c:pt>
                <c:pt idx="444">
                  <c:v>2.7577353838945869E-5</c:v>
                </c:pt>
                <c:pt idx="445">
                  <c:v>2.7217044126780148E-5</c:v>
                </c:pt>
                <c:pt idx="446">
                  <c:v>2.685597319030002E-5</c:v>
                </c:pt>
                <c:pt idx="447">
                  <c:v>2.6494155006324261E-5</c:v>
                </c:pt>
                <c:pt idx="448">
                  <c:v>2.613160354527145E-5</c:v>
                </c:pt>
                <c:pt idx="449">
                  <c:v>2.5768332770714058E-5</c:v>
                </c:pt>
                <c:pt idx="450">
                  <c:v>2.5404356638936471E-5</c:v>
                </c:pt>
                <c:pt idx="451">
                  <c:v>2.5039689098496722E-5</c:v>
                </c:pt>
                <c:pt idx="452">
                  <c:v>2.4674344089792261E-5</c:v>
                </c:pt>
                <c:pt idx="453">
                  <c:v>2.4308335544629522E-5</c:v>
                </c:pt>
                <c:pt idx="454">
                  <c:v>2.3941677385797861E-5</c:v>
                </c:pt>
                <c:pt idx="455">
                  <c:v>2.3574383526647512E-5</c:v>
                </c:pt>
                <c:pt idx="456">
                  <c:v>2.3206467870671691E-5</c:v>
                </c:pt>
                <c:pt idx="457">
                  <c:v>2.2837944311092969E-5</c:v>
                </c:pt>
                <c:pt idx="458">
                  <c:v>2.2468826730453978E-5</c:v>
                </c:pt>
                <c:pt idx="459">
                  <c:v>2.209912900021234E-5</c:v>
                </c:pt>
                <c:pt idx="460">
                  <c:v>2.172886498034013E-5</c:v>
                </c:pt>
                <c:pt idx="461">
                  <c:v>2.1358048518927531E-5</c:v>
                </c:pt>
                <c:pt idx="462">
                  <c:v>2.0986693451790621E-5</c:v>
                </c:pt>
                <c:pt idx="463">
                  <c:v>2.061481360208283E-5</c:v>
                </c:pt>
                <c:pt idx="464">
                  <c:v>2.0242422779910389E-5</c:v>
                </c:pt>
                <c:pt idx="465">
                  <c:v>1.986953478195136E-5</c:v>
                </c:pt>
                <c:pt idx="466">
                  <c:v>1.94961633910787E-5</c:v>
                </c:pt>
                <c:pt idx="467">
                  <c:v>1.9122322375987071E-5</c:v>
                </c:pt>
                <c:pt idx="468">
                  <c:v>1.8748025490823439E-5</c:v>
                </c:pt>
                <c:pt idx="469">
                  <c:v>1.8373286474821501E-5</c:v>
                </c:pt>
                <c:pt idx="470">
                  <c:v>1.7998119051939971E-5</c:v>
                </c:pt>
                <c:pt idx="471">
                  <c:v>1.7622536930504728E-5</c:v>
                </c:pt>
                <c:pt idx="472">
                  <c:v>1.72465538028551E-5</c:v>
                </c:pt>
                <c:pt idx="473">
                  <c:v>1.6870183344993921E-5</c:v>
                </c:pt>
                <c:pt idx="474">
                  <c:v>1.6493439216241579E-5</c:v>
                </c:pt>
                <c:pt idx="475">
                  <c:v>1.6116335058893729E-5</c:v>
                </c:pt>
                <c:pt idx="476">
                  <c:v>1.5738884497883129E-5</c:v>
                </c:pt>
                <c:pt idx="477">
                  <c:v>1.5361101140445649E-5</c:v>
                </c:pt>
                <c:pt idx="478">
                  <c:v>1.49829985757906E-5</c:v>
                </c:pt>
                <c:pt idx="479">
                  <c:v>1.460459037477567E-5</c:v>
                </c:pt>
                <c:pt idx="480">
                  <c:v>1.4225890089586321E-5</c:v>
                </c:pt>
                <c:pt idx="481">
                  <c:v>1.3846911253419489E-5</c:v>
                </c:pt>
                <c:pt idx="482">
                  <c:v>1.346766738017141E-5</c:v>
                </c:pt>
                <c:pt idx="483">
                  <c:v>1.308817196412924E-5</c:v>
                </c:pt>
                <c:pt idx="484">
                  <c:v>1.2708438479666621E-5</c:v>
                </c:pt>
                <c:pt idx="485">
                  <c:v>1.232848038094265E-5</c:v>
                </c:pt>
                <c:pt idx="486">
                  <c:v>1.1948311101604389E-5</c:v>
                </c:pt>
                <c:pt idx="487">
                  <c:v>1.1567944054492791E-5</c:v>
                </c:pt>
                <c:pt idx="488">
                  <c:v>1.118739263135236E-5</c:v>
                </c:pt>
                <c:pt idx="489">
                  <c:v>1.080667020254495E-5</c:v>
                </c:pt>
                <c:pt idx="490">
                  <c:v>1.0425790116767631E-5</c:v>
                </c:pt>
                <c:pt idx="491">
                  <c:v>1.004476570077506E-5</c:v>
                </c:pt>
                <c:pt idx="492">
                  <c:v>9.6636102591063528E-6</c:v>
                </c:pt>
                <c:pt idx="493">
                  <c:v>9.2823370738162265E-6</c:v>
                </c:pt>
                <c:pt idx="494">
                  <c:v>8.9009594042101816E-6</c:v>
                </c:pt>
                <c:pt idx="495">
                  <c:v>8.5194904865832312E-6</c:v>
                </c:pt>
                <c:pt idx="496">
                  <c:v>8.1379435339619735E-6</c:v>
                </c:pt>
                <c:pt idx="497">
                  <c:v>7.7563317358501138E-6</c:v>
                </c:pt>
                <c:pt idx="498">
                  <c:v>7.3746682579776711E-6</c:v>
                </c:pt>
                <c:pt idx="499">
                  <c:v>6.9929662420540898E-6</c:v>
                </c:pt>
                <c:pt idx="500">
                  <c:v>6.6112388055254429E-6</c:v>
                </c:pt>
                <c:pt idx="501">
                  <c:v>6.2294990413358338E-6</c:v>
                </c:pt>
                <c:pt idx="502">
                  <c:v>5.8477600176929749E-6</c:v>
                </c:pt>
                <c:pt idx="503">
                  <c:v>5.4660347778377674E-6</c:v>
                </c:pt>
                <c:pt idx="504">
                  <c:v>5.0843363398176989E-6</c:v>
                </c:pt>
                <c:pt idx="505">
                  <c:v>4.7026776962640069E-6</c:v>
                </c:pt>
                <c:pt idx="506">
                  <c:v>4.3210718141727376E-6</c:v>
                </c:pt>
                <c:pt idx="507">
                  <c:v>3.939531634689796E-6</c:v>
                </c:pt>
                <c:pt idx="508">
                  <c:v>3.5580700729000142E-6</c:v>
                </c:pt>
                <c:pt idx="509">
                  <c:v>3.176700017620206E-6</c:v>
                </c:pt>
                <c:pt idx="510">
                  <c:v>2.7954343311961441E-6</c:v>
                </c:pt>
                <c:pt idx="511">
                  <c:v>2.4142858493034289E-6</c:v>
                </c:pt>
                <c:pt idx="512">
                  <c:v>2.033267380752188E-6</c:v>
                </c:pt>
                <c:pt idx="513">
                  <c:v>1.6523917072954539E-6</c:v>
                </c:pt>
                <c:pt idx="514">
                  <c:v>1.271671583440923E-6</c:v>
                </c:pt>
                <c:pt idx="515">
                  <c:v>8.9111973626576066E-7</c:v>
                </c:pt>
                <c:pt idx="516">
                  <c:v>5.1074886523418582E-7</c:v>
                </c:pt>
                <c:pt idx="517">
                  <c:v>1.3057164201793699E-7</c:v>
                </c:pt>
                <c:pt idx="518">
                  <c:v>-2.4939928968001098E-7</c:v>
                </c:pt>
                <c:pt idx="519">
                  <c:v>-6.2915131429801917E-7</c:v>
                </c:pt>
                <c:pt idx="520">
                  <c:v>-1.0086718445844211E-6</c:v>
                </c:pt>
                <c:pt idx="521">
                  <c:v>-1.3879483217623131E-6</c:v>
                </c:pt>
                <c:pt idx="522">
                  <c:v>-1.7669682156907689E-6</c:v>
                </c:pt>
                <c:pt idx="523">
                  <c:v>-2.1457190250227529E-6</c:v>
                </c:pt>
                <c:pt idx="524">
                  <c:v>-2.5241882773600039E-6</c:v>
                </c:pt>
                <c:pt idx="525">
                  <c:v>-2.9023635294050801E-6</c:v>
                </c:pt>
                <c:pt idx="526">
                  <c:v>-3.2802323671107921E-6</c:v>
                </c:pt>
                <c:pt idx="527">
                  <c:v>-3.6577824058272242E-6</c:v>
                </c:pt>
                <c:pt idx="528">
                  <c:v>-4.0350012904463251E-6</c:v>
                </c:pt>
                <c:pt idx="529">
                  <c:v>-4.4118766955439594E-6</c:v>
                </c:pt>
                <c:pt idx="530">
                  <c:v>-4.7883963255192218E-6</c:v>
                </c:pt>
                <c:pt idx="531">
                  <c:v>-5.1645479147310286E-6</c:v>
                </c:pt>
                <c:pt idx="532">
                  <c:v>-5.5403192276321421E-6</c:v>
                </c:pt>
                <c:pt idx="533">
                  <c:v>-5.9156980589008309E-6</c:v>
                </c:pt>
                <c:pt idx="534">
                  <c:v>-6.2906722335701516E-6</c:v>
                </c:pt>
                <c:pt idx="535">
                  <c:v>-6.665229607154695E-6</c:v>
                </c:pt>
                <c:pt idx="536">
                  <c:v>-7.0393580657747926E-6</c:v>
                </c:pt>
                <c:pt idx="537">
                  <c:v>-7.4130455262783674E-6</c:v>
                </c:pt>
                <c:pt idx="538">
                  <c:v>-7.786279936360462E-6</c:v>
                </c:pt>
                <c:pt idx="539">
                  <c:v>-8.1590492746802724E-6</c:v>
                </c:pt>
                <c:pt idx="540">
                  <c:v>-8.5313415509753907E-6</c:v>
                </c:pt>
                <c:pt idx="541">
                  <c:v>-8.9031448061731925E-6</c:v>
                </c:pt>
                <c:pt idx="542">
                  <c:v>-9.2744471124994931E-6</c:v>
                </c:pt>
                <c:pt idx="543">
                  <c:v>-9.6452365735847153E-6</c:v>
                </c:pt>
                <c:pt idx="544">
                  <c:v>-1.0015501324567699E-5</c:v>
                </c:pt>
                <c:pt idx="545">
                  <c:v>-1.0385229532197139E-5</c:v>
                </c:pt>
                <c:pt idx="546">
                  <c:v>-1.075440939493051E-5</c:v>
                </c:pt>
                <c:pt idx="547">
                  <c:v>-1.112302914303045E-5</c:v>
                </c:pt>
                <c:pt idx="548">
                  <c:v>-1.149107703865849E-5</c:v>
                </c:pt>
                <c:pt idx="549">
                  <c:v>-1.1858541375966189E-5</c:v>
                </c:pt>
                <c:pt idx="550">
                  <c:v>-1.2225410481183921E-5</c:v>
                </c:pt>
                <c:pt idx="551">
                  <c:v>-1.2591672712707369E-5</c:v>
                </c:pt>
                <c:pt idx="552">
                  <c:v>-1.295731646118217E-5</c:v>
                </c:pt>
                <c:pt idx="553">
                  <c:v>-1.332233014958645E-5</c:v>
                </c:pt>
                <c:pt idx="554">
                  <c:v>-1.368670223331152E-5</c:v>
                </c:pt>
                <c:pt idx="555">
                  <c:v>-1.4050421200240829E-5</c:v>
                </c:pt>
                <c:pt idx="556">
                  <c:v>-1.441347557082749E-5</c:v>
                </c:pt>
                <c:pt idx="557">
                  <c:v>-1.477585389817042E-5</c:v>
                </c:pt>
                <c:pt idx="558">
                  <c:v>-1.5137544768089189E-5</c:v>
                </c:pt>
                <c:pt idx="559">
                  <c:v>-1.549853679919713E-5</c:v>
                </c:pt>
                <c:pt idx="560">
                  <c:v>-1.5858818642973E-5</c:v>
                </c:pt>
                <c:pt idx="561">
                  <c:v>-1.6218378983831171E-5</c:v>
                </c:pt>
                <c:pt idx="562">
                  <c:v>-1.6577206539190519E-5</c:v>
                </c:pt>
                <c:pt idx="563">
                  <c:v>-1.6935290059541889E-5</c:v>
                </c:pt>
                <c:pt idx="564">
                  <c:v>-1.7292618328513719E-5</c:v>
                </c:pt>
                <c:pt idx="565">
                  <c:v>-1.764918016293585E-5</c:v>
                </c:pt>
                <c:pt idx="566">
                  <c:v>-1.8004964412901341E-5</c:v>
                </c:pt>
                <c:pt idx="567">
                  <c:v>-1.8359959961826632E-5</c:v>
                </c:pt>
                <c:pt idx="568">
                  <c:v>-1.8714155726509989E-5</c:v>
                </c:pt>
                <c:pt idx="569">
                  <c:v>-1.9067540657188679E-5</c:v>
                </c:pt>
                <c:pt idx="570">
                  <c:v>-1.9420103737594609E-5</c:v>
                </c:pt>
                <c:pt idx="571">
                  <c:v>-1.9771833985008881E-5</c:v>
                </c:pt>
                <c:pt idx="572">
                  <c:v>-2.0122720450315222E-5</c:v>
                </c:pt>
                <c:pt idx="573">
                  <c:v>-2.047275221805259E-5</c:v>
                </c:pt>
                <c:pt idx="574">
                  <c:v>-2.082191840646688E-5</c:v>
                </c:pt>
                <c:pt idx="575">
                  <c:v>-2.117020816756197E-5</c:v>
                </c:pt>
                <c:pt idx="576">
                  <c:v>-2.151761068715007E-5</c:v>
                </c:pt>
                <c:pt idx="577">
                  <c:v>-2.1864115184901259E-5</c:v>
                </c:pt>
                <c:pt idx="578">
                  <c:v>-2.2209710914392151E-5</c:v>
                </c:pt>
                <c:pt idx="579">
                  <c:v>-2.255438716315343E-5</c:v>
                </c:pt>
                <c:pt idx="580">
                  <c:v>-2.2898133252716451E-5</c:v>
                </c:pt>
                <c:pt idx="581">
                  <c:v>-2.324093853865927E-5</c:v>
                </c:pt>
                <c:pt idx="582">
                  <c:v>-2.358279241065242E-5</c:v>
                </c:pt>
                <c:pt idx="583">
                  <c:v>-2.3923684292504691E-5</c:v>
                </c:pt>
                <c:pt idx="584">
                  <c:v>-2.4263603642208852E-5</c:v>
                </c:pt>
                <c:pt idx="585">
                  <c:v>-2.4602539951987231E-5</c:v>
                </c:pt>
                <c:pt idx="586">
                  <c:v>-2.4940482748336889E-5</c:v>
                </c:pt>
                <c:pt idx="587">
                  <c:v>-2.5277421592074231E-5</c:v>
                </c:pt>
                <c:pt idx="588">
                  <c:v>-2.5613346078379038E-5</c:v>
                </c:pt>
                <c:pt idx="589">
                  <c:v>-2.5948245836837679E-5</c:v>
                </c:pt>
                <c:pt idx="590">
                  <c:v>-2.6282110531485921E-5</c:v>
                </c:pt>
                <c:pt idx="591">
                  <c:v>-2.6614929860850871E-5</c:v>
                </c:pt>
                <c:pt idx="592">
                  <c:v>-2.6946693557992402E-5</c:v>
                </c:pt>
                <c:pt idx="593">
                  <c:v>-2.7277391390543618E-5</c:v>
                </c:pt>
                <c:pt idx="594">
                  <c:v>-2.7607013160750801E-5</c:v>
                </c:pt>
                <c:pt idx="595">
                  <c:v>-2.7935548705512859E-5</c:v>
                </c:pt>
                <c:pt idx="596">
                  <c:v>-2.8262987896420729E-5</c:v>
                </c:pt>
                <c:pt idx="597">
                  <c:v>-2.8589320639796649E-5</c:v>
                </c:pt>
                <c:pt idx="598">
                  <c:v>-2.8914536876733311E-5</c:v>
                </c:pt>
                <c:pt idx="599">
                  <c:v>-2.9238626583132371E-5</c:v>
                </c:pt>
                <c:pt idx="600">
                  <c:v>-2.9561579769742391E-5</c:v>
                </c:pt>
                <c:pt idx="601">
                  <c:v>-2.9883386482196518E-5</c:v>
                </c:pt>
                <c:pt idx="602">
                  <c:v>-3.0204036801050421E-5</c:v>
                </c:pt>
                <c:pt idx="603">
                  <c:v>-3.052352084182108E-5</c:v>
                </c:pt>
                <c:pt idx="604">
                  <c:v>-3.0841828755026578E-5</c:v>
                </c:pt>
                <c:pt idx="605">
                  <c:v>-3.1158950726227063E-5</c:v>
                </c:pt>
                <c:pt idx="606">
                  <c:v>-3.1474876976066857E-5</c:v>
                </c:pt>
                <c:pt idx="607">
                  <c:v>-3.178959776031762E-5</c:v>
                </c:pt>
                <c:pt idx="608">
                  <c:v>-3.2103103369922303E-5</c:v>
                </c:pt>
                <c:pt idx="609">
                  <c:v>-3.2415384131039362E-5</c:v>
                </c:pt>
                <c:pt idx="610">
                  <c:v>-3.2726430405087138E-5</c:v>
                </c:pt>
                <c:pt idx="611">
                  <c:v>-3.3036232588788439E-5</c:v>
                </c:pt>
                <c:pt idx="612">
                  <c:v>-3.3344781114215672E-5</c:v>
                </c:pt>
                <c:pt idx="613">
                  <c:v>-3.3652066448836609E-5</c:v>
                </c:pt>
                <c:pt idx="614">
                  <c:v>-3.3958079095560812E-5</c:v>
                </c:pt>
                <c:pt idx="615">
                  <c:v>-3.426280959278656E-5</c:v>
                </c:pt>
                <c:pt idx="616">
                  <c:v>-3.456624851444897E-5</c:v>
                </c:pt>
                <c:pt idx="617">
                  <c:v>-3.4868386470069352E-5</c:v>
                </c:pt>
                <c:pt idx="618">
                  <c:v>-3.5169214104806077E-5</c:v>
                </c:pt>
                <c:pt idx="619">
                  <c:v>-3.5468722099506939E-5</c:v>
                </c:pt>
                <c:pt idx="620">
                  <c:v>-3.5766901170762832E-5</c:v>
                </c:pt>
                <c:pt idx="621">
                  <c:v>-3.606374207096276E-5</c:v>
                </c:pt>
                <c:pt idx="622">
                  <c:v>-3.6359235588350242E-5</c:v>
                </c:pt>
                <c:pt idx="623">
                  <c:v>-3.6653372547081308E-5</c:v>
                </c:pt>
                <c:pt idx="624">
                  <c:v>-3.6946143807284198E-5</c:v>
                </c:pt>
                <c:pt idx="625">
                  <c:v>-3.7237540265120628E-5</c:v>
                </c:pt>
                <c:pt idx="626">
                  <c:v>-3.7527552852848403E-5</c:v>
                </c:pt>
                <c:pt idx="627">
                  <c:v>-3.7816172538885128E-5</c:v>
                </c:pt>
                <c:pt idx="628">
                  <c:v>-3.8103390327873258E-5</c:v>
                </c:pt>
                <c:pt idx="629">
                  <c:v>-3.838919726074613E-5</c:v>
                </c:pt>
                <c:pt idx="630">
                  <c:v>-3.8673584414795448E-5</c:v>
                </c:pt>
                <c:pt idx="631">
                  <c:v>-3.8956542903740333E-5</c:v>
                </c:pt>
                <c:pt idx="632">
                  <c:v>-3.9238063877798233E-5</c:v>
                </c:pt>
                <c:pt idx="633">
                  <c:v>-3.951813852375764E-5</c:v>
                </c:pt>
                <c:pt idx="634">
                  <c:v>-3.9796758065052703E-5</c:v>
                </c:pt>
                <c:pt idx="635">
                  <c:v>-4.0073913761839368E-5</c:v>
                </c:pt>
                <c:pt idx="636">
                  <c:v>-4.0349596911073232E-5</c:v>
                </c:pt>
                <c:pt idx="637">
                  <c:v>-4.062379884658853E-5</c:v>
                </c:pt>
                <c:pt idx="638">
                  <c:v>-4.089651093917859E-5</c:v>
                </c:pt>
                <c:pt idx="639">
                  <c:v>-4.1167724596677751E-5</c:v>
                </c:pt>
                <c:pt idx="640">
                  <c:v>-4.1437431264045102E-5</c:v>
                </c:pt>
                <c:pt idx="641">
                  <c:v>-4.1705622423450482E-5</c:v>
                </c:pt>
                <c:pt idx="642">
                  <c:v>-4.1972289594362688E-5</c:v>
                </c:pt>
                <c:pt idx="643">
                  <c:v>-4.2237424333639443E-5</c:v>
                </c:pt>
                <c:pt idx="644">
                  <c:v>-4.2501018235618492E-5</c:v>
                </c:pt>
                <c:pt idx="645">
                  <c:v>-4.2763062932209903E-5</c:v>
                </c:pt>
                <c:pt idx="646">
                  <c:v>-4.3023550092989387E-5</c:v>
                </c:pt>
                <c:pt idx="647">
                  <c:v>-4.3282471425292707E-5</c:v>
                </c:pt>
                <c:pt idx="648">
                  <c:v>-4.3539818674310843E-5</c:v>
                </c:pt>
                <c:pt idx="649">
                  <c:v>-4.3795583623186193E-5</c:v>
                </c:pt>
                <c:pt idx="650">
                  <c:v>-4.4049758093110047E-5</c:v>
                </c:pt>
                <c:pt idx="651">
                  <c:v>-4.4302333943421713E-5</c:v>
                </c:pt>
                <c:pt idx="652">
                  <c:v>-4.4553303071709668E-5</c:v>
                </c:pt>
                <c:pt idx="653">
                  <c:v>-4.4802657413914819E-5</c:v>
                </c:pt>
                <c:pt idx="654">
                  <c:v>-4.5050388944435487E-5</c:v>
                </c:pt>
                <c:pt idx="655">
                  <c:v>-4.5296489676234038E-5</c:v>
                </c:pt>
                <c:pt idx="656">
                  <c:v>-4.5540951660945009E-5</c:v>
                </c:pt>
                <c:pt idx="657">
                  <c:v>-4.5783766988984963E-5</c:v>
                </c:pt>
                <c:pt idx="658">
                  <c:v>-4.6024927789664342E-5</c:v>
                </c:pt>
                <c:pt idx="659">
                  <c:v>-4.6264426231301687E-5</c:v>
                </c:pt>
                <c:pt idx="660">
                  <c:v>-4.6502254521340293E-5</c:v>
                </c:pt>
                <c:pt idx="661">
                  <c:v>-4.6738404906467078E-5</c:v>
                </c:pt>
                <c:pt idx="662">
                  <c:v>-4.6972869672733517E-5</c:v>
                </c:pt>
                <c:pt idx="663">
                  <c:v>-4.7205641145678472E-5</c:v>
                </c:pt>
                <c:pt idx="664">
                  <c:v>-4.7436711690453191E-5</c:v>
                </c:pt>
                <c:pt idx="665">
                  <c:v>-4.766607371194875E-5</c:v>
                </c:pt>
                <c:pt idx="666">
                  <c:v>-4.7893719654925513E-5</c:v>
                </c:pt>
                <c:pt idx="667">
                  <c:v>-4.8119642004144682E-5</c:v>
                </c:pt>
                <c:pt idx="668">
                  <c:v>-4.8343833284501792E-5</c:v>
                </c:pt>
                <c:pt idx="669">
                  <c:v>-4.8566286061162329E-5</c:v>
                </c:pt>
                <c:pt idx="670">
                  <c:v>-4.8786992939699568E-5</c:v>
                </c:pt>
                <c:pt idx="671">
                  <c:v>-4.9005946566234658E-5</c:v>
                </c:pt>
                <c:pt idx="672">
                  <c:v>-4.9223139627578792E-5</c:v>
                </c:pt>
                <c:pt idx="673">
                  <c:v>-4.9438564851377582E-5</c:v>
                </c:pt>
                <c:pt idx="674">
                  <c:v>-4.965221500625771E-5</c:v>
                </c:pt>
                <c:pt idx="675">
                  <c:v>-4.9864082901976342E-5</c:v>
                </c:pt>
                <c:pt idx="676">
                  <c:v>-5.0074161389573271E-5</c:v>
                </c:pt>
                <c:pt idx="677">
                  <c:v>-5.0282443361525787E-5</c:v>
                </c:pt>
                <c:pt idx="678">
                  <c:v>-5.0488921751905998E-5</c:v>
                </c:pt>
                <c:pt idx="679">
                  <c:v>-5.0693589536540452E-5</c:v>
                </c:pt>
                <c:pt idx="680">
                  <c:v>-5.0896439733172288E-5</c:v>
                </c:pt>
                <c:pt idx="681">
                  <c:v>-5.1097465401625667E-5</c:v>
                </c:pt>
                <c:pt idx="682">
                  <c:v>-5.1296659643972303E-5</c:v>
                </c:pt>
                <c:pt idx="683">
                  <c:v>-5.1494015604699843E-5</c:v>
                </c:pt>
                <c:pt idx="684">
                  <c:v>-5.1689526470882378E-5</c:v>
                </c:pt>
                <c:pt idx="685">
                  <c:v>-5.1883185472353111E-5</c:v>
                </c:pt>
                <c:pt idx="686">
                  <c:v>-5.2074985881879298E-5</c:v>
                </c:pt>
                <c:pt idx="687">
                  <c:v>-5.226492101534003E-5</c:v>
                </c:pt>
                <c:pt idx="688">
                  <c:v>-5.2452984231906532E-5</c:v>
                </c:pt>
                <c:pt idx="689">
                  <c:v>-5.2639168934224928E-5</c:v>
                </c:pt>
                <c:pt idx="690">
                  <c:v>-5.2823468568601141E-5</c:v>
                </c:pt>
                <c:pt idx="691">
                  <c:v>-5.3005876625187498E-5</c:v>
                </c:pt>
                <c:pt idx="692">
                  <c:v>-5.3186386638171188E-5</c:v>
                </c:pt>
                <c:pt idx="693">
                  <c:v>-5.3364992185964538E-5</c:v>
                </c:pt>
                <c:pt idx="694">
                  <c:v>-5.3541686891397563E-5</c:v>
                </c:pt>
                <c:pt idx="695">
                  <c:v>-5.3716464421912757E-5</c:v>
                </c:pt>
                <c:pt idx="696">
                  <c:v>-5.3889318489762272E-5</c:v>
                </c:pt>
                <c:pt idx="697">
                  <c:v>-5.4060242852207102E-5</c:v>
                </c:pt>
                <c:pt idx="698">
                  <c:v>-5.4229231311718408E-5</c:v>
                </c:pt>
                <c:pt idx="699">
                  <c:v>-5.4396277716180801E-5</c:v>
                </c:pt>
                <c:pt idx="700">
                  <c:v>-5.4561375959097297E-5</c:v>
                </c:pt>
                <c:pt idx="701">
                  <c:v>-5.4724519979796003E-5</c:v>
                </c:pt>
                <c:pt idx="702">
                  <c:v>-5.4885703763638302E-5</c:v>
                </c:pt>
                <c:pt idx="703">
                  <c:v>-5.5044921342229293E-5</c:v>
                </c:pt>
                <c:pt idx="704">
                  <c:v>-5.5202166793630791E-5</c:v>
                </c:pt>
                <c:pt idx="705">
                  <c:v>-5.5357434242577537E-5</c:v>
                </c:pt>
                <c:pt idx="706">
                  <c:v>-5.5510717860696161E-5</c:v>
                </c:pt>
                <c:pt idx="707">
                  <c:v>-5.566201186672706E-5</c:v>
                </c:pt>
                <c:pt idx="708">
                  <c:v>-5.5811310526749101E-5</c:v>
                </c:pt>
                <c:pt idx="709">
                  <c:v>-5.5958608154407423E-5</c:v>
                </c:pt>
                <c:pt idx="710">
                  <c:v>-5.6103899111144147E-5</c:v>
                </c:pt>
                <c:pt idx="711">
                  <c:v>-5.6247177806432167E-5</c:v>
                </c:pt>
                <c:pt idx="712">
                  <c:v>-5.6388438698011772E-5</c:v>
                </c:pt>
                <c:pt idx="713">
                  <c:v>-5.6527676292129912E-5</c:v>
                </c:pt>
                <c:pt idx="714">
                  <c:v>-5.6664885143781823E-5</c:v>
                </c:pt>
                <c:pt idx="715">
                  <c:v>-5.6800059856954413E-5</c:v>
                </c:pt>
                <c:pt idx="716">
                  <c:v>-5.6933195084871467E-5</c:v>
                </c:pt>
                <c:pt idx="717">
                  <c:v>-5.7064285530240498E-5</c:v>
                </c:pt>
                <c:pt idx="718">
                  <c:v>-5.7193325945501437E-5</c:v>
                </c:pt>
                <c:pt idx="719">
                  <c:v>-5.732031113307712E-5</c:v>
                </c:pt>
                <c:pt idx="720">
                  <c:v>-5.7445235945625738E-5</c:v>
                </c:pt>
                <c:pt idx="721">
                  <c:v>-5.7568095286294807E-5</c:v>
                </c:pt>
                <c:pt idx="722">
                  <c:v>-5.7688884108977428E-5</c:v>
                </c:pt>
                <c:pt idx="723">
                  <c:v>-5.7807597418571099E-5</c:v>
                </c:pt>
                <c:pt idx="724">
                  <c:v>-5.7924230271239498E-5</c:v>
                </c:pt>
                <c:pt idx="725">
                  <c:v>-5.8038777774676812E-5</c:v>
                </c:pt>
                <c:pt idx="726">
                  <c:v>-5.815123508837427E-5</c:v>
                </c:pt>
                <c:pt idx="727">
                  <c:v>-5.8261597423889253E-5</c:v>
                </c:pt>
                <c:pt idx="728">
                  <c:v>-5.8369860045116833E-5</c:v>
                </c:pt>
                <c:pt idx="729">
                  <c:v>-5.8476018268564193E-5</c:v>
                </c:pt>
                <c:pt idx="730">
                  <c:v>-5.8580067463627707E-5</c:v>
                </c:pt>
                <c:pt idx="731">
                  <c:v>-5.8682003052872962E-5</c:v>
                </c:pt>
                <c:pt idx="732">
                  <c:v>-5.8781820512317119E-5</c:v>
                </c:pt>
                <c:pt idx="733">
                  <c:v>-5.8879515371713442E-5</c:v>
                </c:pt>
                <c:pt idx="734">
                  <c:v>-5.8975083214837917E-5</c:v>
                </c:pt>
                <c:pt idx="735">
                  <c:v>-5.9068519679778117E-5</c:v>
                </c:pt>
                <c:pt idx="736">
                  <c:v>-5.9159820459224547E-5</c:v>
                </c:pt>
                <c:pt idx="737">
                  <c:v>-5.9248981300764902E-5</c:v>
                </c:pt>
                <c:pt idx="738">
                  <c:v>-5.9335998007181203E-5</c:v>
                </c:pt>
                <c:pt idx="739">
                  <c:v>-5.9420866436749743E-5</c:v>
                </c:pt>
                <c:pt idx="740">
                  <c:v>-5.9503582503543653E-5</c:v>
                </c:pt>
                <c:pt idx="741">
                  <c:v>-5.9584142177737883E-5</c:v>
                </c:pt>
                <c:pt idx="742">
                  <c:v>-5.9662541485916732E-5</c:v>
                </c:pt>
                <c:pt idx="743">
                  <c:v>-5.9738776511383869E-5</c:v>
                </c:pt>
                <c:pt idx="744">
                  <c:v>-5.9812843394474792E-5</c:v>
                </c:pt>
                <c:pt idx="745">
                  <c:v>-5.9884738332871578E-5</c:v>
                </c:pt>
                <c:pt idx="746">
                  <c:v>-5.9954457581919881E-5</c:v>
                </c:pt>
                <c:pt idx="747">
                  <c:v>-6.002199745494839E-5</c:v>
                </c:pt>
                <c:pt idx="748">
                  <c:v>-6.0087354323590917E-5</c:v>
                </c:pt>
                <c:pt idx="749">
                  <c:v>-6.0150524618110948E-5</c:v>
                </c:pt>
                <c:pt idx="750">
                  <c:v>-6.0211504827728208E-5</c:v>
                </c:pt>
                <c:pt idx="751">
                  <c:v>-6.0270291500947008E-5</c:v>
                </c:pt>
                <c:pt idx="752">
                  <c:v>-6.0326881245886043E-5</c:v>
                </c:pt>
                <c:pt idx="753">
                  <c:v>-6.0381270730609639E-5</c:v>
                </c:pt>
                <c:pt idx="754">
                  <c:v>-6.0433456683460873E-5</c:v>
                </c:pt>
                <c:pt idx="755">
                  <c:v>-6.0483435893396482E-5</c:v>
                </c:pt>
                <c:pt idx="756">
                  <c:v>-6.0531205210324252E-5</c:v>
                </c:pt>
                <c:pt idx="757">
                  <c:v>-6.0576761545442122E-5</c:v>
                </c:pt>
                <c:pt idx="758">
                  <c:v>-6.0620101871579002E-5</c:v>
                </c:pt>
                <c:pt idx="759">
                  <c:v>-6.066122322353662E-5</c:v>
                </c:pt>
                <c:pt idx="760">
                  <c:v>-6.0700122698432718E-5</c:v>
                </c:pt>
                <c:pt idx="761">
                  <c:v>-6.0736797456045821E-5</c:v>
                </c:pt>
                <c:pt idx="762">
                  <c:v>-6.0771244719162311E-5</c:v>
                </c:pt>
                <c:pt idx="763">
                  <c:v>-6.0803461773925833E-5</c:v>
                </c:pt>
                <c:pt idx="764">
                  <c:v>-6.0833445970189013E-5</c:v>
                </c:pt>
                <c:pt idx="765">
                  <c:v>-6.0861194721866898E-5</c:v>
                </c:pt>
                <c:pt idx="766">
                  <c:v>-6.0886705507292262E-5</c:v>
                </c:pt>
                <c:pt idx="767">
                  <c:v>-6.0909975869571948E-5</c:v>
                </c:pt>
                <c:pt idx="768">
                  <c:v>-6.0931003416944472E-5</c:v>
                </c:pt>
                <c:pt idx="769">
                  <c:v>-6.0949785823138157E-5</c:v>
                </c:pt>
                <c:pt idx="770">
                  <c:v>-6.0966320827730632E-5</c:v>
                </c:pt>
                <c:pt idx="771">
                  <c:v>-6.0980606236510078E-5</c:v>
                </c:pt>
                <c:pt idx="772">
                  <c:v>-6.0992639921838638E-5</c:v>
                </c:pt>
                <c:pt idx="773">
                  <c:v>-6.1002419823017567E-5</c:v>
                </c:pt>
                <c:pt idx="774">
                  <c:v>-6.1009943946653818E-5</c:v>
                </c:pt>
                <c:pt idx="775">
                  <c:v>-6.1015210367027581E-5</c:v>
                </c:pt>
                <c:pt idx="776">
                  <c:v>-6.1018217226460829E-5</c:v>
                </c:pt>
                <c:pt idx="777">
                  <c:v>-6.1018962735686877E-5</c:v>
                </c:pt>
                <c:pt idx="778">
                  <c:v>-6.1017445174221063E-5</c:v>
                </c:pt>
                <c:pt idx="779">
                  <c:v>-6.1013662890732357E-5</c:v>
                </c:pt>
                <c:pt idx="780">
                  <c:v>-6.1007614303416113E-5</c:v>
                </c:pt>
                <c:pt idx="781">
                  <c:v>-6.0999297900367802E-5</c:v>
                </c:pt>
                <c:pt idx="782">
                  <c:v>-6.0988712239957543E-5</c:v>
                </c:pt>
                <c:pt idx="783">
                  <c:v>-6.0975855951205589E-5</c:v>
                </c:pt>
                <c:pt idx="784">
                  <c:v>-6.0960727734158388E-5</c:v>
                </c:pt>
                <c:pt idx="785">
                  <c:v>-6.0943326360265312E-5</c:v>
                </c:pt>
                <c:pt idx="786">
                  <c:v>-6.0923650672755529E-5</c:v>
                </c:pt>
                <c:pt idx="787">
                  <c:v>-6.0901699587014653E-5</c:v>
                </c:pt>
                <c:pt idx="788">
                  <c:v>-6.0877472090960332E-5</c:v>
                </c:pt>
                <c:pt idx="789">
                  <c:v>-6.0850967245417253E-5</c:v>
                </c:pt>
                <c:pt idx="790">
                  <c:v>-6.0822184184491377E-5</c:v>
                </c:pt>
                <c:pt idx="791">
                  <c:v>-6.0791122115944453E-5</c:v>
                </c:pt>
                <c:pt idx="792">
                  <c:v>-6.0757780321568308E-5</c:v>
                </c:pt>
                <c:pt idx="793">
                  <c:v>-6.0722158157559381E-5</c:v>
                </c:pt>
                <c:pt idx="794">
                  <c:v>-6.0684255054892852E-5</c:v>
                </c:pt>
                <c:pt idx="795">
                  <c:v>-6.0644070519696159E-5</c:v>
                </c:pt>
                <c:pt idx="796">
                  <c:v>-6.0601604133621762E-5</c:v>
                </c:pt>
                <c:pt idx="797">
                  <c:v>-6.0556855554219132E-5</c:v>
                </c:pt>
                <c:pt idx="798">
                  <c:v>-6.0509824515305999E-5</c:v>
                </c:pt>
                <c:pt idx="799">
                  <c:v>-6.0460510827338993E-5</c:v>
                </c:pt>
                <c:pt idx="800">
                  <c:v>-6.0408914377783683E-5</c:v>
                </c:pt>
                <c:pt idx="801">
                  <c:v>-6.0355035131483918E-5</c:v>
                </c:pt>
                <c:pt idx="802">
                  <c:v>-6.0298873131030528E-5</c:v>
                </c:pt>
                <c:pt idx="803">
                  <c:v>-6.0240428497129061E-5</c:v>
                </c:pt>
                <c:pt idx="804">
                  <c:v>-6.0179701428966797E-5</c:v>
                </c:pt>
                <c:pt idx="805">
                  <c:v>-6.0116692204579102E-5</c:v>
                </c:pt>
                <c:pt idx="806">
                  <c:v>-6.005140118121461E-5</c:v>
                </c:pt>
                <c:pt idx="807">
                  <c:v>-5.9983828795699562E-5</c:v>
                </c:pt>
                <c:pt idx="808">
                  <c:v>-5.9913975564800628E-5</c:v>
                </c:pt>
                <c:pt idx="809">
                  <c:v>-5.9841842085586928E-5</c:v>
                </c:pt>
                <c:pt idx="810">
                  <c:v>-5.9767429035791227E-5</c:v>
                </c:pt>
                <c:pt idx="811">
                  <c:v>-5.9690737174170183E-5</c:v>
                </c:pt>
                <c:pt idx="812">
                  <c:v>-5.961176734086344E-5</c:v>
                </c:pt>
                <c:pt idx="813">
                  <c:v>-5.9530520457751509E-5</c:v>
                </c:pt>
                <c:pt idx="814">
                  <c:v>-5.9446997528811817E-5</c:v>
                </c:pt>
                <c:pt idx="815">
                  <c:v>-5.9361199640473461E-5</c:v>
                </c:pt>
                <c:pt idx="816">
                  <c:v>-5.9273127961970291E-5</c:v>
                </c:pt>
                <c:pt idx="817">
                  <c:v>-5.9182783745692183E-5</c:v>
                </c:pt>
                <c:pt idx="818">
                  <c:v>-5.9090168327534438E-5</c:v>
                </c:pt>
                <c:pt idx="819">
                  <c:v>-5.8995283127245132E-5</c:v>
                </c:pt>
                <c:pt idx="820">
                  <c:v>-5.8898129648770219E-5</c:v>
                </c:pt>
                <c:pt idx="821">
                  <c:v>-5.879870948059669E-5</c:v>
                </c:pt>
                <c:pt idx="822">
                  <c:v>-5.8697024296093407E-5</c:v>
                </c:pt>
                <c:pt idx="823">
                  <c:v>-5.8593075853849589E-5</c:v>
                </c:pt>
                <c:pt idx="824">
                  <c:v>-5.8486865998010582E-5</c:v>
                </c:pt>
                <c:pt idx="825">
                  <c:v>-5.8378396658610528E-5</c:v>
                </c:pt>
                <c:pt idx="826">
                  <c:v>-5.8267669851901821E-5</c:v>
                </c:pt>
                <c:pt idx="827">
                  <c:v>-5.8154687680681143E-5</c:v>
                </c:pt>
                <c:pt idx="828">
                  <c:v>-5.8039452334611903E-5</c:v>
                </c:pt>
                <c:pt idx="829">
                  <c:v>-5.7921966090543213E-5</c:v>
                </c:pt>
                <c:pt idx="830">
                  <c:v>-5.7802231312825407E-5</c:v>
                </c:pt>
                <c:pt idx="831">
                  <c:v>-5.768025045362239E-5</c:v>
                </c:pt>
                <c:pt idx="832">
                  <c:v>-5.7556026053220998E-5</c:v>
                </c:pt>
                <c:pt idx="833">
                  <c:v>-5.7429560740337662E-5</c:v>
                </c:pt>
                <c:pt idx="834">
                  <c:v>-5.7300857232421512E-5</c:v>
                </c:pt>
                <c:pt idx="835">
                  <c:v>-5.7169918335954259E-5</c:v>
                </c:pt>
                <c:pt idx="836">
                  <c:v>-5.7036746946746087E-5</c:v>
                </c:pt>
                <c:pt idx="837">
                  <c:v>-5.6901346050227837E-5</c:v>
                </c:pt>
                <c:pt idx="838">
                  <c:v>-5.6763718721739159E-5</c:v>
                </c:pt>
                <c:pt idx="839">
                  <c:v>-5.6623868126812993E-5</c:v>
                </c:pt>
                <c:pt idx="840">
                  <c:v>-5.6481797521455983E-5</c:v>
                </c:pt>
                <c:pt idx="841">
                  <c:v>-5.6337510252424568E-5</c:v>
                </c:pt>
                <c:pt idx="842">
                  <c:v>-5.6191009757496641E-5</c:v>
                </c:pt>
                <c:pt idx="843">
                  <c:v>-5.6042299565738829E-5</c:v>
                </c:pt>
                <c:pt idx="844">
                  <c:v>-5.5891383297769247E-5</c:v>
                </c:pt>
                <c:pt idx="845">
                  <c:v>-5.5738264666015958E-5</c:v>
                </c:pt>
                <c:pt idx="846">
                  <c:v>-5.558294747497086E-5</c:v>
                </c:pt>
                <c:pt idx="847">
                  <c:v>-5.5425435621439012E-5</c:v>
                </c:pt>
                <c:pt idx="848">
                  <c:v>-5.5265733094783318E-5</c:v>
                </c:pt>
                <c:pt idx="849">
                  <c:v>-5.5103843977164588E-5</c:v>
                </c:pt>
                <c:pt idx="850">
                  <c:v>-5.4939772443776853E-5</c:v>
                </c:pt>
                <c:pt idx="851">
                  <c:v>-5.4773522763077779E-5</c:v>
                </c:pt>
                <c:pt idx="852">
                  <c:v>-5.4605099297014177E-5</c:v>
                </c:pt>
                <c:pt idx="853">
                  <c:v>-5.4434506501242438E-5</c:v>
                </c:pt>
                <c:pt idx="854">
                  <c:v>-5.4261748925344159E-5</c:v>
                </c:pt>
                <c:pt idx="855">
                  <c:v>-5.4086831213036698E-5</c:v>
                </c:pt>
                <c:pt idx="856">
                  <c:v>-5.3909758102378503E-5</c:v>
                </c:pt>
                <c:pt idx="857">
                  <c:v>-5.3730534425968732E-5</c:v>
                </c:pt>
                <c:pt idx="858">
                  <c:v>-5.3549165111141107E-5</c:v>
                </c:pt>
                <c:pt idx="859">
                  <c:v>-5.3365655180151561E-5</c:v>
                </c:pt>
                <c:pt idx="860">
                  <c:v>-5.3180009750359702E-5</c:v>
                </c:pt>
                <c:pt idx="861">
                  <c:v>-5.2992234034404029E-5</c:v>
                </c:pt>
                <c:pt idx="862">
                  <c:v>-5.2802333340370918E-5</c:v>
                </c:pt>
                <c:pt idx="863">
                  <c:v>-5.2610313071957389E-5</c:v>
                </c:pt>
                <c:pt idx="864">
                  <c:v>-5.2416178728627697E-5</c:v>
                </c:pt>
                <c:pt idx="865">
                  <c:v>-5.2219935905763549E-5</c:v>
                </c:pt>
                <c:pt idx="866">
                  <c:v>-5.2021590294807977E-5</c:v>
                </c:pt>
                <c:pt idx="867">
                  <c:v>-5.182114768340323E-5</c:v>
                </c:pt>
                <c:pt idx="868">
                  <c:v>-5.1618613955522082E-5</c:v>
                </c:pt>
                <c:pt idx="869">
                  <c:v>-5.1413995091592619E-5</c:v>
                </c:pt>
                <c:pt idx="870">
                  <c:v>-5.1207297168616428E-5</c:v>
                </c:pt>
                <c:pt idx="871">
                  <c:v>-5.0998526360279719E-5</c:v>
                </c:pt>
                <c:pt idx="872">
                  <c:v>-5.0787688937057901E-5</c:v>
                </c:pt>
                <c:pt idx="873">
                  <c:v>-5.0574791266313892E-5</c:v>
                </c:pt>
                <c:pt idx="874">
                  <c:v>-5.0359839812390288E-5</c:v>
                </c:pt>
                <c:pt idx="875">
                  <c:v>-5.0142841136695819E-5</c:v>
                </c:pt>
                <c:pt idx="876">
                  <c:v>-4.9923801897785048E-5</c:v>
                </c:pt>
                <c:pt idx="877">
                  <c:v>-4.9702728851431438E-5</c:v>
                </c:pt>
                <c:pt idx="878">
                  <c:v>-4.947962885069302E-5</c:v>
                </c:pt>
                <c:pt idx="879">
                  <c:v>-4.9254508845971231E-5</c:v>
                </c:pt>
                <c:pt idx="880">
                  <c:v>-4.902737588506252E-5</c:v>
                </c:pt>
                <c:pt idx="881">
                  <c:v>-4.8798237113202922E-5</c:v>
                </c:pt>
                <c:pt idx="882">
                  <c:v>-4.8567099773105662E-5</c:v>
                </c:pt>
                <c:pt idx="883">
                  <c:v>-4.8333971204991679E-5</c:v>
                </c:pt>
                <c:pt idx="884">
                  <c:v>-4.8098858846612812E-5</c:v>
                </c:pt>
                <c:pt idx="885">
                  <c:v>-4.7861770233267447E-5</c:v>
                </c:pt>
                <c:pt idx="886">
                  <c:v>-4.7622712997808281E-5</c:v>
                </c:pt>
                <c:pt idx="887">
                  <c:v>-4.7381694870641711E-5</c:v>
                </c:pt>
                <c:pt idx="888">
                  <c:v>-4.7138723679719077E-5</c:v>
                </c:pt>
                <c:pt idx="889">
                  <c:v>-4.6893807350519548E-5</c:v>
                </c:pt>
                <c:pt idx="890">
                  <c:v>-4.6646953906024998E-5</c:v>
                </c:pt>
                <c:pt idx="891">
                  <c:v>-4.6398171466686958E-5</c:v>
                </c:pt>
                <c:pt idx="892">
                  <c:v>-4.6147468250385329E-5</c:v>
                </c:pt>
                <c:pt idx="893">
                  <c:v>-4.5894852572379148E-5</c:v>
                </c:pt>
                <c:pt idx="894">
                  <c:v>-4.5640332845249433E-5</c:v>
                </c:pt>
                <c:pt idx="895">
                  <c:v>-4.538391757883409E-5</c:v>
                </c:pt>
                <c:pt idx="896">
                  <c:v>-4.5125615380155307E-5</c:v>
                </c:pt>
                <c:pt idx="897">
                  <c:v>-4.4865434953338949E-5</c:v>
                </c:pt>
                <c:pt idx="898">
                  <c:v>-4.4603385099526168E-5</c:v>
                </c:pt>
                <c:pt idx="899">
                  <c:v>-4.4339474716777068E-5</c:v>
                </c:pt>
                <c:pt idx="900">
                  <c:v>-4.407371279996638E-5</c:v>
                </c:pt>
                <c:pt idx="901">
                  <c:v>-4.380610844067134E-5</c:v>
                </c:pt>
                <c:pt idx="902">
                  <c:v>-4.3536670827052142E-5</c:v>
                </c:pt>
                <c:pt idx="903">
                  <c:v>-4.3265409243724988E-5</c:v>
                </c:pt>
                <c:pt idx="904">
                  <c:v>-4.2992333071627988E-5</c:v>
                </c:pt>
                <c:pt idx="905">
                  <c:v>-4.2717451787879512E-5</c:v>
                </c:pt>
                <c:pt idx="906">
                  <c:v>-4.2440774965628799E-5</c:v>
                </c:pt>
                <c:pt idx="907">
                  <c:v>-4.2162312273898777E-5</c:v>
                </c:pt>
                <c:pt idx="908">
                  <c:v>-4.188207347742063E-5</c:v>
                </c:pt>
                <c:pt idx="909">
                  <c:v>-4.1600068436460378E-5</c:v>
                </c:pt>
                <c:pt idx="910">
                  <c:v>-4.1316307106637723E-5</c:v>
                </c:pt>
                <c:pt idx="911">
                  <c:v>-4.1030799538737252E-5</c:v>
                </c:pt>
                <c:pt idx="912">
                  <c:v>-4.0743555878512538E-5</c:v>
                </c:pt>
                <c:pt idx="913">
                  <c:v>-4.0454586366483169E-5</c:v>
                </c:pt>
                <c:pt idx="914">
                  <c:v>-4.0163901337724511E-5</c:v>
                </c:pt>
                <c:pt idx="915">
                  <c:v>-3.9871511221650263E-5</c:v>
                </c:pt>
                <c:pt idx="916">
                  <c:v>-3.9577426541787138E-5</c:v>
                </c:pt>
                <c:pt idx="917">
                  <c:v>-3.9281657915541598E-5</c:v>
                </c:pt>
                <c:pt idx="918">
                  <c:v>-3.898421605395859E-5</c:v>
                </c:pt>
                <c:pt idx="919">
                  <c:v>-3.8685111761472072E-5</c:v>
                </c:pt>
                <c:pt idx="920">
                  <c:v>-3.8384355935647591E-5</c:v>
                </c:pt>
                <c:pt idx="921">
                  <c:v>-3.8081959566916631E-5</c:v>
                </c:pt>
                <c:pt idx="922">
                  <c:v>-3.7777933738302953E-5</c:v>
                </c:pt>
                <c:pt idx="923">
                  <c:v>-3.7472289625140849E-5</c:v>
                </c:pt>
                <c:pt idx="924">
                  <c:v>-3.7165038494785241E-5</c:v>
                </c:pt>
                <c:pt idx="925">
                  <c:v>-3.6856191706313538E-5</c:v>
                </c:pt>
                <c:pt idx="926">
                  <c:v>-3.6545760710219402E-5</c:v>
                </c:pt>
                <c:pt idx="927">
                  <c:v>-3.6233757048098137E-5</c:v>
                </c:pt>
                <c:pt idx="928">
                  <c:v>-3.592019235232389E-5</c:v>
                </c:pt>
                <c:pt idx="929">
                  <c:v>-3.5605078345718092E-5</c:v>
                </c:pt>
                <c:pt idx="930">
                  <c:v>-3.5288426841209898E-5</c:v>
                </c:pt>
                <c:pt idx="931">
                  <c:v>-3.4970249741488522E-5</c:v>
                </c:pt>
                <c:pt idx="932">
                  <c:v>-3.4650559038647929E-5</c:v>
                </c:pt>
                <c:pt idx="933">
                  <c:v>-3.4329366813823757E-5</c:v>
                </c:pt>
                <c:pt idx="934">
                  <c:v>-3.4006685236822023E-5</c:v>
                </c:pt>
                <c:pt idx="935">
                  <c:v>-3.3682526565739153E-5</c:v>
                </c:pt>
                <c:pt idx="936">
                  <c:v>-3.3356903146573401E-5</c:v>
                </c:pt>
                <c:pt idx="937">
                  <c:v>-3.3029827412827183E-5</c:v>
                </c:pt>
                <c:pt idx="938">
                  <c:v>-3.2701311885100737E-5</c:v>
                </c:pt>
                <c:pt idx="939">
                  <c:v>-3.2371369170677019E-5</c:v>
                </c:pt>
                <c:pt idx="940">
                  <c:v>-3.2040011963097821E-5</c:v>
                </c:pt>
                <c:pt idx="941">
                  <c:v>-3.1707253041731631E-5</c:v>
                </c:pt>
                <c:pt idx="942">
                  <c:v>-3.1373105271333113E-5</c:v>
                </c:pt>
                <c:pt idx="943">
                  <c:v>-3.1037581601594218E-5</c:v>
                </c:pt>
                <c:pt idx="944">
                  <c:v>-3.0700695066686777E-5</c:v>
                </c:pt>
                <c:pt idx="945">
                  <c:v>-3.0362458784796501E-5</c:v>
                </c:pt>
                <c:pt idx="946">
                  <c:v>-3.002288595764827E-5</c:v>
                </c:pt>
                <c:pt idx="947">
                  <c:v>-2.9681989870023151E-5</c:v>
                </c:pt>
                <c:pt idx="948">
                  <c:v>-2.9339783889266871E-5</c:v>
                </c:pt>
                <c:pt idx="949">
                  <c:v>-2.8996281464790021E-5</c:v>
                </c:pt>
                <c:pt idx="950">
                  <c:v>-2.8651496127560029E-5</c:v>
                </c:pt>
                <c:pt idx="951">
                  <c:v>-2.8305441489584671E-5</c:v>
                </c:pt>
                <c:pt idx="952">
                  <c:v>-2.795813124338701E-5</c:v>
                </c:pt>
                <c:pt idx="953">
                  <c:v>-2.7609579161471331E-5</c:v>
                </c:pt>
                <c:pt idx="954">
                  <c:v>-2.7259799095780121E-5</c:v>
                </c:pt>
                <c:pt idx="955">
                  <c:v>-2.6908804977142341E-5</c:v>
                </c:pt>
                <c:pt idx="956">
                  <c:v>-2.655661081471369E-5</c:v>
                </c:pt>
                <c:pt idx="957">
                  <c:v>-2.6203230695408882E-5</c:v>
                </c:pt>
                <c:pt idx="958">
                  <c:v>-2.5848678783325629E-5</c:v>
                </c:pt>
                <c:pt idx="959">
                  <c:v>-2.549296931916029E-5</c:v>
                </c:pt>
                <c:pt idx="960">
                  <c:v>-2.5136116619614869E-5</c:v>
                </c:pt>
                <c:pt idx="961">
                  <c:v>-2.4778135076795651E-5</c:v>
                </c:pt>
                <c:pt idx="962">
                  <c:v>-2.4419039157603471E-5</c:v>
                </c:pt>
                <c:pt idx="963">
                  <c:v>-2.4058843403115531E-5</c:v>
                </c:pt>
                <c:pt idx="964">
                  <c:v>-2.3697562427958431E-5</c:v>
                </c:pt>
                <c:pt idx="965">
                  <c:v>-2.3335210919672271E-5</c:v>
                </c:pt>
                <c:pt idx="966">
                  <c:v>-2.2971803638066101E-5</c:v>
                </c:pt>
                <c:pt idx="967">
                  <c:v>-2.2607355414564758E-5</c:v>
                </c:pt>
                <c:pt idx="968">
                  <c:v>-2.224188115154758E-5</c:v>
                </c:pt>
                <c:pt idx="969">
                  <c:v>-2.1875395821679161E-5</c:v>
                </c:pt>
                <c:pt idx="970">
                  <c:v>-2.1507914467232389E-5</c:v>
                </c:pt>
                <c:pt idx="971">
                  <c:v>-2.1139452199403491E-5</c:v>
                </c:pt>
                <c:pt idx="972">
                  <c:v>-2.0770024197619009E-5</c:v>
                </c:pt>
                <c:pt idx="973">
                  <c:v>-2.0399645708834342E-5</c:v>
                </c:pt>
                <c:pt idx="974">
                  <c:v>-2.0028332046823761E-5</c:v>
                </c:pt>
                <c:pt idx="975">
                  <c:v>-1.9656098591461969E-5</c:v>
                </c:pt>
                <c:pt idx="976">
                  <c:v>-1.9282960787997779E-5</c:v>
                </c:pt>
                <c:pt idx="977">
                  <c:v>-1.8908934146319948E-5</c:v>
                </c:pt>
                <c:pt idx="978">
                  <c:v>-1.8534034240215198E-5</c:v>
                </c:pt>
                <c:pt idx="979">
                  <c:v>-1.8158276706617818E-5</c:v>
                </c:pt>
                <c:pt idx="980">
                  <c:v>-1.778167724485095E-5</c:v>
                </c:pt>
                <c:pt idx="981">
                  <c:v>-1.7404251615859311E-5</c:v>
                </c:pt>
                <c:pt idx="982">
                  <c:v>-1.702601564143387E-5</c:v>
                </c:pt>
                <c:pt idx="983">
                  <c:v>-1.664698520342856E-5</c:v>
                </c:pt>
                <c:pt idx="984">
                  <c:v>-1.6267176242969388E-5</c:v>
                </c:pt>
                <c:pt idx="985">
                  <c:v>-1.5886604759655931E-5</c:v>
                </c:pt>
                <c:pt idx="986">
                  <c:v>-1.5505286810755221E-5</c:v>
                </c:pt>
                <c:pt idx="987">
                  <c:v>-1.512323851038758E-5</c:v>
                </c:pt>
                <c:pt idx="988">
                  <c:v>-1.4740476028704341E-5</c:v>
                </c:pt>
                <c:pt idx="989">
                  <c:v>-1.435701559105764E-5</c:v>
                </c:pt>
                <c:pt idx="990">
                  <c:v>-1.39728734771626E-5</c:v>
                </c:pt>
                <c:pt idx="991">
                  <c:v>-1.358806602025251E-5</c:v>
                </c:pt>
                <c:pt idx="992">
                  <c:v>-1.320260960622694E-5</c:v>
                </c:pt>
                <c:pt idx="993">
                  <c:v>-1.28165206727927E-5</c:v>
                </c:pt>
                <c:pt idx="994">
                  <c:v>-1.2429815708597161E-5</c:v>
                </c:pt>
                <c:pt idx="995">
                  <c:v>-1.204251125235366E-5</c:v>
                </c:pt>
                <c:pt idx="996">
                  <c:v>-1.1654623891958811E-5</c:v>
                </c:pt>
                <c:pt idx="997">
                  <c:v>-1.1266170263601869E-5</c:v>
                </c:pt>
                <c:pt idx="998">
                  <c:v>-1.087716705086612E-5</c:v>
                </c:pt>
                <c:pt idx="999">
                  <c:v>-1.0487630983822541E-5</c:v>
                </c:pt>
                <c:pt idx="1000">
                  <c:v>-1.0097578838116239E-5</c:v>
                </c:pt>
                <c:pt idx="1001">
                  <c:v>-9.7070274340458242E-6</c:v>
                </c:pt>
                <c:pt idx="1002">
                  <c:v>-9.3159936356357882E-6</c:v>
                </c:pt>
                <c:pt idx="1003">
                  <c:v>-8.924494349701785E-6</c:v>
                </c:pt>
                <c:pt idx="1004">
                  <c:v>-8.5325465249087137E-6</c:v>
                </c:pt>
                <c:pt idx="1005">
                  <c:v>-8.1401671508217194E-6</c:v>
                </c:pt>
                <c:pt idx="1006">
                  <c:v>-7.7473732569502948E-6</c:v>
                </c:pt>
                <c:pt idx="1007">
                  <c:v>-7.3541819117856281E-6</c:v>
                </c:pt>
                <c:pt idx="1008">
                  <c:v>-6.9606102218313726E-6</c:v>
                </c:pt>
                <c:pt idx="1009">
                  <c:v>-6.5666753306281446E-6</c:v>
                </c:pt>
                <c:pt idx="1010">
                  <c:v>-6.1723944177720256E-6</c:v>
                </c:pt>
                <c:pt idx="1011">
                  <c:v>-5.7777846979271579E-6</c:v>
                </c:pt>
                <c:pt idx="1012">
                  <c:v>-5.3828634198321101E-6</c:v>
                </c:pt>
                <c:pt idx="1013">
                  <c:v>-4.9876478652996487E-6</c:v>
                </c:pt>
                <c:pt idx="1014">
                  <c:v>-4.5921553482099118E-6</c:v>
                </c:pt>
                <c:pt idx="1015">
                  <c:v>-4.1964032134975038E-6</c:v>
                </c:pt>
                <c:pt idx="1016">
                  <c:v>-3.8004088361331628E-6</c:v>
                </c:pt>
                <c:pt idx="1017">
                  <c:v>-3.404189620100298E-6</c:v>
                </c:pt>
                <c:pt idx="1018">
                  <c:v>-3.0077629973662479E-6</c:v>
                </c:pt>
                <c:pt idx="1019">
                  <c:v>-2.6111464268479629E-6</c:v>
                </c:pt>
                <c:pt idx="1020">
                  <c:v>-2.2143573933719562E-6</c:v>
                </c:pt>
                <c:pt idx="1021">
                  <c:v>-1.8174134066286419E-6</c:v>
                </c:pt>
                <c:pt idx="1022">
                  <c:v>-1.4203320001212729E-6</c:v>
                </c:pt>
                <c:pt idx="1023">
                  <c:v>-1.0231307301096919E-6</c:v>
                </c:pt>
                <c:pt idx="1024">
                  <c:v>-6.2582717454913835E-7</c:v>
                </c:pt>
                <c:pt idx="1025">
                  <c:v>-2.2843893202435531E-7</c:v>
                </c:pt>
                <c:pt idx="1026">
                  <c:v>1.6901637932066011E-7</c:v>
                </c:pt>
                <c:pt idx="1027">
                  <c:v>5.6652112285683594E-7</c:v>
                </c:pt>
                <c:pt idx="1028">
                  <c:v>9.6405764454777546E-7</c:v>
                </c:pt>
                <c:pt idx="1029">
                  <c:v>1.361608274030937E-6</c:v>
                </c:pt>
                <c:pt idx="1030">
                  <c:v>1.7591553257023221E-6</c:v>
                </c:pt>
                <c:pt idx="1031">
                  <c:v>2.156681099804778E-6</c:v>
                </c:pt>
                <c:pt idx="1032">
                  <c:v>2.554167883519867E-6</c:v>
                </c:pt>
                <c:pt idx="1033">
                  <c:v>2.951597952063026E-6</c:v>
                </c:pt>
                <c:pt idx="1034">
                  <c:v>3.3489535697816539E-6</c:v>
                </c:pt>
                <c:pt idx="1035">
                  <c:v>3.7462169912557969E-6</c:v>
                </c:pt>
                <c:pt idx="1036">
                  <c:v>4.1433704624011732E-6</c:v>
                </c:pt>
                <c:pt idx="1037">
                  <c:v>4.5403962215743192E-6</c:v>
                </c:pt>
                <c:pt idx="1038">
                  <c:v>4.9372765006798947E-6</c:v>
                </c:pt>
                <c:pt idx="1039">
                  <c:v>5.3339935262803642E-6</c:v>
                </c:pt>
                <c:pt idx="1040">
                  <c:v>5.7305295207084346E-6</c:v>
                </c:pt>
                <c:pt idx="1041">
                  <c:v>6.1268667031824371E-6</c:v>
                </c:pt>
                <c:pt idx="1042">
                  <c:v>6.5229872909244589E-6</c:v>
                </c:pt>
                <c:pt idx="1043">
                  <c:v>6.9188735002807838E-6</c:v>
                </c:pt>
                <c:pt idx="1044">
                  <c:v>7.3145075478442669E-6</c:v>
                </c:pt>
                <c:pt idx="1045">
                  <c:v>7.7098716515785017E-6</c:v>
                </c:pt>
                <c:pt idx="1046">
                  <c:v>8.1049480319436374E-6</c:v>
                </c:pt>
                <c:pt idx="1047">
                  <c:v>8.4997189130237174E-6</c:v>
                </c:pt>
                <c:pt idx="1048">
                  <c:v>8.8941665236554672E-6</c:v>
                </c:pt>
                <c:pt idx="1049">
                  <c:v>9.2882730985585734E-6</c:v>
                </c:pt>
                <c:pt idx="1050">
                  <c:v>9.6820208794673579E-6</c:v>
                </c:pt>
                <c:pt idx="1051">
                  <c:v>1.007539211626358E-5</c:v>
                </c:pt>
                <c:pt idx="1052">
                  <c:v>1.046836906811009E-5</c:v>
                </c:pt>
                <c:pt idx="1053">
                  <c:v>1.086093400458517E-5</c:v>
                </c:pt>
                <c:pt idx="1054">
                  <c:v>1.125306920681765E-5</c:v>
                </c:pt>
                <c:pt idx="1055">
                  <c:v>1.1644756968622489E-5</c:v>
                </c:pt>
                <c:pt idx="1056">
                  <c:v>1.203597959763689E-5</c:v>
                </c:pt>
                <c:pt idx="1057">
                  <c:v>1.2426719416455981E-5</c:v>
                </c:pt>
                <c:pt idx="1058">
                  <c:v>1.281695876376827E-5</c:v>
                </c:pt>
                <c:pt idx="1059">
                  <c:v>1.3206679995490621E-5</c:v>
                </c:pt>
                <c:pt idx="1060">
                  <c:v>1.3595865485902839E-5</c:v>
                </c:pt>
                <c:pt idx="1061">
                  <c:v>1.3984497628781971E-5</c:v>
                </c:pt>
                <c:pt idx="1062">
                  <c:v>1.4372558838535981E-5</c:v>
                </c:pt>
                <c:pt idx="1063">
                  <c:v>1.4760031551336819E-5</c:v>
                </c:pt>
                <c:pt idx="1064">
                  <c:v>1.51468982262529E-5</c:v>
                </c:pt>
                <c:pt idx="1065">
                  <c:v>1.5533141346380799E-5</c:v>
                </c:pt>
                <c:pt idx="1066">
                  <c:v>1.5918743419976379E-5</c:v>
                </c:pt>
                <c:pt idx="1067">
                  <c:v>1.6303686981584791E-5</c:v>
                </c:pt>
                <c:pt idx="1068">
                  <c:v>1.668795459316909E-5</c:v>
                </c:pt>
                <c:pt idx="1069">
                  <c:v>1.7071528845237269E-5</c:v>
                </c:pt>
                <c:pt idx="1070">
                  <c:v>1.7454392357967601E-5</c:v>
                </c:pt>
                <c:pt idx="1071">
                  <c:v>1.7836527782332381E-5</c:v>
                </c:pt>
                <c:pt idx="1072">
                  <c:v>1.8217917801219829E-5</c:v>
                </c:pt>
                <c:pt idx="1073">
                  <c:v>1.8598545130554311E-5</c:v>
                </c:pt>
                <c:pt idx="1074">
                  <c:v>1.8978392520415229E-5</c:v>
                </c:pt>
                <c:pt idx="1075">
                  <c:v>1.9357442756154349E-5</c:v>
                </c:pt>
                <c:pt idx="1076">
                  <c:v>1.973567865951135E-5</c:v>
                </c:pt>
                <c:pt idx="1077">
                  <c:v>2.0113083089726789E-5</c:v>
                </c:pt>
                <c:pt idx="1078">
                  <c:v>2.0489638944651789E-5</c:v>
                </c:pt>
                <c:pt idx="1079">
                  <c:v>2.0865329161854011E-5</c:v>
                </c:pt>
                <c:pt idx="1080">
                  <c:v>2.1240136719720221E-5</c:v>
                </c:pt>
                <c:pt idx="1081">
                  <c:v>2.161404463855593E-5</c:v>
                </c:pt>
                <c:pt idx="1082">
                  <c:v>2.1987035981682591E-5</c:v>
                </c:pt>
                <c:pt idx="1083">
                  <c:v>2.2359093856532451E-5</c:v>
                </c:pt>
                <c:pt idx="1084">
                  <c:v>2.2730201415740661E-5</c:v>
                </c:pt>
                <c:pt idx="1085">
                  <c:v>2.310034185823414E-5</c:v>
                </c:pt>
                <c:pt idx="1086">
                  <c:v>2.3469498430316621E-5</c:v>
                </c:pt>
                <c:pt idx="1087">
                  <c:v>2.3837654426749559E-5</c:v>
                </c:pt>
                <c:pt idx="1088">
                  <c:v>2.4204793191828541E-5</c:v>
                </c:pt>
                <c:pt idx="1089">
                  <c:v>2.4570898120455221E-5</c:v>
                </c:pt>
                <c:pt idx="1090">
                  <c:v>2.493595265920484E-5</c:v>
                </c:pt>
                <c:pt idx="1091">
                  <c:v>2.5299940307389542E-5</c:v>
                </c:pt>
                <c:pt idx="1092">
                  <c:v>2.566284461811729E-5</c:v>
                </c:pt>
                <c:pt idx="1093">
                  <c:v>2.602464919934634E-5</c:v>
                </c:pt>
                <c:pt idx="1094">
                  <c:v>2.6385337714935121E-5</c:v>
                </c:pt>
                <c:pt idx="1095">
                  <c:v>2.674489388568717E-5</c:v>
                </c:pt>
                <c:pt idx="1096">
                  <c:v>2.7103301490391281E-5</c:v>
                </c:pt>
                <c:pt idx="1097">
                  <c:v>2.7460544366856891E-5</c:v>
                </c:pt>
                <c:pt idx="1098">
                  <c:v>2.78166064129445E-5</c:v>
                </c:pt>
                <c:pt idx="1099">
                  <c:v>2.817147158759137E-5</c:v>
                </c:pt>
                <c:pt idx="1100">
                  <c:v>2.8525123911831979E-5</c:v>
                </c:pt>
                <c:pt idx="1101">
                  <c:v>2.8877547469813259E-5</c:v>
                </c:pt>
                <c:pt idx="1102">
                  <c:v>2.922872640980433E-5</c:v>
                </c:pt>
                <c:pt idx="1103">
                  <c:v>2.9578644945201161E-5</c:v>
                </c:pt>
                <c:pt idx="1104">
                  <c:v>2.9927287355526411E-5</c:v>
                </c:pt>
                <c:pt idx="1105">
                  <c:v>3.0274637987424451E-5</c:v>
                </c:pt>
                <c:pt idx="1106">
                  <c:v>3.0620681255651177E-5</c:v>
                </c:pt>
                <c:pt idx="1107">
                  <c:v>3.0965401644058323E-5</c:v>
                </c:pt>
                <c:pt idx="1108">
                  <c:v>3.1308783706571602E-5</c:v>
                </c:pt>
                <c:pt idx="1109">
                  <c:v>3.1650812068162928E-5</c:v>
                </c:pt>
                <c:pt idx="1110">
                  <c:v>3.199147142581621E-5</c:v>
                </c:pt>
                <c:pt idx="1111">
                  <c:v>3.2330746549486852E-5</c:v>
                </c:pt>
                <c:pt idx="1112">
                  <c:v>3.2668622283055183E-5</c:v>
                </c:pt>
                <c:pt idx="1113">
                  <c:v>3.3005083545273523E-5</c:v>
                </c:pt>
                <c:pt idx="1114">
                  <c:v>3.3340115330706691E-5</c:v>
                </c:pt>
                <c:pt idx="1115">
                  <c:v>3.3673702710665367E-5</c:v>
                </c:pt>
                <c:pt idx="1116">
                  <c:v>3.4005830834132169E-5</c:v>
                </c:pt>
                <c:pt idx="1117">
                  <c:v>3.4336484928680142E-5</c:v>
                </c:pt>
                <c:pt idx="1118">
                  <c:v>3.4665650301384161E-5</c:v>
                </c:pt>
                <c:pt idx="1119">
                  <c:v>3.4993312339725368E-5</c:v>
                </c:pt>
                <c:pt idx="1120">
                  <c:v>3.5319456512488597E-5</c:v>
                </c:pt>
                <c:pt idx="1121">
                  <c:v>3.564406837065295E-5</c:v>
                </c:pt>
                <c:pt idx="1122">
                  <c:v>3.5967133548275252E-5</c:v>
                </c:pt>
                <c:pt idx="1123">
                  <c:v>3.6288637763366412E-5</c:v>
                </c:pt>
                <c:pt idx="1124">
                  <c:v>3.6608566818760039E-5</c:v>
                </c:pt>
                <c:pt idx="1125">
                  <c:v>3.6926906602973133E-5</c:v>
                </c:pt>
                <c:pt idx="1126">
                  <c:v>3.724364309105851E-5</c:v>
                </c:pt>
                <c:pt idx="1127">
                  <c:v>3.7558762345449207E-5</c:v>
                </c:pt>
                <c:pt idx="1128">
                  <c:v>3.7872250516794781E-5</c:v>
                </c:pt>
                <c:pt idx="1129">
                  <c:v>3.8184093844789428E-5</c:v>
                </c:pt>
                <c:pt idx="1130">
                  <c:v>3.8494278658991899E-5</c:v>
                </c:pt>
                <c:pt idx="1131">
                  <c:v>3.8802791379636978E-5</c:v>
                </c:pt>
                <c:pt idx="1132">
                  <c:v>3.9109618518438697E-5</c:v>
                </c:pt>
                <c:pt idx="1133">
                  <c:v>3.9414746679385008E-5</c:v>
                </c:pt>
                <c:pt idx="1134">
                  <c:v>3.9718162559523908E-5</c:v>
                </c:pt>
                <c:pt idx="1135">
                  <c:v>4.0019852949740762E-5</c:v>
                </c:pt>
                <c:pt idx="1136">
                  <c:v>4.0319804735526681E-5</c:v>
                </c:pt>
                <c:pt idx="1137">
                  <c:v>4.0618004897737892E-5</c:v>
                </c:pt>
                <c:pt idx="1138">
                  <c:v>4.0914440513346193E-5</c:v>
                </c:pt>
                <c:pt idx="1139">
                  <c:v>4.1209098756180552E-5</c:v>
                </c:pt>
                <c:pt idx="1140">
                  <c:v>4.1501966897659568E-5</c:v>
                </c:pt>
                <c:pt idx="1141">
                  <c:v>4.1793032307515317E-5</c:v>
                </c:pt>
                <c:pt idx="1142">
                  <c:v>4.2082282454508087E-5</c:v>
                </c:pt>
                <c:pt idx="1143">
                  <c:v>4.2369704907132137E-5</c:v>
                </c:pt>
                <c:pt idx="1144">
                  <c:v>4.2655287334312502E-5</c:v>
                </c:pt>
                <c:pt idx="1145">
                  <c:v>4.2939017506092797E-5</c:v>
                </c:pt>
                <c:pt idx="1146">
                  <c:v>4.3220883294314403E-5</c:v>
                </c:pt>
                <c:pt idx="1147">
                  <c:v>4.3500872673286092E-5</c:v>
                </c:pt>
                <c:pt idx="1148">
                  <c:v>4.3778973720444532E-5</c:v>
                </c:pt>
                <c:pt idx="1149">
                  <c:v>4.4055174617004982E-5</c:v>
                </c:pt>
                <c:pt idx="1150">
                  <c:v>4.4329463648602281E-5</c:v>
                </c:pt>
                <c:pt idx="1151">
                  <c:v>4.4601829205921763E-5</c:v>
                </c:pt>
                <c:pt idx="1152">
                  <c:v>4.4872259785320148E-5</c:v>
                </c:pt>
                <c:pt idx="1153">
                  <c:v>4.5140743989437147E-5</c:v>
                </c:pt>
                <c:pt idx="1154">
                  <c:v>4.5407270527797559E-5</c:v>
                </c:pt>
                <c:pt idx="1155">
                  <c:v>4.5671828217404161E-5</c:v>
                </c:pt>
                <c:pt idx="1156">
                  <c:v>4.5934405983320927E-5</c:v>
                </c:pt>
                <c:pt idx="1157">
                  <c:v>4.6194992859246158E-5</c:v>
                </c:pt>
                <c:pt idx="1158">
                  <c:v>4.6453577988075712E-5</c:v>
                </c:pt>
                <c:pt idx="1159">
                  <c:v>4.6710150622456068E-5</c:v>
                </c:pt>
                <c:pt idx="1160">
                  <c:v>4.6964700125327172E-5</c:v>
                </c:pt>
                <c:pt idx="1161">
                  <c:v>4.7217215970455169E-5</c:v>
                </c:pt>
                <c:pt idx="1162">
                  <c:v>4.7467687742955397E-5</c:v>
                </c:pt>
                <c:pt idx="1163">
                  <c:v>4.7716105139805447E-5</c:v>
                </c:pt>
                <c:pt idx="1164">
                  <c:v>4.7962457970348262E-5</c:v>
                </c:pt>
                <c:pt idx="1165">
                  <c:v>4.8206736156784801E-5</c:v>
                </c:pt>
                <c:pt idx="1166">
                  <c:v>4.8448929734656099E-5</c:v>
                </c:pt>
                <c:pt idx="1167">
                  <c:v>4.868902885331488E-5</c:v>
                </c:pt>
                <c:pt idx="1168">
                  <c:v>4.8927023776386853E-5</c:v>
                </c:pt>
                <c:pt idx="1169">
                  <c:v>4.9162904882221821E-5</c:v>
                </c:pt>
                <c:pt idx="1170">
                  <c:v>4.9396662664335019E-5</c:v>
                </c:pt>
                <c:pt idx="1171">
                  <c:v>4.9628287731838552E-5</c:v>
                </c:pt>
                <c:pt idx="1172">
                  <c:v>4.985777080986336E-5</c:v>
                </c:pt>
                <c:pt idx="1173">
                  <c:v>5.0085102739971471E-5</c:v>
                </c:pt>
                <c:pt idx="1174">
                  <c:v>5.0310274480558438E-5</c:v>
                </c:pt>
                <c:pt idx="1175">
                  <c:v>5.0533277107245562E-5</c:v>
                </c:pt>
                <c:pt idx="1176">
                  <c:v>5.0754101813261417E-5</c:v>
                </c:pt>
                <c:pt idx="1177">
                  <c:v>5.0972739909812713E-5</c:v>
                </c:pt>
                <c:pt idx="1178">
                  <c:v>5.118918282644419E-5</c:v>
                </c:pt>
                <c:pt idx="1179">
                  <c:v>5.1403422111387919E-5</c:v>
                </c:pt>
                <c:pt idx="1180">
                  <c:v>5.1615449431901478E-5</c:v>
                </c:pt>
                <c:pt idx="1181">
                  <c:v>5.182525657459554E-5</c:v>
                </c:pt>
                <c:pt idx="1182">
                  <c:v>5.2032835445750529E-5</c:v>
                </c:pt>
                <c:pt idx="1183">
                  <c:v>5.2238178071622962E-5</c:v>
                </c:pt>
                <c:pt idx="1184">
                  <c:v>5.244127659874141E-5</c:v>
                </c:pt>
                <c:pt idx="1185">
                  <c:v>5.2642123294192213E-5</c:v>
                </c:pt>
                <c:pt idx="1186">
                  <c:v>5.2840710545895168E-5</c:v>
                </c:pt>
                <c:pt idx="1187">
                  <c:v>5.303703086286918E-5</c:v>
                </c:pt>
                <c:pt idx="1188">
                  <c:v>5.3231076875487773E-5</c:v>
                </c:pt>
                <c:pt idx="1189">
                  <c:v>5.342284133572478E-5</c:v>
                </c:pt>
                <c:pt idx="1190">
                  <c:v>5.3612317117389898E-5</c:v>
                </c:pt>
                <c:pt idx="1191">
                  <c:v>5.3799497216354289E-5</c:v>
                </c:pt>
                <c:pt idx="1192">
                  <c:v>5.3984374750765972E-5</c:v>
                </c:pt>
                <c:pt idx="1193">
                  <c:v>5.4166942961254642E-5</c:v>
                </c:pt>
                <c:pt idx="1194">
                  <c:v>5.4347195211125849E-5</c:v>
                </c:pt>
                <c:pt idx="1195">
                  <c:v>5.4525124986544461E-5</c:v>
                </c:pt>
                <c:pt idx="1196">
                  <c:v>5.4700725896707762E-5</c:v>
                </c:pt>
                <c:pt idx="1197">
                  <c:v>5.4873991674008367E-5</c:v>
                </c:pt>
                <c:pt idx="1198">
                  <c:v>5.50449161741869E-5</c:v>
                </c:pt>
                <c:pt idx="1199">
                  <c:v>5.5213493376474002E-5</c:v>
                </c:pt>
                <c:pt idx="1200">
                  <c:v>5.5379717383721782E-5</c:v>
                </c:pt>
                <c:pt idx="1201">
                  <c:v>5.5543582422524888E-5</c:v>
                </c:pt>
                <c:pt idx="1202">
                  <c:v>5.5705082843331122E-5</c:v>
                </c:pt>
                <c:pt idx="1203">
                  <c:v>5.5864213120541498E-5</c:v>
                </c:pt>
                <c:pt idx="1204">
                  <c:v>5.6020967852600157E-5</c:v>
                </c:pt>
                <c:pt idx="1205">
                  <c:v>5.6175341762074001E-5</c:v>
                </c:pt>
                <c:pt idx="1206">
                  <c:v>5.6327329695722103E-5</c:v>
                </c:pt>
                <c:pt idx="1207">
                  <c:v>5.6476926624554911E-5</c:v>
                </c:pt>
                <c:pt idx="1208">
                  <c:v>5.6624127643883973E-5</c:v>
                </c:pt>
                <c:pt idx="1209">
                  <c:v>5.6768927973361872E-5</c:v>
                </c:pt>
                <c:pt idx="1210">
                  <c:v>5.6911322957012781E-5</c:v>
                </c:pt>
                <c:pt idx="1211">
                  <c:v>5.705130806325315E-5</c:v>
                </c:pt>
                <c:pt idx="1212">
                  <c:v>5.7188878884902873E-5</c:v>
                </c:pt>
                <c:pt idx="1213">
                  <c:v>5.7324031139186318E-5</c:v>
                </c:pt>
                <c:pt idx="1214">
                  <c:v>5.7456760667723369E-5</c:v>
                </c:pt>
                <c:pt idx="1215">
                  <c:v>5.7587063436510313E-5</c:v>
                </c:pt>
                <c:pt idx="1216">
                  <c:v>5.7714935535890859E-5</c:v>
                </c:pt>
                <c:pt idx="1217">
                  <c:v>5.7840373180517672E-5</c:v>
                </c:pt>
                <c:pt idx="1218">
                  <c:v>5.7963372709303891E-5</c:v>
                </c:pt>
                <c:pt idx="1219">
                  <c:v>5.8083930585364273E-5</c:v>
                </c:pt>
                <c:pt idx="1220">
                  <c:v>5.8202043395945951E-5</c:v>
                </c:pt>
                <c:pt idx="1221">
                  <c:v>5.8317707852349202E-5</c:v>
                </c:pt>
                <c:pt idx="1222">
                  <c:v>5.8430920789838258E-5</c:v>
                </c:pt>
                <c:pt idx="1223">
                  <c:v>5.8541679167543047E-5</c:v>
                </c:pt>
                <c:pt idx="1224">
                  <c:v>5.8649980068351433E-5</c:v>
                </c:pt>
                <c:pt idx="1225">
                  <c:v>5.8755820698792578E-5</c:v>
                </c:pt>
                <c:pt idx="1226">
                  <c:v>5.8859198388911812E-5</c:v>
                </c:pt>
                <c:pt idx="1227">
                  <c:v>5.8960110592136541E-5</c:v>
                </c:pt>
                <c:pt idx="1228">
                  <c:v>5.9058554885133043E-5</c:v>
                </c:pt>
                <c:pt idx="1229">
                  <c:v>5.9154528967653882E-5</c:v>
                </c:pt>
                <c:pt idx="1230">
                  <c:v>5.9248030662376202E-5</c:v>
                </c:pt>
                <c:pt idx="1231">
                  <c:v>5.9339057914731119E-5</c:v>
                </c:pt>
                <c:pt idx="1232">
                  <c:v>5.9427608792723799E-5</c:v>
                </c:pt>
                <c:pt idx="1233">
                  <c:v>5.9513681486744292E-5</c:v>
                </c:pt>
                <c:pt idx="1234">
                  <c:v>5.9597274309368411E-5</c:v>
                </c:pt>
                <c:pt idx="1235">
                  <c:v>5.9678385695148813E-5</c:v>
                </c:pt>
                <c:pt idx="1236">
                  <c:v>5.9757014200396417E-5</c:v>
                </c:pt>
                <c:pt idx="1237">
                  <c:v>5.9833158502952728E-5</c:v>
                </c:pt>
                <c:pt idx="1238">
                  <c:v>5.9906817401953231E-5</c:v>
                </c:pt>
                <c:pt idx="1239">
                  <c:v>5.9977989817581982E-5</c:v>
                </c:pt>
                <c:pt idx="1240">
                  <c:v>6.0046674790817889E-5</c:v>
                </c:pt>
                <c:pt idx="1241">
                  <c:v>6.0112871483172312E-5</c:v>
                </c:pt>
                <c:pt idx="1242">
                  <c:v>6.0176579176418157E-5</c:v>
                </c:pt>
                <c:pt idx="1243">
                  <c:v>6.0237797272310982E-5</c:v>
                </c:pt>
                <c:pt idx="1244">
                  <c:v>6.0296525292302162E-5</c:v>
                </c:pt>
                <c:pt idx="1245">
                  <c:v>6.0352762877244402E-5</c:v>
                </c:pt>
                <c:pt idx="1246">
                  <c:v>6.0406509787089377E-5</c:v>
                </c:pt>
                <c:pt idx="1247">
                  <c:v>6.0457765900577261E-5</c:v>
                </c:pt>
                <c:pt idx="1248">
                  <c:v>6.0506531214918062E-5</c:v>
                </c:pt>
                <c:pt idx="1249">
                  <c:v>6.0552805845465138E-5</c:v>
                </c:pt>
                <c:pt idx="1250">
                  <c:v>6.0596590025380747E-5</c:v>
                </c:pt>
                <c:pt idx="1251">
                  <c:v>6.0637884105293453E-5</c:v>
                </c:pt>
                <c:pt idx="1252">
                  <c:v>6.0676688552947209E-5</c:v>
                </c:pt>
                <c:pt idx="1253">
                  <c:v>6.0713003952842603E-5</c:v>
                </c:pt>
                <c:pt idx="1254">
                  <c:v>6.0746831005870112E-5</c:v>
                </c:pt>
                <c:pt idx="1255">
                  <c:v>6.0778170528935753E-5</c:v>
                </c:pt>
                <c:pt idx="1256">
                  <c:v>6.0807023454579393E-5</c:v>
                </c:pt>
                <c:pt idx="1257">
                  <c:v>6.083339083058545E-5</c:v>
                </c:pt>
                <c:pt idx="1258">
                  <c:v>6.0857273819586048E-5</c:v>
                </c:pt>
                <c:pt idx="1259">
                  <c:v>6.087867369865678E-5</c:v>
                </c:pt>
                <c:pt idx="1260">
                  <c:v>6.0897591858905503E-5</c:v>
                </c:pt>
                <c:pt idx="1261">
                  <c:v>6.0914029805053933E-5</c:v>
                </c:pt>
                <c:pt idx="1262">
                  <c:v>6.0927989155012369E-5</c:v>
                </c:pt>
                <c:pt idx="1263">
                  <c:v>6.0939471639447217E-5</c:v>
                </c:pt>
                <c:pt idx="1264">
                  <c:v>6.0948479101341092E-5</c:v>
                </c:pt>
                <c:pt idx="1265">
                  <c:v>6.0955013495545503E-5</c:v>
                </c:pt>
                <c:pt idx="1266">
                  <c:v>6.0959076888326737E-5</c:v>
                </c:pt>
                <c:pt idx="1267">
                  <c:v>6.0960671456904677E-5</c:v>
                </c:pt>
                <c:pt idx="1268">
                  <c:v>6.0959799488985252E-5</c:v>
                </c:pt>
                <c:pt idx="1269">
                  <c:v>6.0956463382287372E-5</c:v>
                </c:pt>
                <c:pt idx="1270">
                  <c:v>6.095066564406428E-5</c:v>
                </c:pt>
                <c:pt idx="1271">
                  <c:v>6.0942408890619362E-5</c:v>
                </c:pt>
                <c:pt idx="1272">
                  <c:v>6.0931695846815793E-5</c:v>
                </c:pt>
                <c:pt idx="1273">
                  <c:v>6.0918529345579782E-5</c:v>
                </c:pt>
                <c:pt idx="1274">
                  <c:v>6.0902912327397691E-5</c:v>
                </c:pt>
                <c:pt idx="1275">
                  <c:v>6.0884847839807003E-5</c:v>
                </c:pt>
                <c:pt idx="1276">
                  <c:v>6.0864339036881393E-5</c:v>
                </c:pt>
                <c:pt idx="1277">
                  <c:v>6.0841389178710047E-5</c:v>
                </c:pt>
                <c:pt idx="1278">
                  <c:v>6.0816001630871418E-5</c:v>
                </c:pt>
                <c:pt idx="1279">
                  <c:v>6.0788179863901593E-5</c:v>
                </c:pt>
                <c:pt idx="1280">
                  <c:v>6.0757927452757667E-5</c:v>
                </c:pt>
                <c:pt idx="1281">
                  <c:v>6.0725248076276222E-5</c:v>
                </c:pt>
                <c:pt idx="1282">
                  <c:v>6.0690145516626123E-5</c:v>
                </c:pt>
                <c:pt idx="1283">
                  <c:v>6.0652623658755811E-5</c:v>
                </c:pt>
                <c:pt idx="1284">
                  <c:v>6.0612686489834747E-5</c:v>
                </c:pt>
                <c:pt idx="1285">
                  <c:v>6.0570338098689031E-5</c:v>
                </c:pt>
                <c:pt idx="1286">
                  <c:v>6.0525582675231707E-5</c:v>
                </c:pt>
                <c:pt idx="1287">
                  <c:v>6.0478424509888063E-5</c:v>
                </c:pt>
                <c:pt idx="1288">
                  <c:v>6.0428867993015833E-5</c:v>
                </c:pt>
                <c:pt idx="1289">
                  <c:v>6.0376917614320763E-5</c:v>
                </c:pt>
                <c:pt idx="1290">
                  <c:v>6.0322577962267112E-5</c:v>
                </c:pt>
                <c:pt idx="1291">
                  <c:v>6.0265853723482858E-5</c:v>
                </c:pt>
                <c:pt idx="1292">
                  <c:v>6.0206749682159558E-5</c:v>
                </c:pt>
                <c:pt idx="1293">
                  <c:v>6.0145270719446868E-5</c:v>
                </c:pt>
                <c:pt idx="1294">
                  <c:v>6.0081421812842362E-5</c:v>
                </c:pt>
                <c:pt idx="1295">
                  <c:v>6.0015208035577379E-5</c:v>
                </c:pt>
                <c:pt idx="1296">
                  <c:v>5.9946634555998863E-5</c:v>
                </c:pt>
                <c:pt idx="1297">
                  <c:v>5.9875706636947299E-5</c:v>
                </c:pt>
                <c:pt idx="1298">
                  <c:v>5.9802429635131028E-5</c:v>
                </c:pt>
                <c:pt idx="1299">
                  <c:v>5.972680900049709E-5</c:v>
                </c:pt>
                <c:pt idx="1300">
                  <c:v>5.9648850275598372E-5</c:v>
                </c:pt>
                <c:pt idx="1301">
                  <c:v>5.95685590949574E-5</c:v>
                </c:pt>
                <c:pt idx="1302">
                  <c:v>5.948594118442644E-5</c:v>
                </c:pt>
                <c:pt idx="1303">
                  <c:v>5.9401002360544373E-5</c:v>
                </c:pt>
                <c:pt idx="1304">
                  <c:v>5.9313748529890773E-5</c:v>
                </c:pt>
                <c:pt idx="1305">
                  <c:v>5.9224185688437663E-5</c:v>
                </c:pt>
                <c:pt idx="1306">
                  <c:v>5.9132319920899053E-5</c:v>
                </c:pt>
                <c:pt idx="1307">
                  <c:v>5.903815740007841E-5</c:v>
                </c:pt>
                <c:pt idx="1308">
                  <c:v>5.8941704386214297E-5</c:v>
                </c:pt>
                <c:pt idx="1309">
                  <c:v>5.8842967226323648E-5</c:v>
                </c:pt>
                <c:pt idx="1310">
                  <c:v>5.8741952353542611E-5</c:v>
                </c:pt>
                <c:pt idx="1311">
                  <c:v>5.8638666286464861E-5</c:v>
                </c:pt>
                <c:pt idx="1312">
                  <c:v>5.8533115628477649E-5</c:v>
                </c:pt>
                <c:pt idx="1313">
                  <c:v>5.8425307067095523E-5</c:v>
                </c:pt>
                <c:pt idx="1314">
                  <c:v>5.8315247373291949E-5</c:v>
                </c:pt>
                <c:pt idx="1315">
                  <c:v>5.8202943400828922E-5</c:v>
                </c:pt>
                <c:pt idx="1316">
                  <c:v>5.8088402085584748E-5</c:v>
                </c:pt>
                <c:pt idx="1317">
                  <c:v>5.7971630444880258E-5</c:v>
                </c:pt>
                <c:pt idx="1318">
                  <c:v>5.7852635576802967E-5</c:v>
                </c:pt>
                <c:pt idx="1319">
                  <c:v>5.7731424659529539E-5</c:v>
                </c:pt>
                <c:pt idx="1320">
                  <c:v>5.7608004950646563E-5</c:v>
                </c:pt>
                <c:pt idx="1321">
                  <c:v>5.7482383786470238E-5</c:v>
                </c:pt>
                <c:pt idx="1322">
                  <c:v>5.735456858136496E-5</c:v>
                </c:pt>
                <c:pt idx="1323">
                  <c:v>5.7224566827060379E-5</c:v>
                </c:pt>
                <c:pt idx="1324">
                  <c:v>5.7092386091966993E-5</c:v>
                </c:pt>
                <c:pt idx="1325">
                  <c:v>5.6958034020489773E-5</c:v>
                </c:pt>
                <c:pt idx="1326">
                  <c:v>5.6821518332340337E-5</c:v>
                </c:pt>
                <c:pt idx="1327">
                  <c:v>5.6682846821847803E-5</c:v>
                </c:pt>
                <c:pt idx="1328">
                  <c:v>5.6542027357268328E-5</c:v>
                </c:pt>
                <c:pt idx="1329">
                  <c:v>5.6399067880093331E-5</c:v>
                </c:pt>
                <c:pt idx="1330">
                  <c:v>5.6253976404356007E-5</c:v>
                </c:pt>
                <c:pt idx="1331">
                  <c:v>5.6106761015937097E-5</c:v>
                </c:pt>
                <c:pt idx="1332">
                  <c:v>5.5957429871870223E-5</c:v>
                </c:pt>
                <c:pt idx="1333">
                  <c:v>5.5805991199647349E-5</c:v>
                </c:pt>
                <c:pt idx="1334">
                  <c:v>5.5652453296525053E-5</c:v>
                </c:pt>
                <c:pt idx="1335">
                  <c:v>5.5496824528831772E-5</c:v>
                </c:pt>
                <c:pt idx="1336">
                  <c:v>5.5339113331276648E-5</c:v>
                </c:pt>
                <c:pt idx="1337">
                  <c:v>5.5179328206259148E-5</c:v>
                </c:pt>
                <c:pt idx="1338">
                  <c:v>5.5017477723179109E-5</c:v>
                </c:pt>
                <c:pt idx="1339">
                  <c:v>5.4853570517747233E-5</c:v>
                </c:pt>
                <c:pt idx="1340">
                  <c:v>5.468761529129609E-5</c:v>
                </c:pt>
                <c:pt idx="1341">
                  <c:v>5.4519620810092167E-5</c:v>
                </c:pt>
                <c:pt idx="1342">
                  <c:v>5.4349595904649082E-5</c:v>
                </c:pt>
                <c:pt idx="1343">
                  <c:v>5.4177549469042097E-5</c:v>
                </c:pt>
                <c:pt idx="1344">
                  <c:v>5.4003490460224298E-5</c:v>
                </c:pt>
                <c:pt idx="1345">
                  <c:v>5.3827427897344319E-5</c:v>
                </c:pt>
                <c:pt idx="1346">
                  <c:v>5.364937086106587E-5</c:v>
                </c:pt>
                <c:pt idx="1347">
                  <c:v>5.3469328492888841E-5</c:v>
                </c:pt>
                <c:pt idx="1348">
                  <c:v>5.3287309994471892E-5</c:v>
                </c:pt>
                <c:pt idx="1349">
                  <c:v>5.3103324626956497E-5</c:v>
                </c:pt>
                <c:pt idx="1350">
                  <c:v>5.291738171029258E-5</c:v>
                </c:pt>
                <c:pt idx="1351">
                  <c:v>5.2729490622565879E-5</c:v>
                </c:pt>
                <c:pt idx="1352">
                  <c:v>5.2539660799327447E-5</c:v>
                </c:pt>
                <c:pt idx="1353">
                  <c:v>5.2347901732925409E-5</c:v>
                </c:pt>
                <c:pt idx="1354">
                  <c:v>5.215422297183879E-5</c:v>
                </c:pt>
                <c:pt idx="1355">
                  <c:v>5.1958634120013517E-5</c:v>
                </c:pt>
                <c:pt idx="1356">
                  <c:v>5.1761144836200367E-5</c:v>
                </c:pt>
                <c:pt idx="1357">
                  <c:v>5.1561764833295177E-5</c:v>
                </c:pt>
                <c:pt idx="1358">
                  <c:v>5.1360503877681641E-5</c:v>
                </c:pt>
                <c:pt idx="1359">
                  <c:v>5.1157371788576581E-5</c:v>
                </c:pt>
                <c:pt idx="1360">
                  <c:v>5.0952378437377717E-5</c:v>
                </c:pt>
                <c:pt idx="1361">
                  <c:v>5.0745533747013942E-5</c:v>
                </c:pt>
                <c:pt idx="1362">
                  <c:v>5.0536847691298217E-5</c:v>
                </c:pt>
                <c:pt idx="1363">
                  <c:v>5.0326330294283547E-5</c:v>
                </c:pt>
                <c:pt idx="1364">
                  <c:v>5.0113991629621542E-5</c:v>
                </c:pt>
                <c:pt idx="1365">
                  <c:v>4.9899841819924042E-5</c:v>
                </c:pt>
                <c:pt idx="1366">
                  <c:v>4.9683891036127252E-5</c:v>
                </c:pt>
                <c:pt idx="1367">
                  <c:v>4.9466149496858683E-5</c:v>
                </c:pt>
                <c:pt idx="1368">
                  <c:v>4.9246627467806943E-5</c:v>
                </c:pt>
                <c:pt idx="1369">
                  <c:v>4.90253352610941E-5</c:v>
                </c:pt>
                <c:pt idx="1370">
                  <c:v>4.8802283234650643E-5</c:v>
                </c:pt>
                <c:pt idx="1371">
                  <c:v>4.8577481791592779E-5</c:v>
                </c:pt>
                <c:pt idx="1372">
                  <c:v>4.8350941379602237E-5</c:v>
                </c:pt>
                <c:pt idx="1373">
                  <c:v>4.8122672490308717E-5</c:v>
                </c:pt>
                <c:pt idx="1374">
                  <c:v>4.7892685658675258E-5</c:v>
                </c:pt>
                <c:pt idx="1375">
                  <c:v>4.766099146238697E-5</c:v>
                </c:pt>
                <c:pt idx="1376">
                  <c:v>4.7427600521243408E-5</c:v>
                </c:pt>
                <c:pt idx="1377">
                  <c:v>4.7192523496554609E-5</c:v>
                </c:pt>
                <c:pt idx="1378">
                  <c:v>4.6955771090540269E-5</c:v>
                </c:pt>
                <c:pt idx="1379">
                  <c:v>4.671735404573171E-5</c:v>
                </c:pt>
                <c:pt idx="1380">
                  <c:v>4.6477283144376437E-5</c:v>
                </c:pt>
                <c:pt idx="1381">
                  <c:v>4.6235569207846141E-5</c:v>
                </c:pt>
                <c:pt idx="1382">
                  <c:v>4.5992223096048542E-5</c:v>
                </c:pt>
                <c:pt idx="1383">
                  <c:v>4.5747255706843823E-5</c:v>
                </c:pt>
                <c:pt idx="1384">
                  <c:v>4.550067797546566E-5</c:v>
                </c:pt>
                <c:pt idx="1385">
                  <c:v>4.5252500873946959E-5</c:v>
                </c:pt>
                <c:pt idx="1386">
                  <c:v>4.5002735410549772E-5</c:v>
                </c:pt>
                <c:pt idx="1387">
                  <c:v>4.4751392629199097E-5</c:v>
                </c:pt>
                <c:pt idx="1388">
                  <c:v>4.4498483608919857E-5</c:v>
                </c:pt>
                <c:pt idx="1389">
                  <c:v>4.4244019463276421E-5</c:v>
                </c:pt>
                <c:pt idx="1390">
                  <c:v>4.3988011339815222E-5</c:v>
                </c:pt>
                <c:pt idx="1391">
                  <c:v>4.3730470419510593E-5</c:v>
                </c:pt>
                <c:pt idx="1392">
                  <c:v>4.3471407916214158E-5</c:v>
                </c:pt>
                <c:pt idx="1393">
                  <c:v>4.3210835076107698E-5</c:v>
                </c:pt>
                <c:pt idx="1394">
                  <c:v>4.2948763177159458E-5</c:v>
                </c:pt>
                <c:pt idx="1395">
                  <c:v>4.2685203528584037E-5</c:v>
                </c:pt>
                <c:pt idx="1396">
                  <c:v>4.2420167470306032E-5</c:v>
                </c:pt>
                <c:pt idx="1397">
                  <c:v>4.2153666372427183E-5</c:v>
                </c:pt>
                <c:pt idx="1398">
                  <c:v>4.1885711634696737E-5</c:v>
                </c:pt>
                <c:pt idx="1399">
                  <c:v>4.1616314685984718E-5</c:v>
                </c:pt>
                <c:pt idx="1400">
                  <c:v>4.1345486983757571E-5</c:v>
                </c:pt>
                <c:pt idx="1401">
                  <c:v>4.1073240013556547E-5</c:v>
                </c:pt>
                <c:pt idx="1402">
                  <c:v>4.0799585288478653E-5</c:v>
                </c:pt>
                <c:pt idx="1403">
                  <c:v>4.0524534348660243E-5</c:v>
                </c:pt>
                <c:pt idx="1404">
                  <c:v>4.0248098760763583E-5</c:v>
                </c:pt>
                <c:pt idx="1405">
                  <c:v>3.9970290117466622E-5</c:v>
                </c:pt>
                <c:pt idx="1406">
                  <c:v>3.9691120036956418E-5</c:v>
                </c:pt>
                <c:pt idx="1407">
                  <c:v>3.9410600162426067E-5</c:v>
                </c:pt>
                <c:pt idx="1408">
                  <c:v>3.9128742161574908E-5</c:v>
                </c:pt>
                <c:pt idx="1409">
                  <c:v>3.8845557726111881E-5</c:v>
                </c:pt>
                <c:pt idx="1410">
                  <c:v>3.8561058571261813E-5</c:v>
                </c:pt>
                <c:pt idx="1411">
                  <c:v>3.8275256435275123E-5</c:v>
                </c:pt>
                <c:pt idx="1412">
                  <c:v>3.7988163078940918E-5</c:v>
                </c:pt>
                <c:pt idx="1413">
                  <c:v>3.7699790285103518E-5</c:v>
                </c:pt>
                <c:pt idx="1414">
                  <c:v>3.7410149858181822E-5</c:v>
                </c:pt>
                <c:pt idx="1415">
                  <c:v>3.7119253623691101E-5</c:v>
                </c:pt>
                <c:pt idx="1416">
                  <c:v>3.682711342776755E-5</c:v>
                </c:pt>
                <c:pt idx="1417">
                  <c:v>3.6533741136695489E-5</c:v>
                </c:pt>
                <c:pt idx="1418">
                  <c:v>3.6239148636438013E-5</c:v>
                </c:pt>
                <c:pt idx="1419">
                  <c:v>3.5943347832171097E-5</c:v>
                </c:pt>
                <c:pt idx="1420">
                  <c:v>3.5646350647821113E-5</c:v>
                </c:pt>
                <c:pt idx="1421">
                  <c:v>3.5348169025604908E-5</c:v>
                </c:pt>
                <c:pt idx="1422">
                  <c:v>3.5048814925572702E-5</c:v>
                </c:pt>
                <c:pt idx="1423">
                  <c:v>3.4748300325153127E-5</c:v>
                </c:pt>
                <c:pt idx="1424">
                  <c:v>3.4446637218701357E-5</c:v>
                </c:pt>
                <c:pt idx="1425">
                  <c:v>3.4143837617050063E-5</c:v>
                </c:pt>
                <c:pt idx="1426">
                  <c:v>3.3839913547063727E-5</c:v>
                </c:pt>
                <c:pt idx="1427">
                  <c:v>3.3534877051196162E-5</c:v>
                </c:pt>
                <c:pt idx="1428">
                  <c:v>3.322874018705149E-5</c:v>
                </c:pt>
                <c:pt idx="1429">
                  <c:v>3.2921515026948578E-5</c:v>
                </c:pt>
                <c:pt idx="1430">
                  <c:v>3.2613213657488797E-5</c:v>
                </c:pt>
                <c:pt idx="1431">
                  <c:v>3.2303848179126908E-5</c:v>
                </c:pt>
                <c:pt idx="1432">
                  <c:v>3.1993430705744728E-5</c:v>
                </c:pt>
                <c:pt idx="1433">
                  <c:v>3.1681973364227913E-5</c:v>
                </c:pt>
                <c:pt idx="1434">
                  <c:v>3.1369488294045732E-5</c:v>
                </c:pt>
                <c:pt idx="1435">
                  <c:v>3.1055987646834169E-5</c:v>
                </c:pt>
                <c:pt idx="1436">
                  <c:v>3.0741483585982181E-5</c:v>
                </c:pt>
                <c:pt idx="1437">
                  <c:v>3.0425988286221049E-5</c:v>
                </c:pt>
                <c:pt idx="1438">
                  <c:v>3.0109513933216299E-5</c:v>
                </c:pt>
                <c:pt idx="1439">
                  <c:v>2.9792072723161859E-5</c:v>
                </c:pt>
                <c:pt idx="1440">
                  <c:v>2.947367686237658E-5</c:v>
                </c:pt>
                <c:pt idx="1441">
                  <c:v>2.9154338566903052E-5</c:v>
                </c:pt>
                <c:pt idx="1442">
                  <c:v>2.8834070062109348E-5</c:v>
                </c:pt>
                <c:pt idx="1443">
                  <c:v>2.851288358229391E-5</c:v>
                </c:pt>
                <c:pt idx="1444">
                  <c:v>2.8190791370293788E-5</c:v>
                </c:pt>
                <c:pt idx="1445">
                  <c:v>2.786780567709611E-5</c:v>
                </c:pt>
                <c:pt idx="1446">
                  <c:v>2.7543938761452272E-5</c:v>
                </c:pt>
                <c:pt idx="1447">
                  <c:v>2.7219202889494689E-5</c:v>
                </c:pt>
                <c:pt idx="1448">
                  <c:v>2.689361033435601E-5</c:v>
                </c:pt>
                <c:pt idx="1449">
                  <c:v>2.6567173375791271E-5</c:v>
                </c:pt>
                <c:pt idx="1450">
                  <c:v>2.623990429980346E-5</c:v>
                </c:pt>
                <c:pt idx="1451">
                  <c:v>2.5911815398272709E-5</c:v>
                </c:pt>
                <c:pt idx="1452">
                  <c:v>2.5582918968589109E-5</c:v>
                </c:pt>
                <c:pt idx="1453">
                  <c:v>2.525322731328892E-5</c:v>
                </c:pt>
                <c:pt idx="1454">
                  <c:v>2.4922752739694161E-5</c:v>
                </c:pt>
                <c:pt idx="1455">
                  <c:v>2.459150755955469E-5</c:v>
                </c:pt>
                <c:pt idx="1456">
                  <c:v>2.4259504088692632E-5</c:v>
                </c:pt>
                <c:pt idx="1457">
                  <c:v>2.3926754646649032E-5</c:v>
                </c:pt>
                <c:pt idx="1458">
                  <c:v>2.3593271556332951E-5</c:v>
                </c:pt>
                <c:pt idx="1459">
                  <c:v>2.3259067143673121E-5</c:v>
                </c:pt>
                <c:pt idx="1460">
                  <c:v>2.292415373727242E-5</c:v>
                </c:pt>
                <c:pt idx="1461">
                  <c:v>2.2588543668065321E-5</c:v>
                </c:pt>
                <c:pt idx="1462">
                  <c:v>2.225224926897839E-5</c:v>
                </c:pt>
                <c:pt idx="1463">
                  <c:v>2.1915282874594119E-5</c:v>
                </c:pt>
                <c:pt idx="1464">
                  <c:v>2.1577656820818011E-5</c:v>
                </c:pt>
                <c:pt idx="1465">
                  <c:v>2.123938344454866E-5</c:v>
                </c:pt>
                <c:pt idx="1466">
                  <c:v>2.0900475083350179E-5</c:v>
                </c:pt>
                <c:pt idx="1467">
                  <c:v>2.0560944075126508E-5</c:v>
                </c:pt>
                <c:pt idx="1468">
                  <c:v>2.022080275779761E-5</c:v>
                </c:pt>
                <c:pt idx="1469">
                  <c:v>1.9880063468977709E-5</c:v>
                </c:pt>
                <c:pt idx="1470">
                  <c:v>1.9538738545656081E-5</c:v>
                </c:pt>
                <c:pt idx="1471">
                  <c:v>1.9196840323880661E-5</c:v>
                </c:pt>
                <c:pt idx="1472">
                  <c:v>1.885438113844446E-5</c:v>
                </c:pt>
                <c:pt idx="1473">
                  <c:v>1.851137332257451E-5</c:v>
                </c:pt>
                <c:pt idx="1474">
                  <c:v>1.8167829207623349E-5</c:v>
                </c:pt>
                <c:pt idx="1475">
                  <c:v>1.7823761122762759E-5</c:v>
                </c:pt>
                <c:pt idx="1476">
                  <c:v>1.747918139467993E-5</c:v>
                </c:pt>
                <c:pt idx="1477">
                  <c:v>1.7134102347276218E-5</c:v>
                </c:pt>
                <c:pt idx="1478">
                  <c:v>1.6788536301368731E-5</c:v>
                </c:pt>
                <c:pt idx="1479">
                  <c:v>1.6442495574395261E-5</c:v>
                </c:pt>
                <c:pt idx="1480">
                  <c:v>1.6095992480122501E-5</c:v>
                </c:pt>
                <c:pt idx="1481">
                  <c:v>1.5749039328357551E-5</c:v>
                </c:pt>
                <c:pt idx="1482">
                  <c:v>1.5401648424662411E-5</c:v>
                </c:pt>
                <c:pt idx="1483">
                  <c:v>1.5053832070070789E-5</c:v>
                </c:pt>
                <c:pt idx="1484">
                  <c:v>1.47056025608072E-5</c:v>
                </c:pt>
                <c:pt idx="1485">
                  <c:v>1.435697218800806E-5</c:v>
                </c:pt>
                <c:pt idx="1486">
                  <c:v>1.400795323744515E-5</c:v>
                </c:pt>
                <c:pt idx="1487">
                  <c:v>1.3658557989251271E-5</c:v>
                </c:pt>
                <c:pt idx="1488">
                  <c:v>1.3308798717648649E-5</c:v>
                </c:pt>
                <c:pt idx="1489">
                  <c:v>1.2958687690680511E-5</c:v>
                </c:pt>
                <c:pt idx="1490">
                  <c:v>1.2608237169945901E-5</c:v>
                </c:pt>
                <c:pt idx="1491">
                  <c:v>1.2257459410338051E-5</c:v>
                </c:pt>
                <c:pt idx="1492">
                  <c:v>1.19063666597857E-5</c:v>
                </c:pt>
                <c:pt idx="1493">
                  <c:v>1.1554971158997291E-5</c:v>
                </c:pt>
                <c:pt idx="1494">
                  <c:v>1.1203285141207991E-5</c:v>
                </c:pt>
                <c:pt idx="1495">
                  <c:v>1.0851320831929451E-5</c:v>
                </c:pt>
                <c:pt idx="1496">
                  <c:v>1.0499090448702219E-5</c:v>
                </c:pt>
                <c:pt idx="1497">
                  <c:v>1.014660620085046E-5</c:v>
                </c:pt>
                <c:pt idx="1498">
                  <c:v>9.7938802892389898E-6</c:v>
                </c:pt>
                <c:pt idx="1499">
                  <c:v>9.4409249060323533E-6</c:v>
                </c:pt>
                <c:pt idx="1500">
                  <c:v>9.0877522344558077E-6</c:v>
                </c:pt>
                <c:pt idx="1501">
                  <c:v>8.7343744485581026E-6</c:v>
                </c:pt>
                <c:pt idx="1502">
                  <c:v>8.3808037129761506E-6</c:v>
                </c:pt>
                <c:pt idx="1503">
                  <c:v>8.0270521827016035E-6</c:v>
                </c:pt>
                <c:pt idx="1504">
                  <c:v>7.673132002849204E-6</c:v>
                </c:pt>
                <c:pt idx="1505">
                  <c:v>7.3190553084267683E-6</c:v>
                </c:pt>
                <c:pt idx="1506">
                  <c:v>6.9648342241068374E-6</c:v>
                </c:pt>
                <c:pt idx="1507">
                  <c:v>6.610480864000258E-6</c:v>
                </c:pt>
                <c:pt idx="1508">
                  <c:v>6.2560073314321557E-6</c:v>
                </c:pt>
                <c:pt idx="1509">
                  <c:v>5.901425718720644E-6</c:v>
                </c:pt>
                <c:pt idx="1510">
                  <c:v>5.5467481069584199E-6</c:v>
                </c:pt>
                <c:pt idx="1511">
                  <c:v>5.1919865657971688E-6</c:v>
                </c:pt>
                <c:pt idx="1512">
                  <c:v>4.8371531532345602E-6</c:v>
                </c:pt>
                <c:pt idx="1513">
                  <c:v>4.4822599154035458E-6</c:v>
                </c:pt>
                <c:pt idx="1514">
                  <c:v>4.1273188863636901E-6</c:v>
                </c:pt>
                <c:pt idx="1515">
                  <c:v>3.77234208789432E-6</c:v>
                </c:pt>
                <c:pt idx="1516">
                  <c:v>3.4173415292893681E-6</c:v>
                </c:pt>
                <c:pt idx="1517">
                  <c:v>3.0623292071538691E-6</c:v>
                </c:pt>
                <c:pt idx="1518">
                  <c:v>2.707317105202224E-6</c:v>
                </c:pt>
                <c:pt idx="1519">
                  <c:v>2.3523171940584612E-6</c:v>
                </c:pt>
                <c:pt idx="1520">
                  <c:v>1.9973414310587061E-6</c:v>
                </c:pt>
                <c:pt idx="1521">
                  <c:v>1.6424017600558741E-6</c:v>
                </c:pt>
                <c:pt idx="1522">
                  <c:v>1.287510111226433E-6</c:v>
                </c:pt>
                <c:pt idx="1523">
                  <c:v>9.3267840087900874E-7</c:v>
                </c:pt>
                <c:pt idx="1524">
                  <c:v>5.7791853126475592E-7</c:v>
                </c:pt>
                <c:pt idx="1525">
                  <c:v>2.2324239038953229E-7</c:v>
                </c:pt>
                <c:pt idx="1526">
                  <c:v>-1.3133814817197791E-7</c:v>
                </c:pt>
                <c:pt idx="1527">
                  <c:v>-4.8581122546020076E-7</c:v>
                </c:pt>
                <c:pt idx="1528">
                  <c:v>-8.4016499731289831E-7</c:v>
                </c:pt>
                <c:pt idx="1529">
                  <c:v>-1.1943876345459771E-6</c:v>
                </c:pt>
                <c:pt idx="1530">
                  <c:v>-1.5484673231330149E-6</c:v>
                </c:pt>
                <c:pt idx="1531">
                  <c:v>-1.9023922643834449E-6</c:v>
                </c:pt>
                <c:pt idx="1532">
                  <c:v>-2.256150675119255E-6</c:v>
                </c:pt>
                <c:pt idx="1533">
                  <c:v>-2.6097307878501129E-6</c:v>
                </c:pt>
                <c:pt idx="1534">
                  <c:v>-2.963120850946916E-6</c:v>
                </c:pt>
                <c:pt idx="1535">
                  <c:v>-3.3163091288139029E-6</c:v>
                </c:pt>
                <c:pt idx="1536">
                  <c:v>-3.6692839020594401E-6</c:v>
                </c:pt>
                <c:pt idx="1537">
                  <c:v>-4.0220334676655876E-6</c:v>
                </c:pt>
                <c:pt idx="1538">
                  <c:v>-4.3745461391563673E-6</c:v>
                </c:pt>
                <c:pt idx="1539">
                  <c:v>-4.7268102467645373E-6</c:v>
                </c:pt>
                <c:pt idx="1540">
                  <c:v>-5.0788141375966698E-6</c:v>
                </c:pt>
                <c:pt idx="1541">
                  <c:v>-5.430546175796672E-6</c:v>
                </c:pt>
                <c:pt idx="1542">
                  <c:v>-5.7819947427082412E-6</c:v>
                </c:pt>
                <c:pt idx="1543">
                  <c:v>-6.1331482370368757E-6</c:v>
                </c:pt>
                <c:pt idx="1544">
                  <c:v>-6.4839950750118416E-6</c:v>
                </c:pt>
                <c:pt idx="1545">
                  <c:v>-6.8345236905480961E-6</c:v>
                </c:pt>
                <c:pt idx="1546">
                  <c:v>-7.1847225354078812E-6</c:v>
                </c:pt>
                <c:pt idx="1547">
                  <c:v>-7.5345800793616349E-6</c:v>
                </c:pt>
                <c:pt idx="1548">
                  <c:v>-7.884084810347858E-6</c:v>
                </c:pt>
                <c:pt idx="1549">
                  <c:v>-8.2332252346317884E-6</c:v>
                </c:pt>
                <c:pt idx="1550">
                  <c:v>-8.5819898769628447E-6</c:v>
                </c:pt>
                <c:pt idx="1551">
                  <c:v>-8.9303672807308505E-6</c:v>
                </c:pt>
                <c:pt idx="1552">
                  <c:v>-9.2783460081211077E-6</c:v>
                </c:pt>
                <c:pt idx="1553">
                  <c:v>-9.6259146402686697E-6</c:v>
                </c:pt>
                <c:pt idx="1554">
                  <c:v>-9.9730617774121662E-6</c:v>
                </c:pt>
                <c:pt idx="1555">
                  <c:v>-1.0319776039047201E-5</c:v>
                </c:pt>
                <c:pt idx="1556">
                  <c:v>-1.0666046064079079E-5</c:v>
                </c:pt>
                <c:pt idx="1557">
                  <c:v>-1.101186051097463E-5</c:v>
                </c:pt>
                <c:pt idx="1558">
                  <c:v>-1.135720805791329E-5</c:v>
                </c:pt>
                <c:pt idx="1559">
                  <c:v>-1.170207740293793E-5</c:v>
                </c:pt>
                <c:pt idx="1560">
                  <c:v>-1.2046457264105399E-5</c:v>
                </c:pt>
                <c:pt idx="1561">
                  <c:v>-1.239033637963713E-5</c:v>
                </c:pt>
                <c:pt idx="1562">
                  <c:v>-1.2733703508069709E-5</c:v>
                </c:pt>
                <c:pt idx="1563">
                  <c:v>-1.3076547428405359E-5</c:v>
                </c:pt>
                <c:pt idx="1564">
                  <c:v>-1.3418856940262331E-5</c:v>
                </c:pt>
                <c:pt idx="1565">
                  <c:v>-1.3760620864025229E-5</c:v>
                </c:pt>
                <c:pt idx="1566">
                  <c:v>-1.4101828040994841E-5</c:v>
                </c:pt>
                <c:pt idx="1567">
                  <c:v>-1.4442467333537281E-5</c:v>
                </c:pt>
                <c:pt idx="1568">
                  <c:v>-1.4782527625232269E-5</c:v>
                </c:pt>
                <c:pt idx="1569">
                  <c:v>-1.512199782102083E-5</c:v>
                </c:pt>
                <c:pt idx="1570">
                  <c:v>-1.5460866847352831E-5</c:v>
                </c:pt>
                <c:pt idx="1571">
                  <c:v>-1.5799123652334749E-5</c:v>
                </c:pt>
                <c:pt idx="1572">
                  <c:v>-1.6136757205877711E-5</c:v>
                </c:pt>
                <c:pt idx="1573">
                  <c:v>-1.647375649984588E-5</c:v>
                </c:pt>
                <c:pt idx="1574">
                  <c:v>-1.6810110548204959E-5</c:v>
                </c:pt>
                <c:pt idx="1575">
                  <c:v>-1.7145808387170561E-5</c:v>
                </c:pt>
                <c:pt idx="1576">
                  <c:v>-1.7480839075356049E-5</c:v>
                </c:pt>
                <c:pt idx="1577">
                  <c:v>-1.7815191693919759E-5</c:v>
                </c:pt>
                <c:pt idx="1578">
                  <c:v>-1.814885534671181E-5</c:v>
                </c:pt>
                <c:pt idx="1579">
                  <c:v>-1.848181916042109E-5</c:v>
                </c:pt>
                <c:pt idx="1580">
                  <c:v>-1.8814072284722631E-5</c:v>
                </c:pt>
                <c:pt idx="1581">
                  <c:v>-1.914560389242546E-5</c:v>
                </c:pt>
                <c:pt idx="1582">
                  <c:v>-1.9476403179620811E-5</c:v>
                </c:pt>
                <c:pt idx="1583">
                  <c:v>-1.9806459365830832E-5</c:v>
                </c:pt>
                <c:pt idx="1584">
                  <c:v>-2.0135761694157701E-5</c:v>
                </c:pt>
                <c:pt idx="1585">
                  <c:v>-2.046429943143303E-5</c:v>
                </c:pt>
                <c:pt idx="1586">
                  <c:v>-2.0792061868367078E-5</c:v>
                </c:pt>
                <c:pt idx="1587">
                  <c:v>-2.1119038319697739E-5</c:v>
                </c:pt>
                <c:pt idx="1588">
                  <c:v>-2.1445218124339339E-5</c:v>
                </c:pt>
                <c:pt idx="1589">
                  <c:v>-2.1770590645531911E-5</c:v>
                </c:pt>
                <c:pt idx="1590">
                  <c:v>-2.209514527099112E-5</c:v>
                </c:pt>
                <c:pt idx="1591">
                  <c:v>-2.241887141305928E-5</c:v>
                </c:pt>
                <c:pt idx="1592">
                  <c:v>-2.2741758508857199E-5</c:v>
                </c:pt>
                <c:pt idx="1593">
                  <c:v>-2.306379602043694E-5</c:v>
                </c:pt>
                <c:pt idx="1594">
                  <c:v>-2.338497343493502E-5</c:v>
                </c:pt>
                <c:pt idx="1595">
                  <c:v>-2.3705280264725989E-5</c:v>
                </c:pt>
                <c:pt idx="1596">
                  <c:v>-2.4024706047576079E-5</c:v>
                </c:pt>
                <c:pt idx="1597">
                  <c:v>-2.4343240346797641E-5</c:v>
                </c:pt>
                <c:pt idx="1598">
                  <c:v>-2.466087275140431E-5</c:v>
                </c:pt>
                <c:pt idx="1599">
                  <c:v>-2.4977592876267399E-5</c:v>
                </c:pt>
                <c:pt idx="1600">
                  <c:v>-2.5293390362272929E-5</c:v>
                </c:pt>
                <c:pt idx="1601">
                  <c:v>-2.5608254876479351E-5</c:v>
                </c:pt>
                <c:pt idx="1602">
                  <c:v>-2.5922176112275679E-5</c:v>
                </c:pt>
                <c:pt idx="1603">
                  <c:v>-2.6235143789540359E-5</c:v>
                </c:pt>
                <c:pt idx="1604">
                  <c:v>-2.6547147654800958E-5</c:v>
                </c:pt>
                <c:pt idx="1605">
                  <c:v>-2.6858177481394611E-5</c:v>
                </c:pt>
                <c:pt idx="1606">
                  <c:v>-2.7168223069629539E-5</c:v>
                </c:pt>
                <c:pt idx="1607">
                  <c:v>-2.74772742469477E-5</c:v>
                </c:pt>
                <c:pt idx="1608">
                  <c:v>-2.7785320868088829E-5</c:v>
                </c:pt>
                <c:pt idx="1609">
                  <c:v>-2.8092352815256029E-5</c:v>
                </c:pt>
                <c:pt idx="1610">
                  <c:v>-2.839835999828302E-5</c:v>
                </c:pt>
                <c:pt idx="1611">
                  <c:v>-2.8703332354803051E-5</c:v>
                </c:pt>
                <c:pt idx="1612">
                  <c:v>-2.9007259850419321E-5</c:v>
                </c:pt>
                <c:pt idx="1613">
                  <c:v>-2.9310132478876711E-5</c:v>
                </c:pt>
                <c:pt idx="1614">
                  <c:v>-2.9611940262234421E-5</c:v>
                </c:pt>
                <c:pt idx="1615">
                  <c:v>-2.9912673251039131E-5</c:v>
                </c:pt>
                <c:pt idx="1616">
                  <c:v>-3.0212321524498538E-5</c:v>
                </c:pt>
                <c:pt idx="1617">
                  <c:v>-3.0510875190655429E-5</c:v>
                </c:pt>
                <c:pt idx="1618">
                  <c:v>-3.080832438656254E-5</c:v>
                </c:pt>
                <c:pt idx="1619">
                  <c:v>-3.1104659278458837E-5</c:v>
                </c:pt>
                <c:pt idx="1620">
                  <c:v>-3.139987006194735E-5</c:v>
                </c:pt>
                <c:pt idx="1621">
                  <c:v>-3.1693946962174782E-5</c:v>
                </c:pt>
                <c:pt idx="1622">
                  <c:v>-3.1986880234013061E-5</c:v>
                </c:pt>
                <c:pt idx="1623">
                  <c:v>-3.2278660162242572E-5</c:v>
                </c:pt>
                <c:pt idx="1624">
                  <c:v>-3.2569277061736827E-5</c:v>
                </c:pt>
                <c:pt idx="1625">
                  <c:v>-3.2858721277647983E-5</c:v>
                </c:pt>
                <c:pt idx="1626">
                  <c:v>-3.3146983185592603E-5</c:v>
                </c:pt>
                <c:pt idx="1627">
                  <c:v>-3.3434053191837767E-5</c:v>
                </c:pt>
                <c:pt idx="1628">
                  <c:v>-3.3719921733487408E-5</c:v>
                </c:pt>
                <c:pt idx="1629">
                  <c:v>-3.4004579278669502E-5</c:v>
                </c:pt>
                <c:pt idx="1630">
                  <c:v>-3.4288016326724438E-5</c:v>
                </c:pt>
                <c:pt idx="1631">
                  <c:v>-3.4570223408394333E-5</c:v>
                </c:pt>
                <c:pt idx="1632">
                  <c:v>-3.4851191086013348E-5</c:v>
                </c:pt>
                <c:pt idx="1633">
                  <c:v>-3.5130909953699458E-5</c:v>
                </c:pt>
                <c:pt idx="1634">
                  <c:v>-3.5409370637547562E-5</c:v>
                </c:pt>
                <c:pt idx="1635">
                  <c:v>-3.5686563795824232E-5</c:v>
                </c:pt>
                <c:pt idx="1636">
                  <c:v>-3.5962480119163758E-5</c:v>
                </c:pt>
                <c:pt idx="1637">
                  <c:v>-3.6237110330765519E-5</c:v>
                </c:pt>
                <c:pt idx="1638">
                  <c:v>-3.6510445186591863E-5</c:v>
                </c:pt>
                <c:pt idx="1639">
                  <c:v>-3.6782475475566927E-5</c:v>
                </c:pt>
                <c:pt idx="1640">
                  <c:v>-3.7053192019776049E-5</c:v>
                </c:pt>
                <c:pt idx="1641">
                  <c:v>-3.7322585674666242E-5</c:v>
                </c:pt>
                <c:pt idx="1642">
                  <c:v>-3.759064732924847E-5</c:v>
                </c:pt>
                <c:pt idx="1643">
                  <c:v>-3.7857367906301927E-5</c:v>
                </c:pt>
                <c:pt idx="1644">
                  <c:v>-3.8122738362580521E-5</c:v>
                </c:pt>
                <c:pt idx="1645">
                  <c:v>-3.8386749689020933E-5</c:v>
                </c:pt>
                <c:pt idx="1646">
                  <c:v>-3.8649392910951749E-5</c:v>
                </c:pt>
                <c:pt idx="1647">
                  <c:v>-3.8910659088303552E-5</c:v>
                </c:pt>
                <c:pt idx="1648">
                  <c:v>-3.9170539315819467E-5</c:v>
                </c:pt>
                <c:pt idx="1649">
                  <c:v>-3.9429024723266021E-5</c:v>
                </c:pt>
                <c:pt idx="1650">
                  <c:v>-3.9686106475644388E-5</c:v>
                </c:pt>
                <c:pt idx="1651">
                  <c:v>-3.9941775773402578E-5</c:v>
                </c:pt>
                <c:pt idx="1652">
                  <c:v>-4.0196023852648981E-5</c:v>
                </c:pt>
                <c:pt idx="1653">
                  <c:v>-4.044884198536756E-5</c:v>
                </c:pt>
                <c:pt idx="1654">
                  <c:v>-4.0700221479634627E-5</c:v>
                </c:pt>
                <c:pt idx="1655">
                  <c:v>-4.0950153679836983E-5</c:v>
                </c:pt>
                <c:pt idx="1656">
                  <c:v>-4.119862996689133E-5</c:v>
                </c:pt>
                <c:pt idx="1657">
                  <c:v>-4.1445641758464777E-5</c:v>
                </c:pt>
                <c:pt idx="1658">
                  <c:v>-4.1691180509196049E-5</c:v>
                </c:pt>
                <c:pt idx="1659">
                  <c:v>-4.1935237710917198E-5</c:v>
                </c:pt>
                <c:pt idx="1660">
                  <c:v>-4.2177804892876192E-5</c:v>
                </c:pt>
                <c:pt idx="1661">
                  <c:v>-4.2418873621960383E-5</c:v>
                </c:pt>
                <c:pt idx="1662">
                  <c:v>-4.2658435502921388E-5</c:v>
                </c:pt>
                <c:pt idx="1663">
                  <c:v>-4.2896482178600918E-5</c:v>
                </c:pt>
                <c:pt idx="1664">
                  <c:v>-4.3133005330157717E-5</c:v>
                </c:pt>
                <c:pt idx="1665">
                  <c:v>-4.3367996677295003E-5</c:v>
                </c:pt>
                <c:pt idx="1666">
                  <c:v>-4.3601447978488518E-5</c:v>
                </c:pt>
                <c:pt idx="1667">
                  <c:v>-4.3833351031215677E-5</c:v>
                </c:pt>
                <c:pt idx="1668">
                  <c:v>-4.406369767218586E-5</c:v>
                </c:pt>
                <c:pt idx="1669">
                  <c:v>-4.4292479777572213E-5</c:v>
                </c:pt>
                <c:pt idx="1670">
                  <c:v>-4.4519689263244623E-5</c:v>
                </c:pt>
                <c:pt idx="1671">
                  <c:v>-4.474531808500394E-5</c:v>
                </c:pt>
                <c:pt idx="1672">
                  <c:v>-4.4969358238816713E-5</c:v>
                </c:pt>
                <c:pt idx="1673">
                  <c:v>-4.5191801761050422E-5</c:v>
                </c:pt>
                <c:pt idx="1674">
                  <c:v>-4.541264072870923E-5</c:v>
                </c:pt>
                <c:pt idx="1675">
                  <c:v>-4.563186725967082E-5</c:v>
                </c:pt>
                <c:pt idx="1676">
                  <c:v>-4.5849473512924442E-5</c:v>
                </c:pt>
                <c:pt idx="1677">
                  <c:v>-4.6065451688810087E-5</c:v>
                </c:pt>
                <c:pt idx="1678">
                  <c:v>-4.6279794029258348E-5</c:v>
                </c:pt>
                <c:pt idx="1679">
                  <c:v>-4.6492492818030818E-5</c:v>
                </c:pt>
                <c:pt idx="1680">
                  <c:v>-4.6703540380960868E-5</c:v>
                </c:pt>
                <c:pt idx="1681">
                  <c:v>-4.6912929086195057E-5</c:v>
                </c:pt>
                <c:pt idx="1682">
                  <c:v>-4.712065134443513E-5</c:v>
                </c:pt>
                <c:pt idx="1683">
                  <c:v>-4.7326699609180247E-5</c:v>
                </c:pt>
                <c:pt idx="1684">
                  <c:v>-4.753106637696934E-5</c:v>
                </c:pt>
                <c:pt idx="1685">
                  <c:v>-4.7733744187623673E-5</c:v>
                </c:pt>
                <c:pt idx="1686">
                  <c:v>-4.7934725624489957E-5</c:v>
                </c:pt>
                <c:pt idx="1687">
                  <c:v>-4.8134003314684407E-5</c:v>
                </c:pt>
                <c:pt idx="1688">
                  <c:v>-4.8331569929337592E-5</c:v>
                </c:pt>
                <c:pt idx="1689">
                  <c:v>-4.8527418183839978E-5</c:v>
                </c:pt>
                <c:pt idx="1690">
                  <c:v>-4.8721540838088253E-5</c:v>
                </c:pt>
                <c:pt idx="1691">
                  <c:v>-4.8913930696732597E-5</c:v>
                </c:pt>
                <c:pt idx="1692">
                  <c:v>-4.9104580609425131E-5</c:v>
                </c:pt>
                <c:pt idx="1693">
                  <c:v>-4.9293483471069247E-5</c:v>
                </c:pt>
                <c:pt idx="1694">
                  <c:v>-4.9480632222069809E-5</c:v>
                </c:pt>
                <c:pt idx="1695">
                  <c:v>-4.9666019848583628E-5</c:v>
                </c:pt>
                <c:pt idx="1696">
                  <c:v>-4.9849639382770107E-5</c:v>
                </c:pt>
                <c:pt idx="1697">
                  <c:v>-5.0031483903042009E-5</c:v>
                </c:pt>
                <c:pt idx="1698">
                  <c:v>-5.0211546534316573E-5</c:v>
                </c:pt>
                <c:pt idx="1699">
                  <c:v>-5.0389820448267411E-5</c:v>
                </c:pt>
                <c:pt idx="1700">
                  <c:v>-5.0566298863577227E-5</c:v>
                </c:pt>
                <c:pt idx="1701">
                  <c:v>-5.0740975046191233E-5</c:v>
                </c:pt>
                <c:pt idx="1702">
                  <c:v>-5.0913842309570947E-5</c:v>
                </c:pt>
                <c:pt idx="1703">
                  <c:v>-5.1084894014948417E-5</c:v>
                </c:pt>
                <c:pt idx="1704">
                  <c:v>-5.1254123571580283E-5</c:v>
                </c:pt>
                <c:pt idx="1705">
                  <c:v>-5.1421524437002147E-5</c:v>
                </c:pt>
                <c:pt idx="1706">
                  <c:v>-5.158709011728264E-5</c:v>
                </c:pt>
                <c:pt idx="1707">
                  <c:v>-5.1750814167277309E-5</c:v>
                </c:pt>
                <c:pt idx="1708">
                  <c:v>-5.1912690190882589E-5</c:v>
                </c:pt>
                <c:pt idx="1709">
                  <c:v>-5.2072711841289919E-5</c:v>
                </c:pt>
                <c:pt idx="1710">
                  <c:v>-5.2230872821240379E-5</c:v>
                </c:pt>
                <c:pt idx="1711">
                  <c:v>-5.2387166883280041E-5</c:v>
                </c:pt>
                <c:pt idx="1712">
                  <c:v>-5.2541587830016187E-5</c:v>
                </c:pt>
                <c:pt idx="1713">
                  <c:v>-5.2694129514374391E-5</c:v>
                </c:pt>
                <c:pt idx="1714">
                  <c:v>-5.2844785839856042E-5</c:v>
                </c:pt>
                <c:pt idx="1715">
                  <c:v>-5.299355076079633E-5</c:v>
                </c:pt>
                <c:pt idx="1716">
                  <c:v>-5.3140418282622741E-5</c:v>
                </c:pt>
                <c:pt idx="1717">
                  <c:v>-5.3285382462114363E-5</c:v>
                </c:pt>
                <c:pt idx="1718">
                  <c:v>-5.3428437407662117E-5</c:v>
                </c:pt>
                <c:pt idx="1719">
                  <c:v>-5.3569577279530149E-5</c:v>
                </c:pt>
                <c:pt idx="1720">
                  <c:v>-5.3708796290117748E-5</c:v>
                </c:pt>
                <c:pt idx="1721">
                  <c:v>-5.3846088704222372E-5</c:v>
                </c:pt>
                <c:pt idx="1722">
                  <c:v>-5.3981448839303103E-5</c:v>
                </c:pt>
                <c:pt idx="1723">
                  <c:v>-5.4114871065744637E-5</c:v>
                </c:pt>
                <c:pt idx="1724">
                  <c:v>-5.4246349807121788E-5</c:v>
                </c:pt>
                <c:pt idx="1725">
                  <c:v>-5.4375879540464081E-5</c:v>
                </c:pt>
                <c:pt idx="1726">
                  <c:v>-5.4503454796520732E-5</c:v>
                </c:pt>
                <c:pt idx="1727">
                  <c:v>-5.4629070160025672E-5</c:v>
                </c:pt>
                <c:pt idx="1728">
                  <c:v>-5.4752720269962942E-5</c:v>
                </c:pt>
                <c:pt idx="1729">
                  <c:v>-5.4874399819832207E-5</c:v>
                </c:pt>
                <c:pt idx="1730">
                  <c:v>-5.4994103557914498E-5</c:v>
                </c:pt>
                <c:pt idx="1731">
                  <c:v>-5.5111826287538128E-5</c:v>
                </c:pt>
                <c:pt idx="1732">
                  <c:v>-5.522756286734484E-5</c:v>
                </c:pt>
                <c:pt idx="1733">
                  <c:v>-5.5341308211556169E-5</c:v>
                </c:pt>
                <c:pt idx="1734">
                  <c:v>-5.5453057290239697E-5</c:v>
                </c:pt>
                <c:pt idx="1735">
                  <c:v>-5.5562805129575559E-5</c:v>
                </c:pt>
                <c:pt idx="1736">
                  <c:v>-5.5670546812123048E-5</c:v>
                </c:pt>
                <c:pt idx="1737">
                  <c:v>-5.57762774770875E-5</c:v>
                </c:pt>
                <c:pt idx="1738">
                  <c:v>-5.5879992320587813E-5</c:v>
                </c:pt>
                <c:pt idx="1739">
                  <c:v>-5.5981686595925098E-5</c:v>
                </c:pt>
                <c:pt idx="1740">
                  <c:v>-5.6081355613852398E-5</c:v>
                </c:pt>
                <c:pt idx="1741">
                  <c:v>-5.6178994742845417E-5</c:v>
                </c:pt>
                <c:pt idx="1742">
                  <c:v>-5.6274599409374258E-5</c:v>
                </c:pt>
                <c:pt idx="1743">
                  <c:v>-5.6368165098176259E-5</c:v>
                </c:pt>
                <c:pt idx="1744">
                  <c:v>-5.6459687352530378E-5</c:v>
                </c:pt>
                <c:pt idx="1745">
                  <c:v>-5.6549161774533077E-5</c:v>
                </c:pt>
                <c:pt idx="1746">
                  <c:v>-5.6636584025375503E-5</c:v>
                </c:pt>
                <c:pt idx="1747">
                  <c:v>-5.672194982562193E-5</c:v>
                </c:pt>
                <c:pt idx="1748">
                  <c:v>-5.6805254955489218E-5</c:v>
                </c:pt>
                <c:pt idx="1749">
                  <c:v>-5.6886495255127087E-5</c:v>
                </c:pt>
                <c:pt idx="1750">
                  <c:v>-5.6965666624899427E-5</c:v>
                </c:pt>
                <c:pt idx="1751">
                  <c:v>-5.704276502566644E-5</c:v>
                </c:pt>
                <c:pt idx="1752">
                  <c:v>-5.7117786479067407E-5</c:v>
                </c:pt>
                <c:pt idx="1753">
                  <c:v>-5.7190727067804013E-5</c:v>
                </c:pt>
                <c:pt idx="1754">
                  <c:v>-5.7261582935924303E-5</c:v>
                </c:pt>
                <c:pt idx="1755">
                  <c:v>-5.733035028910715E-5</c:v>
                </c:pt>
                <c:pt idx="1756">
                  <c:v>-5.7397025394946948E-5</c:v>
                </c:pt>
                <c:pt idx="1757">
                  <c:v>-5.7461604583238437E-5</c:v>
                </c:pt>
                <c:pt idx="1758">
                  <c:v>-5.7524084246261802E-5</c:v>
                </c:pt>
                <c:pt idx="1759">
                  <c:v>-5.7584460839068528E-5</c:v>
                </c:pt>
                <c:pt idx="1760">
                  <c:v>-5.7642730879768438E-5</c:v>
                </c:pt>
                <c:pt idx="1761">
                  <c:v>-5.7698890949818217E-5</c:v>
                </c:pt>
                <c:pt idx="1762">
                  <c:v>-5.7752937694311567E-5</c:v>
                </c:pt>
                <c:pt idx="1763">
                  <c:v>-5.7804867822270633E-5</c:v>
                </c:pt>
                <c:pt idx="1764">
                  <c:v>-5.7854678106938438E-5</c:v>
                </c:pt>
                <c:pt idx="1765">
                  <c:v>-5.7902365386072732E-5</c:v>
                </c:pt>
                <c:pt idx="1766">
                  <c:v>-5.7947926562240798E-5</c:v>
                </c:pt>
                <c:pt idx="1767">
                  <c:v>-5.7991358603115567E-5</c:v>
                </c:pt>
                <c:pt idx="1768">
                  <c:v>-5.8032658541772562E-5</c:v>
                </c:pt>
                <c:pt idx="1769">
                  <c:v>-5.8071823476987459E-5</c:v>
                </c:pt>
                <c:pt idx="1770">
                  <c:v>-5.8108850573534247E-5</c:v>
                </c:pt>
                <c:pt idx="1771">
                  <c:v>-5.8143737062484053E-5</c:v>
                </c:pt>
                <c:pt idx="1772">
                  <c:v>-5.8176480241504617E-5</c:v>
                </c:pt>
                <c:pt idx="1773">
                  <c:v>-5.8207077475160497E-5</c:v>
                </c:pt>
                <c:pt idx="1774">
                  <c:v>-5.8235526195213548E-5</c:v>
                </c:pt>
                <c:pt idx="1775">
                  <c:v>-5.8261823900923753E-5</c:v>
                </c:pt>
                <c:pt idx="1776">
                  <c:v>-5.8285968159350543E-5</c:v>
                </c:pt>
                <c:pt idx="1777">
                  <c:v>-5.8307956605654488E-5</c:v>
                </c:pt>
                <c:pt idx="1778">
                  <c:v>-5.8327786943399807E-5</c:v>
                </c:pt>
                <c:pt idx="1779">
                  <c:v>-5.8345456944857608E-5</c:v>
                </c:pt>
                <c:pt idx="1780">
                  <c:v>-5.8360964451309889E-5</c:v>
                </c:pt>
                <c:pt idx="1781">
                  <c:v>-5.8374307373353631E-5</c:v>
                </c:pt>
                <c:pt idx="1782">
                  <c:v>-5.8385483691205623E-5</c:v>
                </c:pt>
                <c:pt idx="1783">
                  <c:v>-5.8394491455007349E-5</c:v>
                </c:pt>
                <c:pt idx="1784">
                  <c:v>-5.8401328785130251E-5</c:v>
                </c:pt>
                <c:pt idx="1785">
                  <c:v>-5.8405993872481012E-5</c:v>
                </c:pt>
                <c:pt idx="1786">
                  <c:v>-5.8408484978807453E-5</c:v>
                </c:pt>
                <c:pt idx="1787">
                  <c:v>-5.8408800437005001E-5</c:v>
                </c:pt>
                <c:pt idx="1788">
                  <c:v>-5.8406938651423538E-5</c:v>
                </c:pt>
                <c:pt idx="1789">
                  <c:v>-5.8402898098174558E-5</c:v>
                </c:pt>
                <c:pt idx="1790">
                  <c:v>-5.8396677325438481E-5</c:v>
                </c:pt>
                <c:pt idx="1791">
                  <c:v>-5.8388274953771913E-5</c:v>
                </c:pt>
                <c:pt idx="1792">
                  <c:v>-5.837768967641476E-5</c:v>
                </c:pt>
                <c:pt idx="1793">
                  <c:v>-5.8364920259597461E-5</c:v>
                </c:pt>
                <c:pt idx="1794">
                  <c:v>-5.8349965542848203E-5</c:v>
                </c:pt>
                <c:pt idx="1795">
                  <c:v>-5.8332824439300313E-5</c:v>
                </c:pt>
                <c:pt idx="1796">
                  <c:v>-5.8313495935999599E-5</c:v>
                </c:pt>
                <c:pt idx="1797">
                  <c:v>-5.829197909421189E-5</c:v>
                </c:pt>
                <c:pt idx="1798">
                  <c:v>-5.8268273049730123E-5</c:v>
                </c:pt>
                <c:pt idx="1799">
                  <c:v>-5.8242377013180897E-5</c:v>
                </c:pt>
                <c:pt idx="1800">
                  <c:v>-5.8214290270330357E-5</c:v>
                </c:pt>
                <c:pt idx="1801">
                  <c:v>-5.8184012182389243E-5</c:v>
                </c:pt>
                <c:pt idx="1802">
                  <c:v>-5.8151542186317313E-5</c:v>
                </c:pt>
                <c:pt idx="1803">
                  <c:v>-5.8116879795126838E-5</c:v>
                </c:pt>
                <c:pt idx="1804">
                  <c:v>-5.8080024598184959E-5</c:v>
                </c:pt>
                <c:pt idx="1805">
                  <c:v>-5.804097626151511E-5</c:v>
                </c:pt>
                <c:pt idx="1806">
                  <c:v>-5.7999734528097652E-5</c:v>
                </c:pt>
                <c:pt idx="1807">
                  <c:v>-5.7956299218169683E-5</c:v>
                </c:pt>
                <c:pt idx="1808">
                  <c:v>-5.7910670229524372E-5</c:v>
                </c:pt>
                <c:pt idx="1809">
                  <c:v>-5.7862847537809448E-5</c:v>
                </c:pt>
                <c:pt idx="1810">
                  <c:v>-5.7812831196824248E-5</c:v>
                </c:pt>
                <c:pt idx="1811">
                  <c:v>-5.7760621338815328E-5</c:v>
                </c:pt>
                <c:pt idx="1812">
                  <c:v>-5.770621817477014E-5</c:v>
                </c:pt>
                <c:pt idx="1813">
                  <c:v>-5.7649621994708868E-5</c:v>
                </c:pt>
                <c:pt idx="1814">
                  <c:v>-5.7590833167974549E-5</c:v>
                </c:pt>
                <c:pt idx="1815">
                  <c:v>-5.7529852143521488E-5</c:v>
                </c:pt>
                <c:pt idx="1816">
                  <c:v>-5.7466679450202557E-5</c:v>
                </c:pt>
                <c:pt idx="1817">
                  <c:v>-5.7401315697055088E-5</c:v>
                </c:pt>
                <c:pt idx="1818">
                  <c:v>-5.7333761573585609E-5</c:v>
                </c:pt>
                <c:pt idx="1819">
                  <c:v>-5.7264017850053147E-5</c:v>
                </c:pt>
                <c:pt idx="1820">
                  <c:v>-5.7192085377750928E-5</c:v>
                </c:pt>
                <c:pt idx="1821">
                  <c:v>-5.7117965089286287E-5</c:v>
                </c:pt>
                <c:pt idx="1822">
                  <c:v>-5.7041657998858672E-5</c:v>
                </c:pt>
                <c:pt idx="1823">
                  <c:v>-5.6963165202534917E-5</c:v>
                </c:pt>
                <c:pt idx="1824">
                  <c:v>-5.6882487878521757E-5</c:v>
                </c:pt>
                <c:pt idx="1825">
                  <c:v>-5.6799627287435302E-5</c:v>
                </c:pt>
                <c:pt idx="1826">
                  <c:v>-5.6714584772568143E-5</c:v>
                </c:pt>
                <c:pt idx="1827">
                  <c:v>-5.6627361760153922E-5</c:v>
                </c:pt>
                <c:pt idx="1828">
                  <c:v>-5.6537959759629543E-5</c:v>
                </c:pt>
                <c:pt idx="1829">
                  <c:v>-5.6446380363894733E-5</c:v>
                </c:pt>
                <c:pt idx="1830">
                  <c:v>-5.6352625249569003E-5</c:v>
                </c:pt>
                <c:pt idx="1831">
                  <c:v>-5.6256696177245793E-5</c:v>
                </c:pt>
                <c:pt idx="1832">
                  <c:v>-5.6158594991743951E-5</c:v>
                </c:pt>
                <c:pt idx="1833">
                  <c:v>-5.6058323622356402E-5</c:v>
                </c:pt>
                <c:pt idx="1834">
                  <c:v>-5.5955884083096033E-5</c:v>
                </c:pt>
                <c:pt idx="1835">
                  <c:v>-5.5851278472938818E-5</c:v>
                </c:pt>
                <c:pt idx="1836">
                  <c:v>-5.5744508976064142E-5</c:v>
                </c:pt>
                <c:pt idx="1837">
                  <c:v>-5.5635577862092519E-5</c:v>
                </c:pt>
                <c:pt idx="1838">
                  <c:v>-5.5524487486320359E-5</c:v>
                </c:pt>
                <c:pt idx="1839">
                  <c:v>-5.5411240289951628E-5</c:v>
                </c:pt>
                <c:pt idx="1840">
                  <c:v>-5.5295838800326098E-5</c:v>
                </c:pt>
                <c:pt idx="1841">
                  <c:v>-5.5178285631144082E-5</c:v>
                </c:pt>
                <c:pt idx="1842">
                  <c:v>-5.5058583482687371E-5</c:v>
                </c:pt>
                <c:pt idx="1843">
                  <c:v>-5.4936735142036672E-5</c:v>
                </c:pt>
                <c:pt idx="1844">
                  <c:v>-5.481274348328512E-5</c:v>
                </c:pt>
                <c:pt idx="1845">
                  <c:v>-5.4686611467748178E-5</c:v>
                </c:pt>
                <c:pt idx="1846">
                  <c:v>-5.4558342144169633E-5</c:v>
                </c:pt>
                <c:pt idx="1847">
                  <c:v>-5.4427938648923398E-5</c:v>
                </c:pt>
                <c:pt idx="1848">
                  <c:v>-5.4295404206211167E-5</c:v>
                </c:pt>
                <c:pt idx="1849">
                  <c:v>-5.4160742128255079E-5</c:v>
                </c:pt>
                <c:pt idx="1850">
                  <c:v>-5.4023955815485842E-5</c:v>
                </c:pt>
                <c:pt idx="1851">
                  <c:v>-5.3885048756726023E-5</c:v>
                </c:pt>
                <c:pt idx="1852">
                  <c:v>-5.3744024529368973E-5</c:v>
                </c:pt>
                <c:pt idx="1853">
                  <c:v>-5.360088679955349E-5</c:v>
                </c:pt>
                <c:pt idx="1854">
                  <c:v>-5.3455639322334353E-5</c:v>
                </c:pt>
                <c:pt idx="1855">
                  <c:v>-5.3308285941848892E-5</c:v>
                </c:pt>
                <c:pt idx="1856">
                  <c:v>-5.315883059147984E-5</c:v>
                </c:pt>
                <c:pt idx="1857">
                  <c:v>-5.3007277294014657E-5</c:v>
                </c:pt>
                <c:pt idx="1858">
                  <c:v>-5.2853630161800979E-5</c:v>
                </c:pt>
                <c:pt idx="1859">
                  <c:v>-5.2697893396898182E-5</c:v>
                </c:pt>
                <c:pt idx="1860">
                  <c:v>-5.2540071291224553E-5</c:v>
                </c:pt>
                <c:pt idx="1861">
                  <c:v>-5.2380168226699562E-5</c:v>
                </c:pt>
                <c:pt idx="1862">
                  <c:v>-5.22181886753812E-5</c:v>
                </c:pt>
                <c:pt idx="1863">
                  <c:v>-5.2054137199598382E-5</c:v>
                </c:pt>
                <c:pt idx="1864">
                  <c:v>-5.1888018452078998E-5</c:v>
                </c:pt>
                <c:pt idx="1865">
                  <c:v>-5.171983717607383E-5</c:v>
                </c:pt>
                <c:pt idx="1866">
                  <c:v>-5.1549598205476437E-5</c:v>
                </c:pt>
                <c:pt idx="1867">
                  <c:v>-5.1377306464938482E-5</c:v>
                </c:pt>
                <c:pt idx="1868">
                  <c:v>-5.1202966969980523E-5</c:v>
                </c:pt>
                <c:pt idx="1869">
                  <c:v>-5.1026584827098149E-5</c:v>
                </c:pt>
                <c:pt idx="1870">
                  <c:v>-5.0848165233862947E-5</c:v>
                </c:pt>
                <c:pt idx="1871">
                  <c:v>-5.066771347901838E-5</c:v>
                </c:pt>
                <c:pt idx="1872">
                  <c:v>-5.0485234942569992E-5</c:v>
                </c:pt>
                <c:pt idx="1873">
                  <c:v>-5.0300735095870103E-5</c:v>
                </c:pt>
                <c:pt idx="1874">
                  <c:v>-5.0114219501696741E-5</c:v>
                </c:pt>
                <c:pt idx="1875">
                  <c:v>-4.9925693814327138E-5</c:v>
                </c:pt>
                <c:pt idx="1876">
                  <c:v>-4.9735163779605679E-5</c:v>
                </c:pt>
                <c:pt idx="1877">
                  <c:v>-4.9542635235006111E-5</c:v>
                </c:pt>
                <c:pt idx="1878">
                  <c:v>-4.934811410968782E-5</c:v>
                </c:pt>
                <c:pt idx="1879">
                  <c:v>-4.9151606424546488E-5</c:v>
                </c:pt>
                <c:pt idx="1880">
                  <c:v>-4.8953118292259211E-5</c:v>
                </c:pt>
                <c:pt idx="1881">
                  <c:v>-4.8752655917323978E-5</c:v>
                </c:pt>
                <c:pt idx="1882">
                  <c:v>-4.8550225596093097E-5</c:v>
                </c:pt>
                <c:pt idx="1883">
                  <c:v>-4.8345833716800328E-5</c:v>
                </c:pt>
                <c:pt idx="1884">
                  <c:v>-4.8139486759581489E-5</c:v>
                </c:pt>
                <c:pt idx="1885">
                  <c:v>-4.7931191296488963E-5</c:v>
                </c:pt>
                <c:pt idx="1886">
                  <c:v>-4.7720953991500302E-5</c:v>
                </c:pt>
                <c:pt idx="1887">
                  <c:v>-4.7508781600521067E-5</c:v>
                </c:pt>
                <c:pt idx="1888">
                  <c:v>-4.7294680971382037E-5</c:v>
                </c:pt>
                <c:pt idx="1889">
                  <c:v>-4.7078659043830731E-5</c:v>
                </c:pt>
                <c:pt idx="1890">
                  <c:v>-4.6860722849517448E-5</c:v>
                </c:pt>
                <c:pt idx="1891">
                  <c:v>-4.664087951197566E-5</c:v>
                </c:pt>
                <c:pt idx="1892">
                  <c:v>-4.6419136246596467E-5</c:v>
                </c:pt>
                <c:pt idx="1893">
                  <c:v>-4.6195500360597113E-5</c:v>
                </c:pt>
                <c:pt idx="1894">
                  <c:v>-4.5969979252983138E-5</c:v>
                </c:pt>
                <c:pt idx="1895">
                  <c:v>-4.5742580414504182E-5</c:v>
                </c:pt>
                <c:pt idx="1896">
                  <c:v>-4.5513311427603171E-5</c:v>
                </c:pt>
                <c:pt idx="1897">
                  <c:v>-4.5282179966358918E-5</c:v>
                </c:pt>
                <c:pt idx="1898">
                  <c:v>-4.5049193796422047E-5</c:v>
                </c:pt>
                <c:pt idx="1899">
                  <c:v>-4.481436077494406E-5</c:v>
                </c:pt>
                <c:pt idx="1900">
                  <c:v>-4.4577688850499337E-5</c:v>
                </c:pt>
                <c:pt idx="1901">
                  <c:v>-4.4339186063000229E-5</c:v>
                </c:pt>
                <c:pt idx="1902">
                  <c:v>-4.4098860543605393E-5</c:v>
                </c:pt>
                <c:pt idx="1903">
                  <c:v>-4.385672051462179E-5</c:v>
                </c:pt>
                <c:pt idx="1904">
                  <c:v>-4.3612774289400888E-5</c:v>
                </c:pt>
                <c:pt idx="1905">
                  <c:v>-4.3367030272228748E-5</c:v>
                </c:pt>
                <c:pt idx="1906">
                  <c:v>-4.3119496958209683E-5</c:v>
                </c:pt>
                <c:pt idx="1907">
                  <c:v>-4.2870182933142837E-5</c:v>
                </c:pt>
                <c:pt idx="1908">
                  <c:v>-4.2619096873392317E-5</c:v>
                </c:pt>
                <c:pt idx="1909">
                  <c:v>-4.2366247545750432E-5</c:v>
                </c:pt>
                <c:pt idx="1910">
                  <c:v>-4.2111643807294481E-5</c:v>
                </c:pt>
                <c:pt idx="1911">
                  <c:v>-4.1855294605237102E-5</c:v>
                </c:pt>
                <c:pt idx="1912">
                  <c:v>-4.1597208976770027E-5</c:v>
                </c:pt>
                <c:pt idx="1913">
                  <c:v>-4.133739604890152E-5</c:v>
                </c:pt>
                <c:pt idx="1914">
                  <c:v>-4.1075865038286887E-5</c:v>
                </c:pt>
                <c:pt idx="1915">
                  <c:v>-4.0812625251052073E-5</c:v>
                </c:pt>
                <c:pt idx="1916">
                  <c:v>-4.0547686082609761E-5</c:v>
                </c:pt>
                <c:pt idx="1917">
                  <c:v>-4.0281057017468122E-5</c:v>
                </c:pt>
                <c:pt idx="1918">
                  <c:v>-4.0012747629032131E-5</c:v>
                </c:pt>
                <c:pt idx="1919">
                  <c:v>-3.9742767579397788E-5</c:v>
                </c:pt>
                <c:pt idx="1920">
                  <c:v>-3.947112661913918E-5</c:v>
                </c:pt>
                <c:pt idx="1921">
                  <c:v>-3.9197834587088279E-5</c:v>
                </c:pt>
                <c:pt idx="1922">
                  <c:v>-3.8922901410107443E-5</c:v>
                </c:pt>
                <c:pt idx="1923">
                  <c:v>-3.8646337102854307E-5</c:v>
                </c:pt>
                <c:pt idx="1924">
                  <c:v>-3.8368151767539219E-5</c:v>
                </c:pt>
                <c:pt idx="1925">
                  <c:v>-3.8088355593674683E-5</c:v>
                </c:pt>
                <c:pt idx="1926">
                  <c:v>-3.7806958857817138E-5</c:v>
                </c:pt>
                <c:pt idx="1927">
                  <c:v>-3.7523971923300698E-5</c:v>
                </c:pt>
                <c:pt idx="1928">
                  <c:v>-3.7239405239963087E-5</c:v>
                </c:pt>
                <c:pt idx="1929">
                  <c:v>-3.6953269343863758E-5</c:v>
                </c:pt>
                <c:pt idx="1930">
                  <c:v>-3.666557485699467E-5</c:v>
                </c:pt>
                <c:pt idx="1931">
                  <c:v>-3.6376332486983643E-5</c:v>
                </c:pt>
                <c:pt idx="1932">
                  <c:v>-3.6085553026790653E-5</c:v>
                </c:pt>
                <c:pt idx="1933">
                  <c:v>-3.5793247354397003E-5</c:v>
                </c:pt>
                <c:pt idx="1934">
                  <c:v>-3.5499426432487161E-5</c:v>
                </c:pt>
                <c:pt idx="1935">
                  <c:v>-3.5204101308122912E-5</c:v>
                </c:pt>
                <c:pt idx="1936">
                  <c:v>-3.4907283112409279E-5</c:v>
                </c:pt>
                <c:pt idx="1937">
                  <c:v>-3.4608983060152377E-5</c:v>
                </c:pt>
                <c:pt idx="1938">
                  <c:v>-3.4309212449509021E-5</c:v>
                </c:pt>
                <c:pt idx="1939">
                  <c:v>-3.4007982661628217E-5</c:v>
                </c:pt>
                <c:pt idx="1940">
                  <c:v>-3.3705305160285011E-5</c:v>
                </c:pt>
                <c:pt idx="1941">
                  <c:v>-3.3401191491506233E-5</c:v>
                </c:pt>
                <c:pt idx="1942">
                  <c:v>-3.3095653283188722E-5</c:v>
                </c:pt>
                <c:pt idx="1943">
                  <c:v>-3.2788702244710087E-5</c:v>
                </c:pt>
                <c:pt idx="1944">
                  <c:v>-3.2480350166532618E-5</c:v>
                </c:pt>
                <c:pt idx="1945">
                  <c:v>-3.2170608919800038E-5</c:v>
                </c:pt>
                <c:pt idx="1946">
                  <c:v>-3.1859490455927222E-5</c:v>
                </c:pt>
                <c:pt idx="1947">
                  <c:v>-3.1547006806182538E-5</c:v>
                </c:pt>
                <c:pt idx="1948">
                  <c:v>-3.1233170081263232E-5</c:v>
                </c:pt>
                <c:pt idx="1949">
                  <c:v>-3.091799247086366E-5</c:v>
                </c:pt>
                <c:pt idx="1950">
                  <c:v>-3.0601486243236722E-5</c:v>
                </c:pt>
                <c:pt idx="1951">
                  <c:v>-3.028366374474812E-5</c:v>
                </c:pt>
                <c:pt idx="1952">
                  <c:v>-2.996453739942365E-5</c:v>
                </c:pt>
                <c:pt idx="1953">
                  <c:v>-2.9644119708489391E-5</c:v>
                </c:pt>
                <c:pt idx="1954">
                  <c:v>-2.9322423249904639E-5</c:v>
                </c:pt>
                <c:pt idx="1955">
                  <c:v>-2.899946067788783E-5</c:v>
                </c:pt>
                <c:pt idx="1956">
                  <c:v>-2.8675244722435329E-5</c:v>
                </c:pt>
                <c:pt idx="1957">
                  <c:v>-2.8349788188833308E-5</c:v>
                </c:pt>
                <c:pt idx="1958">
                  <c:v>-2.8023103957162691E-5</c:v>
                </c:pt>
                <c:pt idx="1959">
                  <c:v>-2.76952049817966E-5</c:v>
                </c:pt>
                <c:pt idx="1960">
                  <c:v>-2.736610429089023E-5</c:v>
                </c:pt>
                <c:pt idx="1961">
                  <c:v>-2.7035814985862811E-5</c:v>
                </c:pt>
                <c:pt idx="1962">
                  <c:v>-2.6704350240871489E-5</c:v>
                </c:pt>
                <c:pt idx="1963">
                  <c:v>-2.6371723302277161E-5</c:v>
                </c:pt>
                <c:pt idx="1964">
                  <c:v>-2.6037947488102501E-5</c:v>
                </c:pt>
                <c:pt idx="1965">
                  <c:v>-2.5703036187482679E-5</c:v>
                </c:pt>
                <c:pt idx="1966">
                  <c:v>-2.536700286010904E-5</c:v>
                </c:pt>
                <c:pt idx="1967">
                  <c:v>-2.50298610356659E-5</c:v>
                </c:pt>
                <c:pt idx="1968">
                  <c:v>-2.4691624313260219E-5</c:v>
                </c:pt>
                <c:pt idx="1969">
                  <c:v>-2.4352306360843879E-5</c:v>
                </c:pt>
                <c:pt idx="1970">
                  <c:v>-2.4011920914628519E-5</c:v>
                </c:pt>
                <c:pt idx="1971">
                  <c:v>-2.3670481778492858E-5</c:v>
                </c:pt>
                <c:pt idx="1972">
                  <c:v>-2.3328002823382859E-5</c:v>
                </c:pt>
                <c:pt idx="1973">
                  <c:v>-2.2984497986704511E-5</c:v>
                </c:pt>
                <c:pt idx="1974">
                  <c:v>-2.263998127170954E-5</c:v>
                </c:pt>
                <c:pt idx="1975">
                  <c:v>-2.2294466746874261E-5</c:v>
                </c:pt>
                <c:pt idx="1976">
                  <c:v>-2.19479685452717E-5</c:v>
                </c:pt>
                <c:pt idx="1977">
                  <c:v>-2.160050086393752E-5</c:v>
                </c:pt>
                <c:pt idx="1978">
                  <c:v>-2.125207796322953E-5</c:v>
                </c:pt>
                <c:pt idx="1979">
                  <c:v>-2.0902714166180181E-5</c:v>
                </c:pt>
                <c:pt idx="1980">
                  <c:v>-2.0552423857841761E-5</c:v>
                </c:pt>
                <c:pt idx="1981">
                  <c:v>-2.0201221484623971E-5</c:v>
                </c:pt>
                <c:pt idx="1982">
                  <c:v>-1.984912155362374E-5</c:v>
                </c:pt>
                <c:pt idx="1983">
                  <c:v>-1.949613863194711E-5</c:v>
                </c:pt>
                <c:pt idx="1984">
                  <c:v>-1.9142287346022831E-5</c:v>
                </c:pt>
                <c:pt idx="1985">
                  <c:v>-1.8787582380907691E-5</c:v>
                </c:pt>
                <c:pt idx="1986">
                  <c:v>-1.843203847958316E-5</c:v>
                </c:pt>
                <c:pt idx="1987">
                  <c:v>-1.8075670442243869E-5</c:v>
                </c:pt>
                <c:pt idx="1988">
                  <c:v>-1.7718493125577839E-5</c:v>
                </c:pt>
                <c:pt idx="1989">
                  <c:v>-1.736052144203907E-5</c:v>
                </c:pt>
                <c:pt idx="1990">
                  <c:v>-1.7001770359112701E-5</c:v>
                </c:pt>
                <c:pt idx="1991">
                  <c:v>-1.6642254898573011E-5</c:v>
                </c:pt>
                <c:pt idx="1992">
                  <c:v>-1.6281990135734791E-5</c:v>
                </c:pt>
                <c:pt idx="1993">
                  <c:v>-1.592099119869806E-5</c:v>
                </c:pt>
                <c:pt idx="1994">
                  <c:v>-1.5559273267585909E-5</c:v>
                </c:pt>
                <c:pt idx="1995">
                  <c:v>-1.5196851573775241E-5</c:v>
                </c:pt>
                <c:pt idx="1996">
                  <c:v>-1.4833741399120419E-5</c:v>
                </c:pt>
                <c:pt idx="1997">
                  <c:v>-1.446995807516986E-5</c:v>
                </c:pt>
                <c:pt idx="1998">
                  <c:v>-1.410551698237549E-5</c:v>
                </c:pt>
                <c:pt idx="1999">
                  <c:v>-1.3740433549295051E-5</c:v>
                </c:pt>
                <c:pt idx="2000">
                  <c:v>-1.337472325178711E-5</c:v>
                </c:pt>
                <c:pt idx="2001">
                  <c:v>-1.3008401612199249E-5</c:v>
                </c:pt>
                <c:pt idx="2002">
                  <c:v>-1.2641484198549311E-5</c:v>
                </c:pt>
                <c:pt idx="2003">
                  <c:v>-1.227398662370003E-5</c:v>
                </c:pt>
                <c:pt idx="2004">
                  <c:v>-1.190592454452698E-5</c:v>
                </c:pt>
                <c:pt idx="2005">
                  <c:v>-1.1537313661080029E-5</c:v>
                </c:pt>
                <c:pt idx="2006">
                  <c:v>-1.1168169715738161E-5</c:v>
                </c:pt>
                <c:pt idx="2007">
                  <c:v>-1.079850849235761E-5</c:v>
                </c:pt>
                <c:pt idx="2008">
                  <c:v>-1.0428345815413331E-5</c:v>
                </c:pt>
                <c:pt idx="2009">
                  <c:v>-1.0057697549134061E-5</c:v>
                </c:pt>
                <c:pt idx="2010">
                  <c:v>-9.6865795966314688E-6</c:v>
                </c:pt>
                <c:pt idx="2011">
                  <c:v>-9.3150078990235997E-6</c:v>
                </c:pt>
                <c:pt idx="2012">
                  <c:v>-8.9429984345527726E-6</c:v>
                </c:pt>
                <c:pt idx="2013">
                  <c:v>-8.5705672176976965E-6</c:v>
                </c:pt>
                <c:pt idx="2014">
                  <c:v>-8.1977302982797943E-6</c:v>
                </c:pt>
                <c:pt idx="2015">
                  <c:v>-7.8245037605638015E-6</c:v>
                </c:pt>
                <c:pt idx="2016">
                  <c:v>-7.4509037223527543E-6</c:v>
                </c:pt>
                <c:pt idx="2017">
                  <c:v>-7.0769463340775091E-6</c:v>
                </c:pt>
                <c:pt idx="2018">
                  <c:v>-6.7026477778808787E-6</c:v>
                </c:pt>
                <c:pt idx="2019">
                  <c:v>-6.3280242666964931E-6</c:v>
                </c:pt>
                <c:pt idx="2020">
                  <c:v>-5.9530920433224678E-6</c:v>
                </c:pt>
                <c:pt idx="2021">
                  <c:v>-5.5778673794899958E-6</c:v>
                </c:pt>
                <c:pt idx="2022">
                  <c:v>-5.2023665749268061E-6</c:v>
                </c:pt>
                <c:pt idx="2023">
                  <c:v>-4.8266059564153516E-6</c:v>
                </c:pt>
                <c:pt idx="2024">
                  <c:v>-4.4506018768456623E-6</c:v>
                </c:pt>
                <c:pt idx="2025">
                  <c:v>-4.074370714263012E-6</c:v>
                </c:pt>
                <c:pt idx="2026">
                  <c:v>-3.6979288709106249E-6</c:v>
                </c:pt>
                <c:pt idx="2027">
                  <c:v>-3.3212927722676361E-6</c:v>
                </c:pt>
                <c:pt idx="2028">
                  <c:v>-2.944478866082557E-6</c:v>
                </c:pt>
                <c:pt idx="2029">
                  <c:v>-2.567503621402573E-6</c:v>
                </c:pt>
                <c:pt idx="2030">
                  <c:v>-2.1903835275989081E-6</c:v>
                </c:pt>
                <c:pt idx="2031">
                  <c:v>-1.813135093388228E-6</c:v>
                </c:pt>
                <c:pt idx="2032">
                  <c:v>-1.435774845849915E-6</c:v>
                </c:pt>
                <c:pt idx="2033">
                  <c:v>-1.058319329438964E-6</c:v>
                </c:pt>
                <c:pt idx="2034">
                  <c:v>-6.8078510499453534E-7</c:v>
                </c:pt>
                <c:pt idx="2035">
                  <c:v>-3.0318874874434509E-7</c:v>
                </c:pt>
                <c:pt idx="2036">
                  <c:v>7.4453148694785134E-8</c:v>
                </c:pt>
                <c:pt idx="2037">
                  <c:v>4.5212398332000809E-7</c:v>
                </c:pt>
                <c:pt idx="2038">
                  <c:v>8.2980713874899654E-7</c:v>
                </c:pt>
                <c:pt idx="2039">
                  <c:v>1.207485987229728E-6</c:v>
                </c:pt>
                <c:pt idx="2040">
                  <c:v>1.5851438906532079E-6</c:v>
                </c:pt>
                <c:pt idx="2041">
                  <c:v>1.9627642015689522E-6</c:v>
                </c:pt>
                <c:pt idx="2042">
                  <c:v>2.3403302642032751E-6</c:v>
                </c:pt>
                <c:pt idx="2043">
                  <c:v>2.7178254154805011E-6</c:v>
                </c:pt>
                <c:pt idx="2044">
                  <c:v>3.0952329860470451E-6</c:v>
                </c:pt>
                <c:pt idx="2045">
                  <c:v>3.4725363012981269E-6</c:v>
                </c:pt>
                <c:pt idx="2046">
                  <c:v>3.8497186824068362E-6</c:v>
                </c:pt>
                <c:pt idx="2047">
                  <c:v>4.2267634473552253E-6</c:v>
                </c:pt>
                <c:pt idx="2048">
                  <c:v>4.6036539119671421E-6</c:v>
                </c:pt>
                <c:pt idx="2049">
                  <c:v>4.9803733909424639E-6</c:v>
                </c:pt>
                <c:pt idx="2050">
                  <c:v>5.3569051988925507E-6</c:v>
                </c:pt>
                <c:pt idx="2051">
                  <c:v>5.7332326513769326E-6</c:v>
                </c:pt>
                <c:pt idx="2052">
                  <c:v>6.1093390659412796E-6</c:v>
                </c:pt>
                <c:pt idx="2053">
                  <c:v>6.4852077631566279E-6</c:v>
                </c:pt>
                <c:pt idx="2054">
                  <c:v>6.860822067659782E-6</c:v>
                </c:pt>
                <c:pt idx="2055">
                  <c:v>7.2361653091947681E-6</c:v>
                </c:pt>
                <c:pt idx="2056">
                  <c:v>7.6112208236552434E-6</c:v>
                </c:pt>
                <c:pt idx="2057">
                  <c:v>7.9859719541278223E-6</c:v>
                </c:pt>
                <c:pt idx="2058">
                  <c:v>8.3604020519363445E-6</c:v>
                </c:pt>
                <c:pt idx="2059">
                  <c:v>8.7344944776869862E-6</c:v>
                </c:pt>
                <c:pt idx="2060">
                  <c:v>9.1082326023139847E-6</c:v>
                </c:pt>
                <c:pt idx="2061">
                  <c:v>9.4815998081256575E-6</c:v>
                </c:pt>
                <c:pt idx="2062">
                  <c:v>9.854579489850522E-6</c:v>
                </c:pt>
                <c:pt idx="2063">
                  <c:v>1.022715505568342E-5</c:v>
                </c:pt>
                <c:pt idx="2064">
                  <c:v>1.0599309928331479E-5</c:v>
                </c:pt>
                <c:pt idx="2065">
                  <c:v>1.097102754605996E-5</c:v>
                </c:pt>
                <c:pt idx="2066">
                  <c:v>1.134229136373775E-5</c:v>
                </c:pt>
                <c:pt idx="2067">
                  <c:v>1.171308485388278E-5</c:v>
                </c:pt>
                <c:pt idx="2068">
                  <c:v>1.2083391507707239E-5</c:v>
                </c:pt>
                <c:pt idx="2069">
                  <c:v>1.245319483616225E-5</c:v>
                </c:pt>
                <c:pt idx="2070">
                  <c:v>1.282247837098206E-5</c:v>
                </c:pt>
                <c:pt idx="2071">
                  <c:v>1.319122566572718E-5</c:v>
                </c:pt>
                <c:pt idx="2072">
                  <c:v>1.35594202968266E-5</c:v>
                </c:pt>
                <c:pt idx="2073">
                  <c:v>1.3927045864618641E-5</c:v>
                </c:pt>
                <c:pt idx="2074">
                  <c:v>1.4294085994390441E-5</c:v>
                </c:pt>
                <c:pt idx="2075">
                  <c:v>1.466052433741566E-5</c:v>
                </c:pt>
                <c:pt idx="2076">
                  <c:v>1.502634457199033E-5</c:v>
                </c:pt>
                <c:pt idx="2077">
                  <c:v>1.5391530404466461E-5</c:v>
                </c:pt>
                <c:pt idx="2078">
                  <c:v>1.575606557028397E-5</c:v>
                </c:pt>
                <c:pt idx="2079">
                  <c:v>1.6119933835000541E-5</c:v>
                </c:pt>
                <c:pt idx="2080">
                  <c:v>1.648311899531973E-5</c:v>
                </c:pt>
                <c:pt idx="2081">
                  <c:v>1.684560488011713E-5</c:v>
                </c:pt>
                <c:pt idx="2082">
                  <c:v>1.7207375351464442E-5</c:v>
                </c:pt>
                <c:pt idx="2083">
                  <c:v>1.7568414305651251E-5</c:v>
                </c:pt>
                <c:pt idx="2084">
                  <c:v>1.792870567420383E-5</c:v>
                </c:pt>
                <c:pt idx="2085">
                  <c:v>1.8288233424900829E-5</c:v>
                </c:pt>
                <c:pt idx="2086">
                  <c:v>1.8646981562785791E-5</c:v>
                </c:pt>
                <c:pt idx="2087">
                  <c:v>1.9004934131176541E-5</c:v>
                </c:pt>
                <c:pt idx="2088">
                  <c:v>1.936207521267162E-5</c:v>
                </c:pt>
                <c:pt idx="2089">
                  <c:v>1.9718388930153528E-5</c:v>
                </c:pt>
                <c:pt idx="2090">
                  <c:v>2.0073859447788551E-5</c:v>
                </c:pt>
                <c:pt idx="2091">
                  <c:v>2.0428470972022979E-5</c:v>
                </c:pt>
                <c:pt idx="2092">
                  <c:v>2.0782207752575619E-5</c:v>
                </c:pt>
                <c:pt idx="2093">
                  <c:v>2.1135054083426519E-5</c:v>
                </c:pt>
                <c:pt idx="2094">
                  <c:v>2.148699430380198E-5</c:v>
                </c:pt>
                <c:pt idx="2095">
                  <c:v>2.183801279915609E-5</c:v>
                </c:pt>
                <c:pt idx="2096">
                  <c:v>2.2188094002148681E-5</c:v>
                </c:pt>
                <c:pt idx="2097">
                  <c:v>2.253722239361999E-5</c:v>
                </c:pt>
                <c:pt idx="2098">
                  <c:v>2.2885382503561799E-5</c:v>
                </c:pt>
                <c:pt idx="2099">
                  <c:v>2.3232558912084631E-5</c:v>
                </c:pt>
                <c:pt idx="2100">
                  <c:v>2.3578736250381059E-5</c:v>
                </c:pt>
                <c:pt idx="2101">
                  <c:v>2.3923899201684701E-5</c:v>
                </c:pt>
                <c:pt idx="2102">
                  <c:v>2.426803250222477E-5</c:v>
                </c:pt>
                <c:pt idx="2103">
                  <c:v>2.4611120942176069E-5</c:v>
                </c:pt>
                <c:pt idx="2104">
                  <c:v>2.495314936660428E-5</c:v>
                </c:pt>
                <c:pt idx="2105">
                  <c:v>2.529410267640672E-5</c:v>
                </c:pt>
                <c:pt idx="2106">
                  <c:v>2.5633965829248071E-5</c:v>
                </c:pt>
                <c:pt idx="2107">
                  <c:v>2.597272384049046E-5</c:v>
                </c:pt>
                <c:pt idx="2108">
                  <c:v>2.6310361784117581E-5</c:v>
                </c:pt>
                <c:pt idx="2109">
                  <c:v>2.6646864793652709E-5</c:v>
                </c:pt>
                <c:pt idx="2110">
                  <c:v>2.6982218063070849E-5</c:v>
                </c:pt>
                <c:pt idx="2111">
                  <c:v>2.731640684770534E-5</c:v>
                </c:pt>
                <c:pt idx="2112">
                  <c:v>2.7649416465149211E-5</c:v>
                </c:pt>
                <c:pt idx="2113">
                  <c:v>2.798123229615145E-5</c:v>
                </c:pt>
                <c:pt idx="2114">
                  <c:v>2.8311839785507759E-5</c:v>
                </c:pt>
                <c:pt idx="2115">
                  <c:v>2.8641224442945599E-5</c:v>
                </c:pt>
                <c:pt idx="2116">
                  <c:v>2.8969371844002939E-5</c:v>
                </c:pt>
                <c:pt idx="2117">
                  <c:v>2.9296267630900601E-5</c:v>
                </c:pt>
                <c:pt idx="2118">
                  <c:v>2.962189751340793E-5</c:v>
                </c:pt>
                <c:pt idx="2119">
                  <c:v>2.9946247269701962E-5</c:v>
                </c:pt>
                <c:pt idx="2120">
                  <c:v>3.0269302747220079E-5</c:v>
                </c:pt>
                <c:pt idx="2121">
                  <c:v>3.0591049863506078E-5</c:v>
                </c:pt>
                <c:pt idx="2122">
                  <c:v>3.0911474607049173E-5</c:v>
                </c:pt>
                <c:pt idx="2123">
                  <c:v>3.1230563038115918E-5</c:v>
                </c:pt>
                <c:pt idx="2124">
                  <c:v>3.1548301289575242E-5</c:v>
                </c:pt>
                <c:pt idx="2125">
                  <c:v>3.1864675567716567E-5</c:v>
                </c:pt>
                <c:pt idx="2126">
                  <c:v>3.2179672153061282E-5</c:v>
                </c:pt>
                <c:pt idx="2127">
                  <c:v>3.2493277401167367E-5</c:v>
                </c:pt>
                <c:pt idx="2128">
                  <c:v>3.2805477743427299E-5</c:v>
                </c:pt>
                <c:pt idx="2129">
                  <c:v>3.311625968785889E-5</c:v>
                </c:pt>
                <c:pt idx="2130">
                  <c:v>3.3425609819889382E-5</c:v>
                </c:pt>
                <c:pt idx="2131">
                  <c:v>3.3733514803132432E-5</c:v>
                </c:pt>
                <c:pt idx="2132">
                  <c:v>3.4039961380157893E-5</c:v>
                </c:pt>
                <c:pt idx="2133">
                  <c:v>3.4344936373253947E-5</c:v>
                </c:pt>
                <c:pt idx="2134">
                  <c:v>3.4648426685181719E-5</c:v>
                </c:pt>
                <c:pt idx="2135">
                  <c:v>3.4950419299922219E-5</c:v>
                </c:pt>
                <c:pt idx="2136">
                  <c:v>3.5250901283415728E-5</c:v>
                </c:pt>
                <c:pt idx="2137">
                  <c:v>3.5549859784293587E-5</c:v>
                </c:pt>
                <c:pt idx="2138">
                  <c:v>3.5847282034602362E-5</c:v>
                </c:pt>
                <c:pt idx="2139">
                  <c:v>3.6143155350520482E-5</c:v>
                </c:pt>
                <c:pt idx="2140">
                  <c:v>3.6437467133066763E-5</c:v>
                </c:pt>
                <c:pt idx="2141">
                  <c:v>3.6730204868800847E-5</c:v>
                </c:pt>
                <c:pt idx="2142">
                  <c:v>3.7021356130515381E-5</c:v>
                </c:pt>
                <c:pt idx="2143">
                  <c:v>3.7310908577920352E-5</c:v>
                </c:pt>
                <c:pt idx="2144">
                  <c:v>3.7598849958319508E-5</c:v>
                </c:pt>
                <c:pt idx="2145">
                  <c:v>3.7885168107278478E-5</c:v>
                </c:pt>
                <c:pt idx="2146">
                  <c:v>3.8169850949283917E-5</c:v>
                </c:pt>
                <c:pt idx="2147">
                  <c:v>3.845288649839395E-5</c:v>
                </c:pt>
                <c:pt idx="2148">
                  <c:v>3.8734262858879688E-5</c:v>
                </c:pt>
                <c:pt idx="2149">
                  <c:v>3.9013968225857773E-5</c:v>
                </c:pt>
                <c:pt idx="2150">
                  <c:v>3.9291990885913977E-5</c:v>
                </c:pt>
                <c:pt idx="2151">
                  <c:v>3.9568319217718452E-5</c:v>
                </c:pt>
                <c:pt idx="2152">
                  <c:v>3.9842941692632099E-5</c:v>
                </c:pt>
                <c:pt idx="2153">
                  <c:v>4.0115846875304338E-5</c:v>
                </c:pt>
                <c:pt idx="2154">
                  <c:v>4.0387023424262243E-5</c:v>
                </c:pt>
                <c:pt idx="2155">
                  <c:v>4.0656460092490872E-5</c:v>
                </c:pt>
                <c:pt idx="2156">
                  <c:v>4.0924145728005092E-5</c:v>
                </c:pt>
                <c:pt idx="2157">
                  <c:v>4.1190069274412538E-5</c:v>
                </c:pt>
                <c:pt idx="2158">
                  <c:v>4.1454219771468222E-5</c:v>
                </c:pt>
                <c:pt idx="2159">
                  <c:v>4.1716586355619988E-5</c:v>
                </c:pt>
                <c:pt idx="2160">
                  <c:v>4.1977158260544997E-5</c:v>
                </c:pt>
                <c:pt idx="2161">
                  <c:v>4.2235924817676587E-5</c:v>
                </c:pt>
                <c:pt idx="2162">
                  <c:v>4.2492875456721587E-5</c:v>
                </c:pt>
                <c:pt idx="2163">
                  <c:v>4.2747999706168307E-5</c:v>
                </c:pt>
                <c:pt idx="2164">
                  <c:v>4.3001287193785413E-5</c:v>
                </c:pt>
                <c:pt idx="2165">
                  <c:v>4.3252727647111658E-5</c:v>
                </c:pt>
                <c:pt idx="2166">
                  <c:v>4.3502310893936928E-5</c:v>
                </c:pt>
                <c:pt idx="2167">
                  <c:v>4.3750026862774042E-5</c:v>
                </c:pt>
                <c:pt idx="2168">
                  <c:v>4.3995865583321282E-5</c:v>
                </c:pt>
                <c:pt idx="2169">
                  <c:v>4.4239817186914892E-5</c:v>
                </c:pt>
                <c:pt idx="2170">
                  <c:v>4.4481871906971627E-5</c:v>
                </c:pt>
                <c:pt idx="2171">
                  <c:v>4.4722020079421588E-5</c:v>
                </c:pt>
                <c:pt idx="2172">
                  <c:v>4.4960252143131362E-5</c:v>
                </c:pt>
                <c:pt idx="2173">
                  <c:v>4.5196558640317991E-5</c:v>
                </c:pt>
                <c:pt idx="2174">
                  <c:v>4.5430930216953518E-5</c:v>
                </c:pt>
                <c:pt idx="2175">
                  <c:v>4.5663357623160313E-5</c:v>
                </c:pt>
                <c:pt idx="2176">
                  <c:v>4.5893831713597112E-5</c:v>
                </c:pt>
                <c:pt idx="2177">
                  <c:v>4.6122343447835801E-5</c:v>
                </c:pt>
                <c:pt idx="2178">
                  <c:v>4.6348883890729039E-5</c:v>
                </c:pt>
                <c:pt idx="2179">
                  <c:v>4.657344421276869E-5</c:v>
                </c:pt>
                <c:pt idx="2180">
                  <c:v>4.6796015690434917E-5</c:v>
                </c:pt>
                <c:pt idx="2181">
                  <c:v>4.7016589706536022E-5</c:v>
                </c:pt>
                <c:pt idx="2182">
                  <c:v>4.7235157750538968E-5</c:v>
                </c:pt>
                <c:pt idx="2183">
                  <c:v>4.7451711418890862E-5</c:v>
                </c:pt>
                <c:pt idx="2184">
                  <c:v>4.7666242415331028E-5</c:v>
                </c:pt>
                <c:pt idx="2185">
                  <c:v>4.7878742551193898E-5</c:v>
                </c:pt>
                <c:pt idx="2186">
                  <c:v>4.8089203745702079E-5</c:v>
                </c:pt>
                <c:pt idx="2187">
                  <c:v>4.8297618026249882E-5</c:v>
                </c:pt>
                <c:pt idx="2188">
                  <c:v>4.850397752867709E-5</c:v>
                </c:pt>
                <c:pt idx="2189">
                  <c:v>4.8708274497533389E-5</c:v>
                </c:pt>
                <c:pt idx="2190">
                  <c:v>4.8910501286333587E-5</c:v>
                </c:pt>
                <c:pt idx="2191">
                  <c:v>4.9110650357803523E-5</c:v>
                </c:pt>
                <c:pt idx="2192">
                  <c:v>4.9308714284116388E-5</c:v>
                </c:pt>
                <c:pt idx="2193">
                  <c:v>4.9504685747119427E-5</c:v>
                </c:pt>
                <c:pt idx="2194">
                  <c:v>4.9698557538550739E-5</c:v>
                </c:pt>
                <c:pt idx="2195">
                  <c:v>4.9890322560246557E-5</c:v>
                </c:pt>
                <c:pt idx="2196">
                  <c:v>5.0079973824339472E-5</c:v>
                </c:pt>
                <c:pt idx="2197">
                  <c:v>5.0267504453447552E-5</c:v>
                </c:pt>
                <c:pt idx="2198">
                  <c:v>5.045290768085511E-5</c:v>
                </c:pt>
                <c:pt idx="2199">
                  <c:v>5.0636176850684922E-5</c:v>
                </c:pt>
                <c:pt idx="2200">
                  <c:v>5.0817305418062068E-5</c:v>
                </c:pt>
                <c:pt idx="2201">
                  <c:v>5.099628694926916E-5</c:v>
                </c:pt>
                <c:pt idx="2202">
                  <c:v>5.117311512189267E-5</c:v>
                </c:pt>
                <c:pt idx="2203">
                  <c:v>5.1347783724960107E-5</c:v>
                </c:pt>
                <c:pt idx="2204">
                  <c:v>5.1520286659068073E-5</c:v>
                </c:pt>
                <c:pt idx="2205">
                  <c:v>5.1690617936501327E-5</c:v>
                </c:pt>
                <c:pt idx="2206">
                  <c:v>5.1858771681342792E-5</c:v>
                </c:pt>
                <c:pt idx="2207">
                  <c:v>5.2024742129574579E-5</c:v>
                </c:pt>
                <c:pt idx="2208">
                  <c:v>5.2188523629170062E-5</c:v>
                </c:pt>
                <c:pt idx="2209">
                  <c:v>5.235011064017695E-5</c:v>
                </c:pt>
                <c:pt idx="2210">
                  <c:v>5.2509497734791413E-5</c:v>
                </c:pt>
                <c:pt idx="2211">
                  <c:v>5.2666679597423367E-5</c:v>
                </c:pt>
                <c:pt idx="2212">
                  <c:v>5.2821651024753253E-5</c:v>
                </c:pt>
                <c:pt idx="2213">
                  <c:v>5.297440692577959E-5</c:v>
                </c:pt>
                <c:pt idx="2214">
                  <c:v>5.3124942321857902E-5</c:v>
                </c:pt>
                <c:pt idx="2215">
                  <c:v>5.327325234673011E-5</c:v>
                </c:pt>
                <c:pt idx="2216">
                  <c:v>5.3419332246544897E-5</c:v>
                </c:pt>
                <c:pt idx="2217">
                  <c:v>5.3563177379869123E-5</c:v>
                </c:pt>
                <c:pt idx="2218">
                  <c:v>5.3704783217690057E-5</c:v>
                </c:pt>
                <c:pt idx="2219">
                  <c:v>5.384414534340892E-5</c:v>
                </c:pt>
                <c:pt idx="2220">
                  <c:v>5.3981259452825527E-5</c:v>
                </c:pt>
                <c:pt idx="2221">
                  <c:v>5.41161213541147E-5</c:v>
                </c:pt>
                <c:pt idx="2222">
                  <c:v>5.4248726967794278E-5</c:v>
                </c:pt>
                <c:pt idx="2223">
                  <c:v>5.4379072326684778E-5</c:v>
                </c:pt>
                <c:pt idx="2224">
                  <c:v>5.4507153575860137E-5</c:v>
                </c:pt>
                <c:pt idx="2225">
                  <c:v>5.463296697258979E-5</c:v>
                </c:pt>
                <c:pt idx="2226">
                  <c:v>5.4756508886272113E-5</c:v>
                </c:pt>
                <c:pt idx="2227">
                  <c:v>5.4877775798359273E-5</c:v>
                </c:pt>
                <c:pt idx="2228">
                  <c:v>5.4996764302273529E-5</c:v>
                </c:pt>
                <c:pt idx="2229">
                  <c:v>5.5113471103314988E-5</c:v>
                </c:pt>
                <c:pt idx="2230">
                  <c:v>5.5227893018561041E-5</c:v>
                </c:pt>
                <c:pt idx="2231">
                  <c:v>5.5340026976757568E-5</c:v>
                </c:pt>
                <c:pt idx="2232">
                  <c:v>5.5449870018202308E-5</c:v>
                </c:pt>
                <c:pt idx="2233">
                  <c:v>5.5557419294620058E-5</c:v>
                </c:pt>
                <c:pt idx="2234">
                  <c:v>5.5662672069029982E-5</c:v>
                </c:pt>
                <c:pt idx="2235">
                  <c:v>5.5765625715604261E-5</c:v>
                </c:pt>
                <c:pt idx="2236">
                  <c:v>5.5866277719518677E-5</c:v>
                </c:pt>
                <c:pt idx="2237">
                  <c:v>5.596462567679501E-5</c:v>
                </c:pt>
                <c:pt idx="2238">
                  <c:v>5.606066729413547E-5</c:v>
                </c:pt>
                <c:pt idx="2239">
                  <c:v>5.6154400388749009E-5</c:v>
                </c:pt>
                <c:pt idx="2240">
                  <c:v>5.6245822888169573E-5</c:v>
                </c:pt>
                <c:pt idx="2241">
                  <c:v>5.6334932830066107E-5</c:v>
                </c:pt>
                <c:pt idx="2242">
                  <c:v>5.6421728362044601E-5</c:v>
                </c:pt>
                <c:pt idx="2243">
                  <c:v>5.6506207741441932E-5</c:v>
                </c:pt>
                <c:pt idx="2244">
                  <c:v>5.6588369335112048E-5</c:v>
                </c:pt>
                <c:pt idx="2245">
                  <c:v>5.6668211619204609E-5</c:v>
                </c:pt>
                <c:pt idx="2246">
                  <c:v>5.6745733178936338E-5</c:v>
                </c:pt>
                <c:pt idx="2247">
                  <c:v>5.6820932708355613E-5</c:v>
                </c:pt>
                <c:pt idx="2248">
                  <c:v>5.6893809010100013E-5</c:v>
                </c:pt>
                <c:pt idx="2249">
                  <c:v>5.6964360995146982E-5</c:v>
                </c:pt>
                <c:pt idx="2250">
                  <c:v>5.7032587682557592E-5</c:v>
                </c:pt>
                <c:pt idx="2251">
                  <c:v>5.7098488199213248E-5</c:v>
                </c:pt>
                <c:pt idx="2252">
                  <c:v>5.7162061779545888E-5</c:v>
                </c:pt>
                <c:pt idx="2253">
                  <c:v>5.7223307765261597E-5</c:v>
                </c:pt>
                <c:pt idx="2254">
                  <c:v>5.7282225605057258E-5</c:v>
                </c:pt>
                <c:pt idx="2255">
                  <c:v>5.7338814854329972E-5</c:v>
                </c:pt>
                <c:pt idx="2256">
                  <c:v>5.7393075174878872E-5</c:v>
                </c:pt>
                <c:pt idx="2257">
                  <c:v>5.7445006334599698E-5</c:v>
                </c:pt>
                <c:pt idx="2258">
                  <c:v>5.7494608207172541E-5</c:v>
                </c:pt>
                <c:pt idx="2259">
                  <c:v>5.7541880771742822E-5</c:v>
                </c:pt>
                <c:pt idx="2260">
                  <c:v>5.7586824112595867E-5</c:v>
                </c:pt>
                <c:pt idx="2261">
                  <c:v>5.762943841882481E-5</c:v>
                </c:pt>
                <c:pt idx="2262">
                  <c:v>5.7669723983991613E-5</c:v>
                </c:pt>
                <c:pt idx="2263">
                  <c:v>5.7707681205780933E-5</c:v>
                </c:pt>
                <c:pt idx="2264">
                  <c:v>5.7743310585646292E-5</c:v>
                </c:pt>
                <c:pt idx="2265">
                  <c:v>5.7776612728448712E-5</c:v>
                </c:pt>
                <c:pt idx="2266">
                  <c:v>5.7807588342088017E-5</c:v>
                </c:pt>
                <c:pt idx="2267">
                  <c:v>5.7836238237127732E-5</c:v>
                </c:pt>
                <c:pt idx="2268">
                  <c:v>5.7862563326413602E-5</c:v>
                </c:pt>
                <c:pt idx="2269">
                  <c:v>5.7886564624686823E-5</c:v>
                </c:pt>
                <c:pt idx="2270">
                  <c:v>5.7908243248191448E-5</c:v>
                </c:pt>
                <c:pt idx="2271">
                  <c:v>5.7927600414276277E-5</c:v>
                </c:pt>
                <c:pt idx="2272">
                  <c:v>5.7944637440990732E-5</c:v>
                </c:pt>
                <c:pt idx="2273">
                  <c:v>5.7959355746675091E-5</c:v>
                </c:pt>
                <c:pt idx="2274">
                  <c:v>5.7971756849545429E-5</c:v>
                </c:pt>
                <c:pt idx="2275">
                  <c:v>5.7981842367273312E-5</c:v>
                </c:pt>
                <c:pt idx="2276">
                  <c:v>5.7989614016560737E-5</c:v>
                </c:pt>
                <c:pt idx="2277">
                  <c:v>5.7995073612710433E-5</c:v>
                </c:pt>
                <c:pt idx="2278">
                  <c:v>5.7998223069191309E-5</c:v>
                </c:pt>
                <c:pt idx="2279">
                  <c:v>5.7999064397199499E-5</c:v>
                </c:pt>
                <c:pt idx="2280">
                  <c:v>5.799759970521483E-5</c:v>
                </c:pt>
                <c:pt idx="2281">
                  <c:v>5.7993831198552998E-5</c:v>
                </c:pt>
                <c:pt idx="2282">
                  <c:v>5.7987761178913139E-5</c:v>
                </c:pt>
                <c:pt idx="2283">
                  <c:v>5.7979392043920658E-5</c:v>
                </c:pt>
                <c:pt idx="2284">
                  <c:v>5.7968726286665267E-5</c:v>
                </c:pt>
                <c:pt idx="2285">
                  <c:v>5.795576649523425E-5</c:v>
                </c:pt>
                <c:pt idx="2286">
                  <c:v>5.79405153522413E-5</c:v>
                </c:pt>
                <c:pt idx="2287">
                  <c:v>5.7922975634351572E-5</c:v>
                </c:pt>
                <c:pt idx="2288">
                  <c:v>5.7903150211802602E-5</c:v>
                </c:pt>
                <c:pt idx="2289">
                  <c:v>5.7881042047921287E-5</c:v>
                </c:pt>
                <c:pt idx="2290">
                  <c:v>5.7856654198637099E-5</c:v>
                </c:pt>
                <c:pt idx="2291">
                  <c:v>5.7829989811991299E-5</c:v>
                </c:pt>
                <c:pt idx="2292">
                  <c:v>5.7801052127642688E-5</c:v>
                </c:pt>
                <c:pt idx="2293">
                  <c:v>5.7769844476369599E-5</c:v>
                </c:pt>
                <c:pt idx="2294">
                  <c:v>5.7736370279568343E-5</c:v>
                </c:pt>
                <c:pt idx="2295">
                  <c:v>5.770063304874812E-5</c:v>
                </c:pt>
                <c:pt idx="2296">
                  <c:v>5.766263638502249E-5</c:v>
                </c:pt>
                <c:pt idx="2297">
                  <c:v>5.76223839785976E-5</c:v>
                </c:pt>
                <c:pt idx="2298">
                  <c:v>5.7579879608257487E-5</c:v>
                </c:pt>
                <c:pt idx="2299">
                  <c:v>5.753512714084673E-5</c:v>
                </c:pt>
                <c:pt idx="2300">
                  <c:v>5.7488130530750558E-5</c:v>
                </c:pt>
                <c:pt idx="2301">
                  <c:v>5.7438893819372223E-5</c:v>
                </c:pt>
                <c:pt idx="2302">
                  <c:v>5.7387421134607077E-5</c:v>
                </c:pt>
                <c:pt idx="2303">
                  <c:v>5.7333716690313522E-5</c:v>
                </c:pt>
                <c:pt idx="2304">
                  <c:v>5.72777847857807E-5</c:v>
                </c:pt>
                <c:pt idx="2305">
                  <c:v>5.7219629805193473E-5</c:v>
                </c:pt>
                <c:pt idx="2306">
                  <c:v>5.7159256217094842E-5</c:v>
                </c:pt>
                <c:pt idx="2307">
                  <c:v>5.7096668573845947E-5</c:v>
                </c:pt>
                <c:pt idx="2308">
                  <c:v>5.7031871511083877E-5</c:v>
                </c:pt>
                <c:pt idx="2309">
                  <c:v>5.6964869747177151E-5</c:v>
                </c:pt>
                <c:pt idx="2310">
                  <c:v>5.6895668082679147E-5</c:v>
                </c:pt>
                <c:pt idx="2311">
                  <c:v>5.68242713997796E-5</c:v>
                </c:pt>
                <c:pt idx="2312">
                  <c:v>5.6750684661753748E-5</c:v>
                </c:pt>
                <c:pt idx="2313">
                  <c:v>5.6674912912409743E-5</c:v>
                </c:pt>
                <c:pt idx="2314">
                  <c:v>5.6596961275534533E-5</c:v>
                </c:pt>
                <c:pt idx="2315">
                  <c:v>5.6516834954338883E-5</c:v>
                </c:pt>
                <c:pt idx="2316">
                  <c:v>5.6434539230901551E-5</c:v>
                </c:pt>
                <c:pt idx="2317">
                  <c:v>5.6350079465612077E-5</c:v>
                </c:pt>
                <c:pt idx="2318">
                  <c:v>5.6263461096611779E-5</c:v>
                </c:pt>
                <c:pt idx="2319">
                  <c:v>5.6174689639233227E-5</c:v>
                </c:pt>
                <c:pt idx="2320">
                  <c:v>5.6083770685438629E-5</c:v>
                </c:pt>
                <c:pt idx="2321">
                  <c:v>5.5990709903257433E-5</c:v>
                </c:pt>
                <c:pt idx="2322">
                  <c:v>5.5895513036223509E-5</c:v>
                </c:pt>
                <c:pt idx="2323">
                  <c:v>5.5798185902811872E-5</c:v>
                </c:pt>
                <c:pt idx="2324">
                  <c:v>5.5698734395874999E-5</c:v>
                </c:pt>
                <c:pt idx="2325">
                  <c:v>5.5597164482078751E-5</c:v>
                </c:pt>
                <c:pt idx="2326">
                  <c:v>5.5493482201337743E-5</c:v>
                </c:pt>
                <c:pt idx="2327">
                  <c:v>5.5387693666250108E-5</c:v>
                </c:pt>
                <c:pt idx="2328">
                  <c:v>5.5279805061532132E-5</c:v>
                </c:pt>
                <c:pt idx="2329">
                  <c:v>5.5169822643452612E-5</c:v>
                </c:pt>
                <c:pt idx="2330">
                  <c:v>5.505775273926757E-5</c:v>
                </c:pt>
                <c:pt idx="2331">
                  <c:v>5.4943601746655053E-5</c:v>
                </c:pt>
                <c:pt idx="2332">
                  <c:v>5.4827376133150053E-5</c:v>
                </c:pt>
                <c:pt idx="2333">
                  <c:v>5.4709082435579637E-5</c:v>
                </c:pt>
                <c:pt idx="2334">
                  <c:v>5.4588727259498052E-5</c:v>
                </c:pt>
                <c:pt idx="2335">
                  <c:v>5.4466317278621802E-5</c:v>
                </c:pt>
                <c:pt idx="2336">
                  <c:v>5.4341859234264373E-5</c:v>
                </c:pt>
                <c:pt idx="2337">
                  <c:v>5.4215359934770487E-5</c:v>
                </c:pt>
                <c:pt idx="2338">
                  <c:v>5.4086826254950293E-5</c:v>
                </c:pt>
                <c:pt idx="2339">
                  <c:v>5.3956265135514133E-5</c:v>
                </c:pt>
                <c:pt idx="2340">
                  <c:v>5.3823683582508052E-5</c:v>
                </c:pt>
                <c:pt idx="2341">
                  <c:v>5.368908866675028E-5</c:v>
                </c:pt>
                <c:pt idx="2342">
                  <c:v>5.35524875232682E-5</c:v>
                </c:pt>
                <c:pt idx="2343">
                  <c:v>5.3413887350736311E-5</c:v>
                </c:pt>
                <c:pt idx="2344">
                  <c:v>5.3273295410914897E-5</c:v>
                </c:pt>
                <c:pt idx="2345">
                  <c:v>5.3130719028089728E-5</c:v>
                </c:pt>
                <c:pt idx="2346">
                  <c:v>5.2986165588512598E-5</c:v>
                </c:pt>
                <c:pt idx="2347">
                  <c:v>5.283964253984315E-5</c:v>
                </c:pt>
                <c:pt idx="2348">
                  <c:v>5.2691157390592117E-5</c:v>
                </c:pt>
                <c:pt idx="2349">
                  <c:v>5.2540717709566239E-5</c:v>
                </c:pt>
                <c:pt idx="2350">
                  <c:v>5.238833112531477E-5</c:v>
                </c:pt>
                <c:pt idx="2351">
                  <c:v>5.2234005325578088E-5</c:v>
                </c:pt>
                <c:pt idx="2352">
                  <c:v>5.2077748056738342E-5</c:v>
                </c:pt>
                <c:pt idx="2353">
                  <c:v>5.1919567123272513E-5</c:v>
                </c:pt>
                <c:pt idx="2354">
                  <c:v>5.1759470387208321E-5</c:v>
                </c:pt>
                <c:pt idx="2355">
                  <c:v>5.1597465767583072E-5</c:v>
                </c:pt>
                <c:pt idx="2356">
                  <c:v>5.1433561239905259E-5</c:v>
                </c:pt>
                <c:pt idx="2357">
                  <c:v>5.1267764835618913E-5</c:v>
                </c:pt>
                <c:pt idx="2358">
                  <c:v>5.1100084641570691E-5</c:v>
                </c:pt>
                <c:pt idx="2359">
                  <c:v>5.093052879947967E-5</c:v>
                </c:pt>
                <c:pt idx="2360">
                  <c:v>5.0759105505409388E-5</c:v>
                </c:pt>
                <c:pt idx="2361">
                  <c:v>5.0585823009242318E-5</c:v>
                </c:pt>
                <c:pt idx="2362">
                  <c:v>5.0410689614156978E-5</c:v>
                </c:pt>
                <c:pt idx="2363">
                  <c:v>5.023371367610824E-5</c:v>
                </c:pt>
                <c:pt idx="2364">
                  <c:v>5.0054903603310847E-5</c:v>
                </c:pt>
                <c:pt idx="2365">
                  <c:v>4.9874267855725939E-5</c:v>
                </c:pt>
                <c:pt idx="2366">
                  <c:v>4.9691814944550552E-5</c:v>
                </c:pt>
                <c:pt idx="2367">
                  <c:v>4.9507553431709883E-5</c:v>
                </c:pt>
                <c:pt idx="2368">
                  <c:v>4.9321491929352218E-5</c:v>
                </c:pt>
                <c:pt idx="2369">
                  <c:v>4.9133639099346522E-5</c:v>
                </c:pt>
                <c:pt idx="2370">
                  <c:v>4.8944003652782291E-5</c:v>
                </c:pt>
                <c:pt idx="2371">
                  <c:v>4.8752594349471688E-5</c:v>
                </c:pt>
                <c:pt idx="2372">
                  <c:v>4.8559419997453788E-5</c:v>
                </c:pt>
                <c:pt idx="2373">
                  <c:v>4.8364489452501193E-5</c:v>
                </c:pt>
                <c:pt idx="2374">
                  <c:v>4.8167811617628839E-5</c:v>
                </c:pt>
                <c:pt idx="2375">
                  <c:v>4.7969395442605108E-5</c:v>
                </c:pt>
                <c:pt idx="2376">
                  <c:v>4.7769249923465152E-5</c:v>
                </c:pt>
                <c:pt idx="2377">
                  <c:v>4.7567384102026993E-5</c:v>
                </c:pt>
                <c:pt idx="2378">
                  <c:v>4.7363807065410813E-5</c:v>
                </c:pt>
                <c:pt idx="2379">
                  <c:v>4.715852794556091E-5</c:v>
                </c:pt>
                <c:pt idx="2380">
                  <c:v>4.6951555918770583E-5</c:v>
                </c:pt>
                <c:pt idx="2381">
                  <c:v>4.6742900205209489E-5</c:v>
                </c:pt>
                <c:pt idx="2382">
                  <c:v>4.6532570068453761E-5</c:v>
                </c:pt>
                <c:pt idx="2383">
                  <c:v>4.6320574815018782E-5</c:v>
                </c:pt>
                <c:pt idx="2384">
                  <c:v>4.6106923793894898E-5</c:v>
                </c:pt>
                <c:pt idx="2385">
                  <c:v>4.5891626396086319E-5</c:v>
                </c:pt>
                <c:pt idx="2386">
                  <c:v>4.567469205415292E-5</c:v>
                </c:pt>
                <c:pt idx="2387">
                  <c:v>4.5456130241754928E-5</c:v>
                </c:pt>
                <c:pt idx="2388">
                  <c:v>4.523595047320023E-5</c:v>
                </c:pt>
                <c:pt idx="2389">
                  <c:v>4.5014162302994327E-5</c:v>
                </c:pt>
                <c:pt idx="2390">
                  <c:v>4.4790775325392853E-5</c:v>
                </c:pt>
                <c:pt idx="2391">
                  <c:v>4.4565799173956962E-5</c:v>
                </c:pt>
                <c:pt idx="2392">
                  <c:v>4.433924352111172E-5</c:v>
                </c:pt>
                <c:pt idx="2393">
                  <c:v>4.4111118077707447E-5</c:v>
                </c:pt>
                <c:pt idx="2394">
                  <c:v>4.3881432592583929E-5</c:v>
                </c:pt>
                <c:pt idx="2395">
                  <c:v>4.3650196852137073E-5</c:v>
                </c:pt>
                <c:pt idx="2396">
                  <c:v>4.341742067988821E-5</c:v>
                </c:pt>
                <c:pt idx="2397">
                  <c:v>4.3183113936055777E-5</c:v>
                </c:pt>
                <c:pt idx="2398">
                  <c:v>4.2947286517129508E-5</c:v>
                </c:pt>
                <c:pt idx="2399">
                  <c:v>4.2709948355447063E-5</c:v>
                </c:pt>
                <c:pt idx="2400">
                  <c:v>4.2471109418773101E-5</c:v>
                </c:pt>
                <c:pt idx="2401">
                  <c:v>4.2230779709881059E-5</c:v>
                </c:pt>
                <c:pt idx="2402">
                  <c:v>4.1988969266137402E-5</c:v>
                </c:pt>
                <c:pt idx="2403">
                  <c:v>4.1745688159088572E-5</c:v>
                </c:pt>
                <c:pt idx="2404">
                  <c:v>4.1500946494050703E-5</c:v>
                </c:pt>
                <c:pt idx="2405">
                  <c:v>4.1254754409701967E-5</c:v>
                </c:pt>
                <c:pt idx="2406">
                  <c:v>4.1007122077677823E-5</c:v>
                </c:pt>
                <c:pt idx="2407">
                  <c:v>4.075805970216867E-5</c:v>
                </c:pt>
                <c:pt idx="2408">
                  <c:v>4.0507577519519752E-5</c:v>
                </c:pt>
                <c:pt idx="2409">
                  <c:v>4.025568579783289E-5</c:v>
                </c:pt>
                <c:pt idx="2410">
                  <c:v>4.0002394836570273E-5</c:v>
                </c:pt>
                <c:pt idx="2411">
                  <c:v>3.9747714966160241E-5</c:v>
                </c:pt>
                <c:pt idx="2412">
                  <c:v>3.9491656547605567E-5</c:v>
                </c:pt>
                <c:pt idx="2413">
                  <c:v>3.9234229972093957E-5</c:v>
                </c:pt>
                <c:pt idx="2414">
                  <c:v>3.8975445660610912E-5</c:v>
                </c:pt>
                <c:pt idx="2415">
                  <c:v>3.8715314063555027E-5</c:v>
                </c:pt>
                <c:pt idx="2416">
                  <c:v>3.8453845660355997E-5</c:v>
                </c:pt>
                <c:pt idx="2417">
                  <c:v>3.8191050959095587E-5</c:v>
                </c:pt>
                <c:pt idx="2418">
                  <c:v>3.7926940496131552E-5</c:v>
                </c:pt>
                <c:pt idx="2419">
                  <c:v>3.7661524835724093E-5</c:v>
                </c:pt>
                <c:pt idx="2420">
                  <c:v>3.7394814569664807E-5</c:v>
                </c:pt>
                <c:pt idx="2421">
                  <c:v>3.7126820316907958E-5</c:v>
                </c:pt>
                <c:pt idx="2422">
                  <c:v>3.6857552723203777E-5</c:v>
                </c:pt>
                <c:pt idx="2423">
                  <c:v>3.6587022460733713E-5</c:v>
                </c:pt>
                <c:pt idx="2424">
                  <c:v>3.6315240227746909E-5</c:v>
                </c:pt>
                <c:pt idx="2425">
                  <c:v>3.6042216748197452E-5</c:v>
                </c:pt>
                <c:pt idx="2426">
                  <c:v>3.5767962771382541E-5</c:v>
                </c:pt>
                <c:pt idx="2427">
                  <c:v>3.5492489071581768E-5</c:v>
                </c:pt>
                <c:pt idx="2428">
                  <c:v>3.5215806447697481E-5</c:v>
                </c:pt>
                <c:pt idx="2429">
                  <c:v>3.4937925722896723E-5</c:v>
                </c:pt>
                <c:pt idx="2430">
                  <c:v>3.465885774425459E-5</c:v>
                </c:pt>
                <c:pt idx="2431">
                  <c:v>3.4378613382398993E-5</c:v>
                </c:pt>
                <c:pt idx="2432">
                  <c:v>3.4097203531156768E-5</c:v>
                </c:pt>
                <c:pt idx="2433">
                  <c:v>3.3814639107201438E-5</c:v>
                </c:pt>
                <c:pt idx="2434">
                  <c:v>3.3530931049702693E-5</c:v>
                </c:pt>
                <c:pt idx="2435">
                  <c:v>3.3246090319978242E-5</c:v>
                </c:pt>
                <c:pt idx="2436">
                  <c:v>3.2960127901147982E-5</c:v>
                </c:pt>
                <c:pt idx="2437">
                  <c:v>3.2673054797790421E-5</c:v>
                </c:pt>
                <c:pt idx="2438">
                  <c:v>3.2384882035601411E-5</c:v>
                </c:pt>
                <c:pt idx="2439">
                  <c:v>3.209562066105451E-5</c:v>
                </c:pt>
                <c:pt idx="2440">
                  <c:v>3.1805281741063088E-5</c:v>
                </c:pt>
                <c:pt idx="2441">
                  <c:v>3.1513876362644083E-5</c:v>
                </c:pt>
                <c:pt idx="2442">
                  <c:v>3.1221415632583477E-5</c:v>
                </c:pt>
                <c:pt idx="2443">
                  <c:v>3.092791067710346E-5</c:v>
                </c:pt>
                <c:pt idx="2444">
                  <c:v>3.0633372641531242E-5</c:v>
                </c:pt>
                <c:pt idx="2445">
                  <c:v>3.0337812689969788E-5</c:v>
                </c:pt>
                <c:pt idx="2446">
                  <c:v>3.004124200497056E-5</c:v>
                </c:pt>
                <c:pt idx="2447">
                  <c:v>2.9743671787207879E-5</c:v>
                </c:pt>
                <c:pt idx="2448">
                  <c:v>2.944511325515461E-5</c:v>
                </c:pt>
                <c:pt idx="2449">
                  <c:v>2.914557764475894E-5</c:v>
                </c:pt>
                <c:pt idx="2450">
                  <c:v>2.8845076209122532E-5</c:v>
                </c:pt>
                <c:pt idx="2451">
                  <c:v>2.854362021818041E-5</c:v>
                </c:pt>
                <c:pt idx="2452">
                  <c:v>2.8241220958382731E-5</c:v>
                </c:pt>
                <c:pt idx="2453">
                  <c:v>2.793788973237836E-5</c:v>
                </c:pt>
                <c:pt idx="2454">
                  <c:v>2.7633637858699939E-5</c:v>
                </c:pt>
                <c:pt idx="2455">
                  <c:v>2.7328476671450189E-5</c:v>
                </c:pt>
                <c:pt idx="2456">
                  <c:v>2.7022417519989041E-5</c:v>
                </c:pt>
                <c:pt idx="2457">
                  <c:v>2.6715471768621511E-5</c:v>
                </c:pt>
                <c:pt idx="2458">
                  <c:v>2.6407650796286361E-5</c:v>
                </c:pt>
                <c:pt idx="2459">
                  <c:v>2.6098965996245702E-5</c:v>
                </c:pt>
                <c:pt idx="2460">
                  <c:v>2.578942877577582E-5</c:v>
                </c:pt>
                <c:pt idx="2461">
                  <c:v>2.547905055585984E-5</c:v>
                </c:pt>
                <c:pt idx="2462">
                  <c:v>2.5167842770882379E-5</c:v>
                </c:pt>
                <c:pt idx="2463">
                  <c:v>2.485581686832616E-5</c:v>
                </c:pt>
                <c:pt idx="2464">
                  <c:v>2.4542984308470641E-5</c:v>
                </c:pt>
                <c:pt idx="2465">
                  <c:v>2.4229356564092222E-5</c:v>
                </c:pt>
                <c:pt idx="2466">
                  <c:v>2.3914945120165949E-5</c:v>
                </c:pt>
                <c:pt idx="2467">
                  <c:v>2.3599761473568302E-5</c:v>
                </c:pt>
                <c:pt idx="2468">
                  <c:v>2.3283817132780941E-5</c:v>
                </c:pt>
                <c:pt idx="2469">
                  <c:v>2.296712361759499E-5</c:v>
                </c:pt>
                <c:pt idx="2470">
                  <c:v>2.2649692458815808E-5</c:v>
                </c:pt>
                <c:pt idx="2471">
                  <c:v>2.233153519796847E-5</c:v>
                </c:pt>
                <c:pt idx="2472">
                  <c:v>2.201266338700384E-5</c:v>
                </c:pt>
                <c:pt idx="2473">
                  <c:v>2.1693088588005679E-5</c:v>
                </c:pt>
                <c:pt idx="2474">
                  <c:v>2.1372822372898689E-5</c:v>
                </c:pt>
                <c:pt idx="2475">
                  <c:v>2.1051876323157511E-5</c:v>
                </c:pt>
                <c:pt idx="2476">
                  <c:v>2.0730262029516442E-5</c:v>
                </c:pt>
                <c:pt idx="2477">
                  <c:v>2.0407991091679719E-5</c:v>
                </c:pt>
                <c:pt idx="2478">
                  <c:v>2.008507511803272E-5</c:v>
                </c:pt>
                <c:pt idx="2479">
                  <c:v>1.976152572535417E-5</c:v>
                </c:pt>
                <c:pt idx="2480">
                  <c:v>1.943735453852994E-5</c:v>
                </c:pt>
                <c:pt idx="2481">
                  <c:v>1.911257319026855E-5</c:v>
                </c:pt>
                <c:pt idx="2482">
                  <c:v>1.878719332081836E-5</c:v>
                </c:pt>
                <c:pt idx="2483">
                  <c:v>1.846122657768636E-5</c:v>
                </c:pt>
                <c:pt idx="2484">
                  <c:v>1.81346846153587E-5</c:v>
                </c:pt>
                <c:pt idx="2485">
                  <c:v>1.7807579095022319E-5</c:v>
                </c:pt>
                <c:pt idx="2486">
                  <c:v>1.7479921684287699E-5</c:v>
                </c:pt>
                <c:pt idx="2487">
                  <c:v>1.7151724056912299E-5</c:v>
                </c:pt>
                <c:pt idx="2488">
                  <c:v>1.6822997892524871E-5</c:v>
                </c:pt>
                <c:pt idx="2489">
                  <c:v>1.6493754876350711E-5</c:v>
                </c:pt>
                <c:pt idx="2490">
                  <c:v>1.6164006698938099E-5</c:v>
                </c:pt>
                <c:pt idx="2491">
                  <c:v>1.5833765055885819E-5</c:v>
                </c:pt>
                <c:pt idx="2492">
                  <c:v>1.5503041647571619E-5</c:v>
                </c:pt>
                <c:pt idx="2493">
                  <c:v>1.5171848178881501E-5</c:v>
                </c:pt>
                <c:pt idx="2494">
                  <c:v>1.484019635894012E-5</c:v>
                </c:pt>
                <c:pt idx="2495">
                  <c:v>1.450809790084249E-5</c:v>
                </c:pt>
                <c:pt idx="2496">
                  <c:v>1.417556452138726E-5</c:v>
                </c:pt>
                <c:pt idx="2497">
                  <c:v>1.3842607940811569E-5</c:v>
                </c:pt>
                <c:pt idx="2498">
                  <c:v>1.350923988252698E-5</c:v>
                </c:pt>
                <c:pt idx="2499">
                  <c:v>1.317547207285641E-5</c:v>
                </c:pt>
              </c:numCache>
            </c:numRef>
          </c:xVal>
          <c:yVal>
            <c:numRef>
              <c:f>ref0p4_90min_v6_f1!$C$2:$C$2501</c:f>
              <c:numCache>
                <c:formatCode>General</c:formatCode>
                <c:ptCount val="2500"/>
                <c:pt idx="0">
                  <c:v>5.5099535536610761E-4</c:v>
                </c:pt>
                <c:pt idx="1">
                  <c:v>5.5675039222404616E-4</c:v>
                </c:pt>
                <c:pt idx="2">
                  <c:v>5.6248367835131817E-4</c:v>
                </c:pt>
                <c:pt idx="3">
                  <c:v>5.6819497512612953E-4</c:v>
                </c:pt>
                <c:pt idx="4">
                  <c:v>5.7388404467199146E-4</c:v>
                </c:pt>
                <c:pt idx="5">
                  <c:v>5.795506498694926E-4</c:v>
                </c:pt>
                <c:pt idx="6">
                  <c:v>5.8519455436807308E-4</c:v>
                </c:pt>
                <c:pt idx="7">
                  <c:v>5.9081552259779692E-4</c:v>
                </c:pt>
                <c:pt idx="8">
                  <c:v>5.9641331978112092E-4</c:v>
                </c:pt>
                <c:pt idx="9">
                  <c:v>6.0198771194466024E-4</c:v>
                </c:pt>
                <c:pt idx="10">
                  <c:v>6.0753846593094684E-4</c:v>
                </c:pt>
                <c:pt idx="11">
                  <c:v>6.1306534941018068E-4</c:v>
                </c:pt>
                <c:pt idx="12">
                  <c:v>6.1856813089197391E-4</c:v>
                </c:pt>
                <c:pt idx="13">
                  <c:v>6.2404657973708696E-4</c:v>
                </c:pt>
                <c:pt idx="14">
                  <c:v>6.2950046616915727E-4</c:v>
                </c:pt>
                <c:pt idx="15">
                  <c:v>6.3492956128642023E-4</c:v>
                </c:pt>
                <c:pt idx="16">
                  <c:v>6.4033363707342091E-4</c:v>
                </c:pt>
                <c:pt idx="17">
                  <c:v>6.4571246641271021E-4</c:v>
                </c:pt>
                <c:pt idx="18">
                  <c:v>6.5106582309652186E-4</c:v>
                </c:pt>
                <c:pt idx="19">
                  <c:v>6.5639348183842887E-4</c:v>
                </c:pt>
                <c:pt idx="20">
                  <c:v>6.6169521828497941E-4</c:v>
                </c:pt>
                <c:pt idx="21">
                  <c:v>6.669708090273112E-4</c:v>
                </c:pt>
                <c:pt idx="22">
                  <c:v>6.7222003161274558E-4</c:v>
                </c:pt>
                <c:pt idx="23">
                  <c:v>6.7744266455635688E-4</c:v>
                </c:pt>
                <c:pt idx="24">
                  <c:v>6.8263848735251789E-4</c:v>
                </c:pt>
                <c:pt idx="25">
                  <c:v>6.878072804864222E-4</c:v>
                </c:pt>
                <c:pt idx="26">
                  <c:v>6.9294882544558231E-4</c:v>
                </c:pt>
                <c:pt idx="27">
                  <c:v>6.9806290473130512E-4</c:v>
                </c:pt>
                <c:pt idx="28">
                  <c:v>7.031493018701462E-4</c:v>
                </c:pt>
                <c:pt idx="29">
                  <c:v>7.0820780142534273E-4</c:v>
                </c:pt>
                <c:pt idx="30">
                  <c:v>7.132381890082234E-4</c:v>
                </c:pt>
                <c:pt idx="31">
                  <c:v>7.1824025128959437E-4</c:v>
                </c:pt>
                <c:pt idx="32">
                  <c:v>7.2321377601109653E-4</c:v>
                </c:pt>
                <c:pt idx="33">
                  <c:v>7.2815855199653238E-4</c:v>
                </c:pt>
                <c:pt idx="34">
                  <c:v>7.3307436916316207E-4</c:v>
                </c:pt>
                <c:pt idx="35">
                  <c:v>7.3796101853296659E-4</c:v>
                </c:pt>
                <c:pt idx="36">
                  <c:v>7.4281829224387712E-4</c:v>
                </c:pt>
                <c:pt idx="37">
                  <c:v>7.476459835609676E-4</c:v>
                </c:pt>
                <c:pt idx="38">
                  <c:v>7.5244388688761315E-4</c:v>
                </c:pt>
                <c:pt idx="39">
                  <c:v>7.572117977766112E-4</c:v>
                </c:pt>
                <c:pt idx="40">
                  <c:v>7.6194951294126438E-4</c:v>
                </c:pt>
                <c:pt idx="41">
                  <c:v>7.6665683026642267E-4</c:v>
                </c:pt>
                <c:pt idx="42">
                  <c:v>7.7133354881948305E-4</c:v>
                </c:pt>
                <c:pt idx="43">
                  <c:v>7.7597946886135121E-4</c:v>
                </c:pt>
                <c:pt idx="44">
                  <c:v>7.8059439185736114E-4</c:v>
                </c:pt>
                <c:pt idx="45">
                  <c:v>7.8517812048815817E-4</c:v>
                </c:pt>
                <c:pt idx="46">
                  <c:v>7.8973045866053435E-4</c:v>
                </c:pt>
                <c:pt idx="47">
                  <c:v>7.9425121151822258E-4</c:v>
                </c:pt>
                <c:pt idx="48">
                  <c:v>7.9874018545264493E-4</c:v>
                </c:pt>
                <c:pt idx="49">
                  <c:v>8.0319718811361557E-4</c:v>
                </c:pt>
                <c:pt idx="50">
                  <c:v>8.0762202841999696E-4</c:v>
                </c:pt>
                <c:pt idx="51">
                  <c:v>8.1201451657030661E-4</c:v>
                </c:pt>
                <c:pt idx="52">
                  <c:v>8.16374464053275E-4</c:v>
                </c:pt>
                <c:pt idx="53">
                  <c:v>8.2070168365835287E-4</c:v>
                </c:pt>
                <c:pt idx="54">
                  <c:v>8.2499598948616545E-4</c:v>
                </c:pt>
                <c:pt idx="55">
                  <c:v>8.2925719695891198E-4</c:v>
                </c:pt>
                <c:pt idx="56">
                  <c:v>8.3348512283071177E-4</c:v>
                </c:pt>
                <c:pt idx="57">
                  <c:v>8.3767958519789451E-4</c:v>
                </c:pt>
                <c:pt idx="58">
                  <c:v>8.4184040350923899E-4</c:v>
                </c:pt>
                <c:pt idx="59">
                  <c:v>8.4596739857615568E-4</c:v>
                </c:pt>
                <c:pt idx="60">
                  <c:v>8.5006039258281373E-4</c:v>
                </c:pt>
                <c:pt idx="61">
                  <c:v>8.5411920909620387E-4</c:v>
                </c:pt>
                <c:pt idx="62">
                  <c:v>8.5814367307613867E-4</c:v>
                </c:pt>
                <c:pt idx="63">
                  <c:v>8.6213361088519058E-4</c:v>
                </c:pt>
                <c:pt idx="64">
                  <c:v>8.6608885029857037E-4</c:v>
                </c:pt>
                <c:pt idx="65">
                  <c:v>8.7000922051394427E-4</c:v>
                </c:pt>
                <c:pt idx="66">
                  <c:v>8.7389455216119226E-4</c:v>
                </c:pt>
                <c:pt idx="67">
                  <c:v>8.7774467731210762E-4</c:v>
                </c:pt>
                <c:pt idx="68">
                  <c:v>8.8155942949003747E-4</c:v>
                </c:pt>
                <c:pt idx="69">
                  <c:v>8.8533864367946059E-4</c:v>
                </c:pt>
                <c:pt idx="70">
                  <c:v>8.8908215633549947E-4</c:v>
                </c:pt>
                <c:pt idx="71">
                  <c:v>8.9278980539336155E-4</c:v>
                </c:pt>
                <c:pt idx="72">
                  <c:v>8.9646143027771047E-4</c:v>
                </c:pt>
                <c:pt idx="73">
                  <c:v>9.0009687191196415E-4</c:v>
                </c:pt>
                <c:pt idx="74">
                  <c:v>9.0369597272752118E-4</c:v>
                </c:pt>
                <c:pt idx="75">
                  <c:v>9.0725857667291231E-4</c:v>
                </c:pt>
                <c:pt idx="76">
                  <c:v>9.1078452922287634E-4</c:v>
                </c:pt>
                <c:pt idx="77">
                  <c:v>9.142736773873597E-4</c:v>
                </c:pt>
                <c:pt idx="78">
                  <c:v>9.1772586972044387E-4</c:v>
                </c:pt>
                <c:pt idx="79">
                  <c:v>9.2114095632920201E-4</c:v>
                </c:pt>
                <c:pt idx="80">
                  <c:v>9.2451878888248672E-4</c:v>
                </c:pt>
                <c:pt idx="81">
                  <c:v>9.2785922061964382E-4</c:v>
                </c:pt>
                <c:pt idx="82">
                  <c:v>9.311621063591509E-4</c:v>
                </c:pt>
                <c:pt idx="83">
                  <c:v>9.344273025071807E-4</c:v>
                </c:pt>
                <c:pt idx="84">
                  <c:v>9.3765466706608076E-4</c:v>
                </c:pt>
                <c:pt idx="85">
                  <c:v>9.4084405964277426E-4</c:v>
                </c:pt>
                <c:pt idx="86">
                  <c:v>9.4399534145707701E-4</c:v>
                </c:pt>
                <c:pt idx="87">
                  <c:v>9.4710837534993093E-4</c:v>
                </c:pt>
                <c:pt idx="88">
                  <c:v>9.5018302579155255E-4</c:v>
                </c:pt>
                <c:pt idx="89">
                  <c:v>9.532191588894894E-4</c:v>
                </c:pt>
                <c:pt idx="90">
                  <c:v>9.5621664239658869E-4</c:v>
                </c:pt>
                <c:pt idx="91">
                  <c:v>9.5917534571886634E-4</c:v>
                </c:pt>
                <c:pt idx="92">
                  <c:v>9.6209513992328557E-4</c:v>
                </c:pt>
                <c:pt idx="93">
                  <c:v>9.6497589774544458E-4</c:v>
                </c:pt>
                <c:pt idx="94">
                  <c:v>9.6781749359717566E-4</c:v>
                </c:pt>
                <c:pt idx="95">
                  <c:v>9.7061980357405391E-4</c:v>
                </c:pt>
                <c:pt idx="96">
                  <c:v>9.7338270546281963E-4</c:v>
                </c:pt>
                <c:pt idx="97">
                  <c:v>9.7610607874871558E-4</c:v>
                </c:pt>
                <c:pt idx="98">
                  <c:v>9.7878980462273659E-4</c:v>
                </c:pt>
                <c:pt idx="99">
                  <c:v>9.8143376598878768E-4</c:v>
                </c:pt>
                <c:pt idx="100">
                  <c:v>9.8403784747075362E-4</c:v>
                </c:pt>
                <c:pt idx="101">
                  <c:v>9.8660193541947553E-4</c:v>
                </c:pt>
                <c:pt idx="102">
                  <c:v>9.8912591791963352E-4</c:v>
                </c:pt>
                <c:pt idx="103">
                  <c:v>9.9160968479653031E-4</c:v>
                </c:pt>
                <c:pt idx="104">
                  <c:v>9.940531276227771E-4</c:v>
                </c:pt>
                <c:pt idx="105">
                  <c:v>9.9645613972488721E-4</c:v>
                </c:pt>
                <c:pt idx="106">
                  <c:v>9.9881861618977223E-4</c:v>
                </c:pt>
                <c:pt idx="107">
                  <c:v>1.001140453871144E-3</c:v>
                </c:pt>
                <c:pt idx="108">
                  <c:v>1.0034215513958179E-3</c:v>
                </c:pt>
                <c:pt idx="109">
                  <c:v>1.0056618091699211E-3</c:v>
                </c:pt>
                <c:pt idx="110">
                  <c:v>1.0078611293849881E-3</c:v>
                </c:pt>
                <c:pt idx="111">
                  <c:v>1.010019416023979E-3</c:v>
                </c:pt>
                <c:pt idx="112">
                  <c:v>1.012136574867167E-3</c:v>
                </c:pt>
                <c:pt idx="113">
                  <c:v>1.0142125134979449E-3</c:v>
                </c:pt>
                <c:pt idx="114">
                  <c:v>1.016247141308516E-3</c:v>
                </c:pt>
                <c:pt idx="115">
                  <c:v>1.0182403695054749E-3</c:v>
                </c:pt>
                <c:pt idx="116">
                  <c:v>1.020192111115293E-3</c:v>
                </c:pt>
                <c:pt idx="117">
                  <c:v>1.022102280989689E-3</c:v>
                </c:pt>
                <c:pt idx="118">
                  <c:v>1.0239707958109071E-3</c:v>
                </c:pt>
                <c:pt idx="119">
                  <c:v>1.02579757409687E-3</c:v>
                </c:pt>
                <c:pt idx="120">
                  <c:v>1.0275825362062491E-3</c:v>
                </c:pt>
                <c:pt idx="121">
                  <c:v>1.0293256043433969E-3</c:v>
                </c:pt>
                <c:pt idx="122">
                  <c:v>1.0310267025631949E-3</c:v>
                </c:pt>
                <c:pt idx="123">
                  <c:v>1.032685756775772E-3</c:v>
                </c:pt>
                <c:pt idx="124">
                  <c:v>1.0343026947511309E-3</c:v>
                </c:pt>
                <c:pt idx="125">
                  <c:v>1.035877446123661E-3</c:v>
                </c:pt>
                <c:pt idx="126">
                  <c:v>1.0374099423965471E-3</c:v>
                </c:pt>
                <c:pt idx="127">
                  <c:v>1.038900116946071E-3</c:v>
                </c:pt>
                <c:pt idx="128">
                  <c:v>1.040347905025805E-3</c:v>
                </c:pt>
                <c:pt idx="129">
                  <c:v>1.041753243770694E-3</c:v>
                </c:pt>
                <c:pt idx="130">
                  <c:v>1.0431160722010259E-3</c:v>
                </c:pt>
                <c:pt idx="131">
                  <c:v>1.0444363312262909E-3</c:v>
                </c:pt>
                <c:pt idx="132">
                  <c:v>1.045713963648931E-3</c:v>
                </c:pt>
                <c:pt idx="133">
                  <c:v>1.0469489141679709E-3</c:v>
                </c:pt>
                <c:pt idx="134">
                  <c:v>1.0481411293825451E-3</c:v>
                </c:pt>
                <c:pt idx="135">
                  <c:v>1.0492905577953199E-3</c:v>
                </c:pt>
                <c:pt idx="136">
                  <c:v>1.050397149815798E-3</c:v>
                </c:pt>
                <c:pt idx="137">
                  <c:v>1.0514608577635179E-3</c:v>
                </c:pt>
                <c:pt idx="138">
                  <c:v>1.0524816358711451E-3</c:v>
                </c:pt>
                <c:pt idx="139">
                  <c:v>1.05345944028744E-3</c:v>
                </c:pt>
                <c:pt idx="140">
                  <c:v>1.0543942290801129E-3</c:v>
                </c:pt>
                <c:pt idx="141">
                  <c:v>1.0552859622385601E-3</c:v>
                </c:pt>
                <c:pt idx="142">
                  <c:v>1.0561346016764769E-3</c:v>
                </c:pt>
                <c:pt idx="143">
                  <c:v>1.056940111234363E-3</c:v>
                </c:pt>
                <c:pt idx="144">
                  <c:v>1.057702456681905E-3</c:v>
                </c:pt>
                <c:pt idx="145">
                  <c:v>1.0584216057202521E-3</c:v>
                </c:pt>
                <c:pt idx="146">
                  <c:v>1.059097527984178E-3</c:v>
                </c:pt>
                <c:pt idx="147">
                  <c:v>1.059730195044125E-3</c:v>
                </c:pt>
                <c:pt idx="148">
                  <c:v>1.060319580408132E-3</c:v>
                </c:pt>
                <c:pt idx="149">
                  <c:v>1.0608656595236399E-3</c:v>
                </c:pt>
                <c:pt idx="150">
                  <c:v>1.061368409779185E-3</c:v>
                </c:pt>
                <c:pt idx="151">
                  <c:v>1.0618278105059679E-3</c:v>
                </c:pt>
                <c:pt idx="152">
                  <c:v>1.0622438429793209E-3</c:v>
                </c:pt>
                <c:pt idx="153">
                  <c:v>1.062616490420047E-3</c:v>
                </c:pt>
                <c:pt idx="154">
                  <c:v>1.0629457379956501E-3</c:v>
                </c:pt>
                <c:pt idx="155">
                  <c:v>1.063231572821445E-3</c:v>
                </c:pt>
                <c:pt idx="156">
                  <c:v>1.0634739839615541E-3</c:v>
                </c:pt>
                <c:pt idx="157">
                  <c:v>1.0636729624297809E-3</c:v>
                </c:pt>
                <c:pt idx="158">
                  <c:v>1.063828501190381E-3</c:v>
                </c:pt>
                <c:pt idx="159">
                  <c:v>1.063940595158702E-3</c:v>
                </c:pt>
                <c:pt idx="160">
                  <c:v>1.064009241201718E-3</c:v>
                </c:pt>
                <c:pt idx="161">
                  <c:v>1.0640344381384319E-3</c:v>
                </c:pt>
                <c:pt idx="162">
                  <c:v>1.064016186740166E-3</c:v>
                </c:pt>
                <c:pt idx="163">
                  <c:v>1.0639544897307271E-3</c:v>
                </c:pt>
                <c:pt idx="164">
                  <c:v>1.0638493517864519E-3</c:v>
                </c:pt>
                <c:pt idx="165">
                  <c:v>1.0637007795361311E-3</c:v>
                </c:pt>
                <c:pt idx="166">
                  <c:v>1.063508781560821E-3</c:v>
                </c:pt>
                <c:pt idx="167">
                  <c:v>1.0632733683935271E-3</c:v>
                </c:pt>
                <c:pt idx="168">
                  <c:v>1.0629945525187871E-3</c:v>
                </c:pt>
                <c:pt idx="169">
                  <c:v>1.0626723483721269E-3</c:v>
                </c:pt>
                <c:pt idx="170">
                  <c:v>1.0623067723394049E-3</c:v>
                </c:pt>
                <c:pt idx="171">
                  <c:v>1.061897842756042E-3</c:v>
                </c:pt>
                <c:pt idx="172">
                  <c:v>1.061445579906139E-3</c:v>
                </c:pt>
                <c:pt idx="173">
                  <c:v>1.0609500060214691E-3</c:v>
                </c:pt>
                <c:pt idx="174">
                  <c:v>1.0604111452803639E-3</c:v>
                </c:pt>
                <c:pt idx="175">
                  <c:v>1.059829023806473E-3</c:v>
                </c:pt>
                <c:pt idx="176">
                  <c:v>1.059203669667413E-3</c:v>
                </c:pt>
                <c:pt idx="177">
                  <c:v>1.0585351128732929E-3</c:v>
                </c:pt>
                <c:pt idx="178">
                  <c:v>1.057823385375124E-3</c:v>
                </c:pt>
                <c:pt idx="179">
                  <c:v>1.0570685210631119E-3</c:v>
                </c:pt>
                <c:pt idx="180">
                  <c:v>1.056270555764835E-3</c:v>
                </c:pt>
                <c:pt idx="181">
                  <c:v>1.0554295272433109E-3</c:v>
                </c:pt>
                <c:pt idx="182">
                  <c:v>1.054545475194952E-3</c:v>
                </c:pt>
                <c:pt idx="183">
                  <c:v>1.0536184412473959E-3</c:v>
                </c:pt>
                <c:pt idx="184">
                  <c:v>1.052648468957232E-3</c:v>
                </c:pt>
                <c:pt idx="185">
                  <c:v>1.0516356038076031E-3</c:v>
                </c:pt>
                <c:pt idx="186">
                  <c:v>1.050579893205698E-3</c:v>
                </c:pt>
                <c:pt idx="187">
                  <c:v>1.049481386480128E-3</c:v>
                </c:pt>
                <c:pt idx="188">
                  <c:v>1.04834013487819E-3</c:v>
                </c:pt>
                <c:pt idx="189">
                  <c:v>1.04715619156302E-3</c:v>
                </c:pt>
                <c:pt idx="190">
                  <c:v>1.045929611610624E-3</c:v>
                </c:pt>
                <c:pt idx="191">
                  <c:v>1.0446604520068089E-3</c:v>
                </c:pt>
                <c:pt idx="192">
                  <c:v>1.04334877164399E-3</c:v>
                </c:pt>
                <c:pt idx="193">
                  <c:v>1.041994631317885E-3</c:v>
                </c:pt>
                <c:pt idx="194">
                  <c:v>1.0405980937240949E-3</c:v>
                </c:pt>
                <c:pt idx="195">
                  <c:v>1.03915922345457E-3</c:v>
                </c:pt>
                <c:pt idx="196">
                  <c:v>1.0376780869939589E-3</c:v>
                </c:pt>
                <c:pt idx="197">
                  <c:v>1.036154752715852E-3</c:v>
                </c:pt>
                <c:pt idx="198">
                  <c:v>1.034589290878905E-3</c:v>
                </c:pt>
                <c:pt idx="199">
                  <c:v>1.032981773622854E-3</c:v>
                </c:pt>
                <c:pt idx="200">
                  <c:v>1.0313322749644169E-3</c:v>
                </c:pt>
                <c:pt idx="201">
                  <c:v>1.0296408707930851E-3</c:v>
                </c:pt>
                <c:pt idx="202">
                  <c:v>1.027907638866808E-3</c:v>
                </c:pt>
                <c:pt idx="203">
                  <c:v>1.026132658807569E-3</c:v>
                </c:pt>
                <c:pt idx="204">
                  <c:v>1.0243160120968491E-3</c:v>
                </c:pt>
                <c:pt idx="205">
                  <c:v>1.0224577820709809E-3</c:v>
                </c:pt>
                <c:pt idx="206">
                  <c:v>1.0205580539163969E-3</c:v>
                </c:pt>
                <c:pt idx="207">
                  <c:v>1.018616914664771E-3</c:v>
                </c:pt>
                <c:pt idx="208">
                  <c:v>1.0166344531880489E-3</c:v>
                </c:pt>
                <c:pt idx="209">
                  <c:v>1.0146107601933731E-3</c:v>
                </c:pt>
                <c:pt idx="210">
                  <c:v>1.0125459282178989E-3</c:v>
                </c:pt>
                <c:pt idx="211">
                  <c:v>1.010440051623498E-3</c:v>
                </c:pt>
                <c:pt idx="212">
                  <c:v>1.008293226591355E-3</c:v>
                </c:pt>
                <c:pt idx="213">
                  <c:v>1.006105551116461E-3</c:v>
                </c:pt>
                <c:pt idx="214">
                  <c:v>1.0038771250020029E-3</c:v>
                </c:pt>
                <c:pt idx="215">
                  <c:v>1.001608049853649E-3</c:v>
                </c:pt>
                <c:pt idx="216">
                  <c:v>9.9929842907373208E-4</c:v>
                </c:pt>
                <c:pt idx="217">
                  <c:v>9.9694836785533072E-4</c:v>
                </c:pt>
                <c:pt idx="218">
                  <c:v>9.9455797317624041E-4</c:v>
                </c:pt>
                <c:pt idx="219">
                  <c:v>9.9212735379284179E-4</c:v>
                </c:pt>
                <c:pt idx="220">
                  <c:v>9.8965662023386297E-4</c:v>
                </c:pt>
                <c:pt idx="221">
                  <c:v>9.8714588479404037E-4</c:v>
                </c:pt>
                <c:pt idx="222">
                  <c:v>9.845952615276756E-4</c:v>
                </c:pt>
                <c:pt idx="223">
                  <c:v>9.8200486624208921E-4</c:v>
                </c:pt>
                <c:pt idx="224">
                  <c:v>9.7937481649096976E-4</c:v>
                </c:pt>
                <c:pt idx="225">
                  <c:v>9.7670523156762057E-4</c:v>
                </c:pt>
                <c:pt idx="226">
                  <c:v>9.7399623249810549E-4</c:v>
                </c:pt>
                <c:pt idx="227">
                  <c:v>9.7124794203429254E-4</c:v>
                </c:pt>
                <c:pt idx="228">
                  <c:v>9.6846048464679804E-4</c:v>
                </c:pt>
                <c:pt idx="229">
                  <c:v>9.6563398651783251E-4</c:v>
                </c:pt>
                <c:pt idx="230">
                  <c:v>9.6276857553395255E-4</c:v>
                </c:pt>
                <c:pt idx="231">
                  <c:v>9.5986438127871861E-4</c:v>
                </c:pt>
                <c:pt idx="232">
                  <c:v>9.5692153502526108E-4</c:v>
                </c:pt>
                <c:pt idx="233">
                  <c:v>9.5394016972874984E-4</c:v>
                </c:pt>
                <c:pt idx="234">
                  <c:v>9.509204200187695E-4</c:v>
                </c:pt>
                <c:pt idx="235">
                  <c:v>9.47862422191595E-4</c:v>
                </c:pt>
                <c:pt idx="236">
                  <c:v>9.4476631420237417E-4</c:v>
                </c:pt>
                <c:pt idx="237">
                  <c:v>9.4163223565721897E-4</c:v>
                </c:pt>
                <c:pt idx="238">
                  <c:v>9.3846032780521137E-4</c:v>
                </c:pt>
                <c:pt idx="239">
                  <c:v>9.3525073353032209E-4</c:v>
                </c:pt>
                <c:pt idx="240">
                  <c:v>9.3200359734324219E-4</c:v>
                </c:pt>
                <c:pt idx="241">
                  <c:v>9.2871906537312331E-4</c:v>
                </c:pt>
                <c:pt idx="242">
                  <c:v>9.2539728535922768E-4</c:v>
                </c:pt>
                <c:pt idx="243">
                  <c:v>9.2203840664248761E-4</c:v>
                </c:pt>
                <c:pt idx="244">
                  <c:v>9.1864258015697758E-4</c:v>
                </c:pt>
                <c:pt idx="245">
                  <c:v>9.1520995842129637E-4</c:v>
                </c:pt>
                <c:pt idx="246">
                  <c:v>9.117406955298649E-4</c:v>
                </c:pt>
                <c:pt idx="247">
                  <c:v>9.0823494714413846E-4</c:v>
                </c:pt>
                <c:pt idx="248">
                  <c:v>9.0469287048373459E-4</c:v>
                </c:pt>
                <c:pt idx="249">
                  <c:v>9.0111462431747614E-4</c:v>
                </c:pt>
                <c:pt idx="250">
                  <c:v>8.9750036895434903E-4</c:v>
                </c:pt>
                <c:pt idx="251">
                  <c:v>8.9385026623437565E-4</c:v>
                </c:pt>
                <c:pt idx="252">
                  <c:v>8.9016447951940697E-4</c:v>
                </c:pt>
                <c:pt idx="253">
                  <c:v>8.8644317368383738E-4</c:v>
                </c:pt>
                <c:pt idx="254">
                  <c:v>8.8268651510524333E-4</c:v>
                </c:pt>
                <c:pt idx="255">
                  <c:v>8.7889467165494658E-4</c:v>
                </c:pt>
                <c:pt idx="256">
                  <c:v>8.7506781268850004E-4</c:v>
                </c:pt>
                <c:pt idx="257">
                  <c:v>8.7120610903609636E-4</c:v>
                </c:pt>
                <c:pt idx="258">
                  <c:v>8.6730973299290175E-4</c:v>
                </c:pt>
                <c:pt idx="259">
                  <c:v>8.6337885830931158E-4</c:v>
                </c:pt>
                <c:pt idx="260">
                  <c:v>8.5941366018112988E-4</c:v>
                </c:pt>
                <c:pt idx="261">
                  <c:v>8.554143152396718E-4</c:v>
                </c:pt>
                <c:pt idx="262">
                  <c:v>8.5138100154178982E-4</c:v>
                </c:pt>
                <c:pt idx="263">
                  <c:v>8.4731389855982673E-4</c:v>
                </c:pt>
                <c:pt idx="264">
                  <c:v>8.4321318717149759E-4</c:v>
                </c:pt>
                <c:pt idx="265">
                  <c:v>8.3907904964970184E-4</c:v>
                </c:pt>
                <c:pt idx="266">
                  <c:v>8.3491166965226683E-4</c:v>
                </c:pt>
                <c:pt idx="267">
                  <c:v>8.3071123221162345E-4</c:v>
                </c:pt>
                <c:pt idx="268">
                  <c:v>8.2647792372441558E-4</c:v>
                </c:pt>
                <c:pt idx="269">
                  <c:v>8.2221193194104559E-4</c:v>
                </c:pt>
                <c:pt idx="270">
                  <c:v>8.1791344595515776E-4</c:v>
                </c:pt>
                <c:pt idx="271">
                  <c:v>8.1358265619306026E-4</c:v>
                </c:pt>
                <c:pt idx="272">
                  <c:v>8.0921975440308202E-4</c:v>
                </c:pt>
                <c:pt idx="273">
                  <c:v>8.0482493364486508E-4</c:v>
                </c:pt>
                <c:pt idx="274">
                  <c:v>8.003983882785969E-4</c:v>
                </c:pt>
                <c:pt idx="275">
                  <c:v>7.9594031395418283E-4</c:v>
                </c:pt>
                <c:pt idx="276">
                  <c:v>7.9145090760036191E-4</c:v>
                </c:pt>
                <c:pt idx="277">
                  <c:v>7.8693036741376502E-4</c:v>
                </c:pt>
                <c:pt idx="278">
                  <c:v>7.8237889284791314E-4</c:v>
                </c:pt>
                <c:pt idx="279">
                  <c:v>7.7779668460215977E-4</c:v>
                </c:pt>
                <c:pt idx="280">
                  <c:v>7.7318394461057822E-4</c:v>
                </c:pt>
                <c:pt idx="281">
                  <c:v>7.6854087603079539E-4</c:v>
                </c:pt>
                <c:pt idx="282">
                  <c:v>7.6386768323277309E-4</c:v>
                </c:pt>
                <c:pt idx="283">
                  <c:v>7.5916457178753832E-4</c:v>
                </c:pt>
                <c:pt idx="284">
                  <c:v>7.5443174845586409E-4</c:v>
                </c:pt>
                <c:pt idx="285">
                  <c:v>7.4966942117690109E-4</c:v>
                </c:pt>
                <c:pt idx="286">
                  <c:v>7.4487779905675925E-4</c:v>
                </c:pt>
                <c:pt idx="287">
                  <c:v>7.4005709235703979E-4</c:v>
                </c:pt>
                <c:pt idx="288">
                  <c:v>7.3520751248331673E-4</c:v>
                </c:pt>
                <c:pt idx="289">
                  <c:v>7.3032927197356969E-4</c:v>
                </c:pt>
                <c:pt idx="290">
                  <c:v>7.2542258448657132E-4</c:v>
                </c:pt>
                <c:pt idx="291">
                  <c:v>7.2048766479023069E-4</c:v>
                </c:pt>
                <c:pt idx="292">
                  <c:v>7.1552472874989413E-4</c:v>
                </c:pt>
                <c:pt idx="293">
                  <c:v>7.1053399331660297E-4</c:v>
                </c:pt>
                <c:pt idx="294">
                  <c:v>7.0551567651531164E-4</c:v>
                </c:pt>
                <c:pt idx="295">
                  <c:v>7.0046999743306876E-4</c:v>
                </c:pt>
                <c:pt idx="296">
                  <c:v>6.9539717620716339E-4</c:v>
                </c:pt>
                <c:pt idx="297">
                  <c:v>6.9029743401323657E-4</c:v>
                </c:pt>
                <c:pt idx="298">
                  <c:v>6.8517099305335876E-4</c:v>
                </c:pt>
                <c:pt idx="299">
                  <c:v>6.8001807654407057E-4</c:v>
                </c:pt>
                <c:pt idx="300">
                  <c:v>6.748389087043896E-4</c:v>
                </c:pt>
                <c:pt idx="301">
                  <c:v>6.6963371474378303E-4</c:v>
                </c:pt>
                <c:pt idx="302">
                  <c:v>6.6440272085011216E-4</c:v>
                </c:pt>
                <c:pt idx="303">
                  <c:v>6.5914615417754768E-4</c:v>
                </c:pt>
                <c:pt idx="304">
                  <c:v>6.5386424283445631E-4</c:v>
                </c:pt>
                <c:pt idx="305">
                  <c:v>6.4855721587125904E-4</c:v>
                </c:pt>
                <c:pt idx="306">
                  <c:v>6.4322530326826411E-4</c:v>
                </c:pt>
                <c:pt idx="307">
                  <c:v>6.378687359234746E-4</c:v>
                </c:pt>
                <c:pt idx="308">
                  <c:v>6.3248774564037078E-4</c:v>
                </c:pt>
                <c:pt idx="309">
                  <c:v>6.2708256511566818E-4</c:v>
                </c:pt>
                <c:pt idx="310">
                  <c:v>6.2165342792705144E-4</c:v>
                </c:pt>
                <c:pt idx="311">
                  <c:v>6.1620056852088468E-4</c:v>
                </c:pt>
                <c:pt idx="312">
                  <c:v>6.107242221999017E-4</c:v>
                </c:pt>
                <c:pt idx="313">
                  <c:v>6.0522462511087595E-4</c:v>
                </c:pt>
                <c:pt idx="314">
                  <c:v>5.9970201423227218E-4</c:v>
                </c:pt>
                <c:pt idx="315">
                  <c:v>5.941566273618763E-4</c:v>
                </c:pt>
                <c:pt idx="316">
                  <c:v>5.8858870310440816E-4</c:v>
                </c:pt>
                <c:pt idx="317">
                  <c:v>5.8299848085911689E-4</c:v>
                </c:pt>
                <c:pt idx="318">
                  <c:v>5.7738620080736221E-4</c:v>
                </c:pt>
                <c:pt idx="319">
                  <c:v>5.7175210390018644E-4</c:v>
                </c:pt>
                <c:pt idx="320">
                  <c:v>5.6609643184587556E-4</c:v>
                </c:pt>
                <c:pt idx="321">
                  <c:v>5.6041942709751094E-4</c:v>
                </c:pt>
                <c:pt idx="322">
                  <c:v>5.5472133284050883E-4</c:v>
                </c:pt>
                <c:pt idx="323">
                  <c:v>5.4900239298015247E-4</c:v>
                </c:pt>
                <c:pt idx="324">
                  <c:v>5.4326285212911627E-4</c:v>
                </c:pt>
                <c:pt idx="325">
                  <c:v>5.3750295559498338E-4</c:v>
                </c:pt>
                <c:pt idx="326">
                  <c:v>5.3172294936775627E-4</c:v>
                </c:pt>
                <c:pt idx="327">
                  <c:v>5.2592308010736147E-4</c:v>
                </c:pt>
                <c:pt idx="328">
                  <c:v>5.201035951311469E-4</c:v>
                </c:pt>
                <c:pt idx="329">
                  <c:v>5.1426474240137536E-4</c:v>
                </c:pt>
                <c:pt idx="330">
                  <c:v>5.0840677051271395E-4</c:v>
                </c:pt>
                <c:pt idx="331">
                  <c:v>5.0252992867972268E-4</c:v>
                </c:pt>
                <c:pt idx="332">
                  <c:v>4.966344667243403E-4</c:v>
                </c:pt>
                <c:pt idx="333">
                  <c:v>4.9072063506337097E-4</c:v>
                </c:pt>
                <c:pt idx="334">
                  <c:v>4.8478868469597239E-4</c:v>
                </c:pt>
                <c:pt idx="335">
                  <c:v>4.788388671911438E-4</c:v>
                </c:pt>
                <c:pt idx="336">
                  <c:v>4.7287143467521122E-4</c:v>
                </c:pt>
                <c:pt idx="337">
                  <c:v>4.6688663981931397E-4</c:v>
                </c:pt>
                <c:pt idx="338">
                  <c:v>4.6088473582689041E-4</c:v>
                </c:pt>
                <c:pt idx="339">
                  <c:v>4.5486597642116342E-4</c:v>
                </c:pt>
                <c:pt idx="340">
                  <c:v>4.4883061583263082E-4</c:v>
                </c:pt>
                <c:pt idx="341">
                  <c:v>4.4277890878655578E-4</c:v>
                </c:pt>
                <c:pt idx="342">
                  <c:v>4.3671111049046118E-4</c:v>
                </c:pt>
                <c:pt idx="343">
                  <c:v>4.3062747662162411E-4</c:v>
                </c:pt>
                <c:pt idx="344">
                  <c:v>4.245282633145778E-4</c:v>
                </c:pt>
                <c:pt idx="345">
                  <c:v>4.1841372714861901E-4</c:v>
                </c:pt>
                <c:pt idx="346">
                  <c:v>4.1228412513532377E-4</c:v>
                </c:pt>
                <c:pt idx="347">
                  <c:v>4.0613971470607321E-4</c:v>
                </c:pt>
                <c:pt idx="348">
                  <c:v>3.9998075369958828E-4</c:v>
                </c:pt>
                <c:pt idx="349">
                  <c:v>3.9380750034948101E-4</c:v>
                </c:pt>
                <c:pt idx="350">
                  <c:v>3.8762021327181642E-4</c:v>
                </c:pt>
                <c:pt idx="351">
                  <c:v>3.8141915145269248E-4</c:v>
                </c:pt>
                <c:pt idx="352">
                  <c:v>3.7520457423583788E-4</c:v>
                </c:pt>
                <c:pt idx="353">
                  <c:v>3.6897674131022959E-4</c:v>
                </c:pt>
                <c:pt idx="354">
                  <c:v>3.627359126977314E-4</c:v>
                </c:pt>
                <c:pt idx="355">
                  <c:v>3.5648234874075143E-4</c:v>
                </c:pt>
                <c:pt idx="356">
                  <c:v>3.5021631008991879E-4</c:v>
                </c:pt>
                <c:pt idx="357">
                  <c:v>3.4393805769178002E-4</c:v>
                </c:pt>
                <c:pt idx="358">
                  <c:v>3.3764785277651417E-4</c:v>
                </c:pt>
                <c:pt idx="359">
                  <c:v>3.3134595684567131E-4</c:v>
                </c:pt>
                <c:pt idx="360">
                  <c:v>3.2503263165993128E-4</c:v>
                </c:pt>
                <c:pt idx="361">
                  <c:v>3.1870813922688578E-4</c:v>
                </c:pt>
                <c:pt idx="362">
                  <c:v>3.123727417888434E-4</c:v>
                </c:pt>
                <c:pt idx="363">
                  <c:v>3.0602670181065867E-4</c:v>
                </c:pt>
                <c:pt idx="364">
                  <c:v>2.9967028196759032E-4</c:v>
                </c:pt>
                <c:pt idx="365">
                  <c:v>2.9330374513318792E-4</c:v>
                </c:pt>
                <c:pt idx="366">
                  <c:v>2.8692735436721068E-4</c:v>
                </c:pt>
                <c:pt idx="367">
                  <c:v>2.8054137290357551E-4</c:v>
                </c:pt>
                <c:pt idx="368">
                  <c:v>2.7414606413833778E-4</c:v>
                </c:pt>
                <c:pt idx="369">
                  <c:v>2.6774169161770451E-4</c:v>
                </c:pt>
                <c:pt idx="370">
                  <c:v>2.6132851902608011E-4</c:v>
                </c:pt>
                <c:pt idx="371">
                  <c:v>2.5490681017414582E-4</c:v>
                </c:pt>
                <c:pt idx="372">
                  <c:v>2.4847682898697371E-4</c:v>
                </c:pt>
                <c:pt idx="373">
                  <c:v>2.4203883949217681E-4</c:v>
                </c:pt>
                <c:pt idx="374">
                  <c:v>2.3559310580809561E-4</c:v>
                </c:pt>
                <c:pt idx="375">
                  <c:v>2.2913989213201901E-4</c:v>
                </c:pt>
                <c:pt idx="376">
                  <c:v>2.226794627284417E-4</c:v>
                </c:pt>
                <c:pt idx="377">
                  <c:v>2.1621208191735579E-4</c:v>
                </c:pt>
                <c:pt idx="378">
                  <c:v>2.0973801406257831E-4</c:v>
                </c:pt>
                <c:pt idx="379">
                  <c:v>2.0325752356011319E-4</c:v>
                </c:pt>
                <c:pt idx="380">
                  <c:v>1.9677087482654931E-4</c:v>
                </c:pt>
                <c:pt idx="381">
                  <c:v>1.9027833228749461E-4</c:v>
                </c:pt>
                <c:pt idx="382">
                  <c:v>1.837801603660506E-4</c:v>
                </c:pt>
                <c:pt idx="383">
                  <c:v>1.7727662347132481E-4</c:v>
                </c:pt>
                <c:pt idx="384">
                  <c:v>1.7076798598698311E-4</c:v>
                </c:pt>
                <c:pt idx="385">
                  <c:v>1.6425451225984209E-4</c:v>
                </c:pt>
                <c:pt idx="386">
                  <c:v>1.5773646658850181E-4</c:v>
                </c:pt>
                <c:pt idx="387">
                  <c:v>1.5121411321201709E-4</c:v>
                </c:pt>
                <c:pt idx="388">
                  <c:v>1.4468771629860941E-4</c:v>
                </c:pt>
                <c:pt idx="389">
                  <c:v>1.3815753993441811E-4</c:v>
                </c:pt>
                <c:pt idx="390">
                  <c:v>1.316238481122947E-4</c:v>
                </c:pt>
                <c:pt idx="391">
                  <c:v>1.2508690472064229E-4</c:v>
                </c:pt>
                <c:pt idx="392">
                  <c:v>1.18546973532301E-4</c:v>
                </c:pt>
                <c:pt idx="393">
                  <c:v>1.120043181934777E-4</c:v>
                </c:pt>
                <c:pt idx="394">
                  <c:v>1.054592022127204E-4</c:v>
                </c:pt>
                <c:pt idx="395">
                  <c:v>9.8911888949937182E-5</c:v>
                </c:pt>
                <c:pt idx="396">
                  <c:v>9.2362641605460893E-5</c:v>
                </c:pt>
                <c:pt idx="397">
                  <c:v>8.5811723209159818E-5</c:v>
                </c:pt>
                <c:pt idx="398">
                  <c:v>7.9259396609593699E-5</c:v>
                </c:pt>
                <c:pt idx="399">
                  <c:v>7.2705924463214913E-5</c:v>
                </c:pt>
                <c:pt idx="400">
                  <c:v>6.6151569223616428E-5</c:v>
                </c:pt>
                <c:pt idx="401">
                  <c:v>5.9596593130828168E-5</c:v>
                </c:pt>
                <c:pt idx="402">
                  <c:v>5.3041258200663828E-5</c:v>
                </c:pt>
                <c:pt idx="403">
                  <c:v>4.6485826214118951E-5</c:v>
                </c:pt>
                <c:pt idx="404">
                  <c:v>3.9930558706818649E-5</c:v>
                </c:pt>
                <c:pt idx="405">
                  <c:v>3.3375716958513051E-5</c:v>
                </c:pt>
                <c:pt idx="406">
                  <c:v>2.6821561982619409E-5</c:v>
                </c:pt>
                <c:pt idx="407">
                  <c:v>2.0268354515810689E-5</c:v>
                </c:pt>
                <c:pt idx="408">
                  <c:v>1.3716355007650259E-5</c:v>
                </c:pt>
                <c:pt idx="409">
                  <c:v>7.1658236102725226E-6</c:v>
                </c:pt>
                <c:pt idx="410">
                  <c:v>6.1702016810957671E-7</c:v>
                </c:pt>
                <c:pt idx="411">
                  <c:v>-5.9297957923350129E-6</c:v>
                </c:pt>
                <c:pt idx="412">
                  <c:v>-1.247436507266329E-5</c:v>
                </c:pt>
                <c:pt idx="413">
                  <c:v>-1.9016428812708898E-5</c:v>
                </c:pt>
                <c:pt idx="414">
                  <c:v>-2.555572850061142E-5</c:v>
                </c:pt>
                <c:pt idx="415">
                  <c:v>-3.209200598283916E-5</c:v>
                </c:pt>
                <c:pt idx="416">
                  <c:v>-3.8625003474160687E-5</c:v>
                </c:pt>
                <c:pt idx="417">
                  <c:v>-4.5154463567564748E-5</c:v>
                </c:pt>
                <c:pt idx="418">
                  <c:v>-5.1680129244127058E-5</c:v>
                </c:pt>
                <c:pt idx="419">
                  <c:v>-5.8201743882822291E-5</c:v>
                </c:pt>
                <c:pt idx="420">
                  <c:v>-6.4719051270280435E-5</c:v>
                </c:pt>
                <c:pt idx="421">
                  <c:v>-7.1231795610489894E-5</c:v>
                </c:pt>
                <c:pt idx="422">
                  <c:v>-7.7739721534450632E-5</c:v>
                </c:pt>
                <c:pt idx="423">
                  <c:v>-8.4242574109779882E-5</c:v>
                </c:pt>
                <c:pt idx="424">
                  <c:v>-9.0740098850271246E-5</c:v>
                </c:pt>
                <c:pt idx="425">
                  <c:v>-9.7232041725406191E-5</c:v>
                </c:pt>
                <c:pt idx="426">
                  <c:v>-1.037181491698165E-4</c:v>
                </c:pt>
                <c:pt idx="427">
                  <c:v>-1.101981680926988E-4</c:v>
                </c:pt>
                <c:pt idx="428">
                  <c:v>-1.1667184588718301E-4</c:v>
                </c:pt>
                <c:pt idx="429">
                  <c:v>-1.2313893043965521E-4</c:v>
                </c:pt>
                <c:pt idx="430">
                  <c:v>-1.2959917013903309E-4</c:v>
                </c:pt>
                <c:pt idx="431">
                  <c:v>-1.360523138859895E-4</c:v>
                </c:pt>
                <c:pt idx="432">
                  <c:v>-1.4249811110212231E-4</c:v>
                </c:pt>
                <c:pt idx="433">
                  <c:v>-1.489363117390738E-4</c:v>
                </c:pt>
                <c:pt idx="434">
                  <c:v>-1.5536666628759819E-4</c:v>
                </c:pt>
                <c:pt idx="435">
                  <c:v>-1.6178892578657851E-4</c:v>
                </c:pt>
                <c:pt idx="436">
                  <c:v>-1.682028418319913E-4</c:v>
                </c:pt>
                <c:pt idx="437">
                  <c:v>-1.7460816658581809E-4</c:v>
                </c:pt>
                <c:pt idx="438">
                  <c:v>-1.8100465278490601E-4</c:v>
                </c:pt>
                <c:pt idx="439">
                  <c:v>-1.8739205374977691E-4</c:v>
                </c:pt>
                <c:pt idx="440">
                  <c:v>-1.937701233933836E-4</c:v>
                </c:pt>
                <c:pt idx="441">
                  <c:v>-2.001386162298145E-4</c:v>
                </c:pt>
                <c:pt idx="442">
                  <c:v>-2.0649728738294401E-4</c:v>
                </c:pt>
                <c:pt idx="443">
                  <c:v>-2.1284589259503161E-4</c:v>
                </c:pt>
                <c:pt idx="444">
                  <c:v>-2.1918418823526709E-4</c:v>
                </c:pt>
                <c:pt idx="445">
                  <c:v>-2.2551193130826371E-4</c:v>
                </c:pt>
                <c:pt idx="446">
                  <c:v>-2.3182887946249391E-4</c:v>
                </c:pt>
                <c:pt idx="447">
                  <c:v>-2.3813479099866911E-4</c:v>
                </c:pt>
                <c:pt idx="448">
                  <c:v>-2.444294248780609E-4</c:v>
                </c:pt>
                <c:pt idx="449">
                  <c:v>-2.5071254073076468E-4</c:v>
                </c:pt>
                <c:pt idx="450">
                  <c:v>-2.569838988639072E-4</c:v>
                </c:pt>
                <c:pt idx="451">
                  <c:v>-2.6324326026980172E-4</c:v>
                </c:pt>
                <c:pt idx="452">
                  <c:v>-2.6949038663405132E-4</c:v>
                </c:pt>
                <c:pt idx="453">
                  <c:v>-2.7572504034360058E-4</c:v>
                </c:pt>
                <c:pt idx="454">
                  <c:v>-2.819469844947367E-4</c:v>
                </c:pt>
                <c:pt idx="455">
                  <c:v>-2.8815598290103661E-4</c:v>
                </c:pt>
                <c:pt idx="456">
                  <c:v>-2.9435180010126127E-4</c:v>
                </c:pt>
                <c:pt idx="457">
                  <c:v>-3.0053420136719422E-4</c:v>
                </c:pt>
                <c:pt idx="458">
                  <c:v>-3.0670295271142538E-4</c:v>
                </c:pt>
                <c:pt idx="459">
                  <c:v>-3.1285782089508378E-4</c:v>
                </c:pt>
                <c:pt idx="460">
                  <c:v>-3.1899857343551291E-4</c:v>
                </c:pt>
                <c:pt idx="461">
                  <c:v>-3.2512497861389238E-4</c:v>
                </c:pt>
                <c:pt idx="462">
                  <c:v>-3.3123680548280431E-4</c:v>
                </c:pt>
                <c:pt idx="463">
                  <c:v>-3.373338238737452E-4</c:v>
                </c:pt>
                <c:pt idx="464">
                  <c:v>-3.4341580440458479E-4</c:v>
                </c:pt>
                <c:pt idx="465">
                  <c:v>-3.4948251848696682E-4</c:v>
                </c:pt>
                <c:pt idx="466">
                  <c:v>-3.5553373833365441E-4</c:v>
                </c:pt>
                <c:pt idx="467">
                  <c:v>-3.6156923696581959E-4</c:v>
                </c:pt>
                <c:pt idx="468">
                  <c:v>-3.6758878822027553E-4</c:v>
                </c:pt>
                <c:pt idx="469">
                  <c:v>-3.7359216675664789E-4</c:v>
                </c:pt>
                <c:pt idx="470">
                  <c:v>-3.7957914806448689E-4</c:v>
                </c:pt>
                <c:pt idx="471">
                  <c:v>-3.8554950847031642E-4</c:v>
                </c:pt>
                <c:pt idx="472">
                  <c:v>-3.9150302514462349E-4</c:v>
                </c:pt>
                <c:pt idx="473">
                  <c:v>-3.9743947610879462E-4</c:v>
                </c:pt>
                <c:pt idx="474">
                  <c:v>-4.0335864024199769E-4</c:v>
                </c:pt>
                <c:pt idx="475">
                  <c:v>-4.0926029728801712E-4</c:v>
                </c:pt>
                <c:pt idx="476">
                  <c:v>-4.1514422786203571E-4</c:v>
                </c:pt>
                <c:pt idx="477">
                  <c:v>-4.2101021345736581E-4</c:v>
                </c:pt>
                <c:pt idx="478">
                  <c:v>-4.2685803645211852E-4</c:v>
                </c:pt>
                <c:pt idx="479">
                  <c:v>-4.3268748011581252E-4</c:v>
                </c:pt>
                <c:pt idx="480">
                  <c:v>-4.3849832861592337E-4</c:v>
                </c:pt>
                <c:pt idx="481">
                  <c:v>-4.4429036702437548E-4</c:v>
                </c:pt>
                <c:pt idx="482">
                  <c:v>-4.5006338132397652E-4</c:v>
                </c:pt>
                <c:pt idx="483">
                  <c:v>-4.5581715841479378E-4</c:v>
                </c:pt>
                <c:pt idx="484">
                  <c:v>-4.6155148612047052E-4</c:v>
                </c:pt>
                <c:pt idx="485">
                  <c:v>-4.6726615319448068E-4</c:v>
                </c:pt>
                <c:pt idx="486">
                  <c:v>-4.7296094932632569E-4</c:v>
                </c:pt>
                <c:pt idx="487">
                  <c:v>-4.7863566514767071E-4</c:v>
                </c:pt>
                <c:pt idx="488">
                  <c:v>-4.8429009223842611E-4</c:v>
                </c:pt>
                <c:pt idx="489">
                  <c:v>-4.8992402313277345E-4</c:v>
                </c:pt>
                <c:pt idx="490">
                  <c:v>-4.9553725132513735E-4</c:v>
                </c:pt>
                <c:pt idx="491">
                  <c:v>-5.0112957127610163E-4</c:v>
                </c:pt>
                <c:pt idx="492">
                  <c:v>-5.0670077841827321E-4</c:v>
                </c:pt>
                <c:pt idx="493">
                  <c:v>-5.122506691620925E-4</c:v>
                </c:pt>
                <c:pt idx="494">
                  <c:v>-5.1777904090159223E-4</c:v>
                </c:pt>
                <c:pt idx="495">
                  <c:v>-5.2328569202010242E-4</c:v>
                </c:pt>
                <c:pt idx="496">
                  <c:v>-5.2877042189590419E-4</c:v>
                </c:pt>
                <c:pt idx="497">
                  <c:v>-5.3423303090783169E-4</c:v>
                </c:pt>
                <c:pt idx="498">
                  <c:v>-5.3967332044081967E-4</c:v>
                </c:pt>
                <c:pt idx="499">
                  <c:v>-5.4509109289140034E-4</c:v>
                </c:pt>
                <c:pt idx="500">
                  <c:v>-5.5048615167314701E-4</c:v>
                </c:pt>
                <c:pt idx="501">
                  <c:v>-5.5585830122206476E-4</c:v>
                </c:pt>
                <c:pt idx="502">
                  <c:v>-5.6120734700192587E-4</c:v>
                </c:pt>
                <c:pt idx="503">
                  <c:v>-5.6653309550955321E-4</c:v>
                </c:pt>
                <c:pt idx="504">
                  <c:v>-5.7183535428004739E-4</c:v>
                </c:pt>
                <c:pt idx="505">
                  <c:v>-5.7711393189195941E-4</c:v>
                </c:pt>
                <c:pt idx="506">
                  <c:v>-5.823686379724071E-4</c:v>
                </c:pt>
                <c:pt idx="507">
                  <c:v>-5.8759928320213206E-4</c:v>
                </c:pt>
                <c:pt idx="508">
                  <c:v>-5.9280567932049803E-4</c:v>
                </c:pt>
                <c:pt idx="509">
                  <c:v>-5.9798763913043349E-4</c:v>
                </c:pt>
                <c:pt idx="510">
                  <c:v>-6.031449765033206E-4</c:v>
                </c:pt>
                <c:pt idx="511">
                  <c:v>-6.0827750638383087E-4</c:v>
                </c:pt>
                <c:pt idx="512">
                  <c:v>-6.1338504479470899E-4</c:v>
                </c:pt>
                <c:pt idx="513">
                  <c:v>-6.1846740884150138E-4</c:v>
                </c:pt>
                <c:pt idx="514">
                  <c:v>-6.2352441671723448E-4</c:v>
                </c:pt>
                <c:pt idx="515">
                  <c:v>-6.2855588770704008E-4</c:v>
                </c:pt>
                <c:pt idx="516">
                  <c:v>-6.3356164219272992E-4</c:v>
                </c:pt>
                <c:pt idx="517">
                  <c:v>-6.3854150165731786E-4</c:v>
                </c:pt>
                <c:pt idx="518">
                  <c:v>-6.4349528868948747E-4</c:v>
                </c:pt>
                <c:pt idx="519">
                  <c:v>-6.4842282698800342E-4</c:v>
                </c:pt>
                <c:pt idx="520">
                  <c:v>-6.5332394136606608E-4</c:v>
                </c:pt>
                <c:pt idx="521">
                  <c:v>-6.5819845775560862E-4</c:v>
                </c:pt>
                <c:pt idx="522">
                  <c:v>-6.6304620321154116E-4</c:v>
                </c:pt>
                <c:pt idx="523">
                  <c:v>-6.6786700591594346E-4</c:v>
                </c:pt>
                <c:pt idx="524">
                  <c:v>-6.7266069518220862E-4</c:v>
                </c:pt>
                <c:pt idx="525">
                  <c:v>-6.7742710145914293E-4</c:v>
                </c:pt>
                <c:pt idx="526">
                  <c:v>-6.8216605633501771E-4</c:v>
                </c:pt>
                <c:pt idx="527">
                  <c:v>-6.8687739254157511E-4</c:v>
                </c:pt>
                <c:pt idx="528">
                  <c:v>-6.9156094395798537E-4</c:v>
                </c:pt>
                <c:pt idx="529">
                  <c:v>-6.962165456147573E-4</c:v>
                </c:pt>
                <c:pt idx="530">
                  <c:v>-7.0084403369759934E-4</c:v>
                </c:pt>
                <c:pt idx="531">
                  <c:v>-7.0544324555123466E-4</c:v>
                </c:pt>
                <c:pt idx="532">
                  <c:v>-7.1001401968316246E-4</c:v>
                </c:pt>
                <c:pt idx="533">
                  <c:v>-7.1455619576736953E-4</c:v>
                </c:pt>
                <c:pt idx="534">
                  <c:v>-7.1906961464799279E-4</c:v>
                </c:pt>
                <c:pt idx="535">
                  <c:v>-7.2355411834293534E-4</c:v>
                </c:pt>
                <c:pt idx="536">
                  <c:v>-7.2800955004743387E-4</c:v>
                </c:pt>
                <c:pt idx="537">
                  <c:v>-7.324357541375801E-4</c:v>
                </c:pt>
                <c:pt idx="538">
                  <c:v>-7.368325761737942E-4</c:v>
                </c:pt>
                <c:pt idx="539">
                  <c:v>-7.4119986290425337E-4</c:v>
                </c:pt>
                <c:pt idx="540">
                  <c:v>-7.4553746226827574E-4</c:v>
                </c:pt>
                <c:pt idx="541">
                  <c:v>-7.4984522339966158E-4</c:v>
                </c:pt>
                <c:pt idx="542">
                  <c:v>-7.5412299662998956E-4</c:v>
                </c:pt>
                <c:pt idx="543">
                  <c:v>-7.5837063349186613E-4</c:v>
                </c:pt>
                <c:pt idx="544">
                  <c:v>-7.6258798672213207E-4</c:v>
                </c:pt>
                <c:pt idx="545">
                  <c:v>-7.6677491026502591E-4</c:v>
                </c:pt>
                <c:pt idx="546">
                  <c:v>-7.7093125927530249E-4</c:v>
                </c:pt>
                <c:pt idx="547">
                  <c:v>-7.7505689012130694E-4</c:v>
                </c:pt>
                <c:pt idx="548">
                  <c:v>-7.7915166038800248E-4</c:v>
                </c:pt>
                <c:pt idx="549">
                  <c:v>-7.8321542887995323E-4</c:v>
                </c:pt>
                <c:pt idx="550">
                  <c:v>-7.8724805562426208E-4</c:v>
                </c:pt>
                <c:pt idx="551">
                  <c:v>-7.9124940187346251E-4</c:v>
                </c:pt>
                <c:pt idx="552">
                  <c:v>-7.9521933010836448E-4</c:v>
                </c:pt>
                <c:pt idx="553">
                  <c:v>-7.9915770404085122E-4</c:v>
                </c:pt>
                <c:pt idx="554">
                  <c:v>-8.0306438861662936E-4</c:v>
                </c:pt>
                <c:pt idx="555">
                  <c:v>-8.0693925001793345E-4</c:v>
                </c:pt>
                <c:pt idx="556">
                  <c:v>-8.107821556661858E-4</c:v>
                </c:pt>
                <c:pt idx="557">
                  <c:v>-8.1459297422461217E-4</c:v>
                </c:pt>
                <c:pt idx="558">
                  <c:v>-8.1837157560081249E-4</c:v>
                </c:pt>
                <c:pt idx="559">
                  <c:v>-8.2211783094928456E-4</c:v>
                </c:pt>
                <c:pt idx="560">
                  <c:v>-8.2583161267390202E-4</c:v>
                </c:pt>
                <c:pt idx="561">
                  <c:v>-8.2951279443034803E-4</c:v>
                </c:pt>
                <c:pt idx="562">
                  <c:v>-8.3316125112850906E-4</c:v>
                </c:pt>
                <c:pt idx="563">
                  <c:v>-8.3677685893482844E-4</c:v>
                </c:pt>
                <c:pt idx="564">
                  <c:v>-8.4035949527461781E-4</c:v>
                </c:pt>
                <c:pt idx="565">
                  <c:v>-8.439090388343266E-4</c:v>
                </c:pt>
                <c:pt idx="566">
                  <c:v>-8.4742536956376898E-4</c:v>
                </c:pt>
                <c:pt idx="567">
                  <c:v>-8.5090836867830896E-4</c:v>
                </c:pt>
                <c:pt idx="568">
                  <c:v>-8.5435791866100114E-4</c:v>
                </c:pt>
                <c:pt idx="569">
                  <c:v>-8.5777390326468943E-4</c:v>
                </c:pt>
                <c:pt idx="570">
                  <c:v>-8.6115620751406493E-4</c:v>
                </c:pt>
                <c:pt idx="571">
                  <c:v>-8.6450471770768277E-4</c:v>
                </c:pt>
                <c:pt idx="572">
                  <c:v>-8.6781932141993823E-4</c:v>
                </c:pt>
                <c:pt idx="573">
                  <c:v>-8.7109990750300435E-4</c:v>
                </c:pt>
                <c:pt idx="574">
                  <c:v>-8.7434636608873227E-4</c:v>
                </c:pt>
                <c:pt idx="575">
                  <c:v>-8.7755858859051125E-4</c:v>
                </c:pt>
                <c:pt idx="576">
                  <c:v>-8.8073646770508963E-4</c:v>
                </c:pt>
                <c:pt idx="577">
                  <c:v>-8.8387989741435329E-4</c:v>
                </c:pt>
                <c:pt idx="578">
                  <c:v>-8.8698877298706489E-4</c:v>
                </c:pt>
                <c:pt idx="579">
                  <c:v>-8.9006299098056253E-4</c:v>
                </c:pt>
                <c:pt idx="580">
                  <c:v>-8.9310244924242126E-4</c:v>
                </c:pt>
                <c:pt idx="581">
                  <c:v>-8.9610704691207984E-4</c:v>
                </c:pt>
                <c:pt idx="582">
                  <c:v>-8.9907668442243047E-4</c:v>
                </c:pt>
                <c:pt idx="583">
                  <c:v>-9.0201126350137196E-4</c:v>
                </c:pt>
                <c:pt idx="584">
                  <c:v>-9.0491068717332549E-4</c:v>
                </c:pt>
                <c:pt idx="585">
                  <c:v>-9.0777485976071897E-4</c:v>
                </c:pt>
                <c:pt idx="586">
                  <c:v>-9.1060368688543596E-4</c:v>
                </c:pt>
                <c:pt idx="587">
                  <c:v>-9.1339707547022787E-4</c:v>
                </c:pt>
                <c:pt idx="588">
                  <c:v>-9.161549337400862E-4</c:v>
                </c:pt>
                <c:pt idx="589">
                  <c:v>-9.1887717122357722E-4</c:v>
                </c:pt>
                <c:pt idx="590">
                  <c:v>-9.2156369875414149E-4</c:v>
                </c:pt>
                <c:pt idx="591">
                  <c:v>-9.2421442847136128E-4</c:v>
                </c:pt>
                <c:pt idx="592">
                  <c:v>-9.2682927382219658E-4</c:v>
                </c:pt>
                <c:pt idx="593">
                  <c:v>-9.2940814956218843E-4</c:v>
                </c:pt>
                <c:pt idx="594">
                  <c:v>-9.3195097175663595E-4</c:v>
                </c:pt>
                <c:pt idx="595">
                  <c:v>-9.3445765778174647E-4</c:v>
                </c:pt>
                <c:pt idx="596">
                  <c:v>-9.3692812632575613E-4</c:v>
                </c:pt>
                <c:pt idx="597">
                  <c:v>-9.3936229739001648E-4</c:v>
                </c:pt>
                <c:pt idx="598">
                  <c:v>-9.4176009229004771E-4</c:v>
                </c:pt>
                <c:pt idx="599">
                  <c:v>-9.4412143365656251E-4</c:v>
                </c:pt>
                <c:pt idx="600">
                  <c:v>-9.4644624543645988E-4</c:v>
                </c:pt>
                <c:pt idx="601">
                  <c:v>-9.4873445289378661E-4</c:v>
                </c:pt>
                <c:pt idx="602">
                  <c:v>-9.5098598261066515E-4</c:v>
                </c:pt>
                <c:pt idx="603">
                  <c:v>-9.532007624881853E-4</c:v>
                </c:pt>
                <c:pt idx="604">
                  <c:v>-9.5537872174726796E-4</c:v>
                </c:pt>
                <c:pt idx="605">
                  <c:v>-9.5751979092949637E-4</c:v>
                </c:pt>
                <c:pt idx="606">
                  <c:v>-9.5962390189791708E-4</c:v>
                </c:pt>
                <c:pt idx="607">
                  <c:v>-9.6169098783780978E-4</c:v>
                </c:pt>
                <c:pt idx="608">
                  <c:v>-9.6372098325742692E-4</c:v>
                </c:pt>
                <c:pt idx="609">
                  <c:v>-9.6571382398870484E-4</c:v>
                </c:pt>
                <c:pt idx="610">
                  <c:v>-9.6766944718794303E-4</c:v>
                </c:pt>
                <c:pt idx="611">
                  <c:v>-9.6958779133645388E-4</c:v>
                </c:pt>
                <c:pt idx="612">
                  <c:v>-9.7146879624118081E-4</c:v>
                </c:pt>
                <c:pt idx="613">
                  <c:v>-9.7331240303528889E-4</c:v>
                </c:pt>
                <c:pt idx="614">
                  <c:v>-9.751185541787261E-4</c:v>
                </c:pt>
                <c:pt idx="615">
                  <c:v>-9.7688719345875603E-4</c:v>
                </c:pt>
                <c:pt idx="616">
                  <c:v>-9.7861826599046544E-4</c:v>
                </c:pt>
                <c:pt idx="617">
                  <c:v>-9.8031171821724391E-4</c:v>
                </c:pt>
                <c:pt idx="618">
                  <c:v>-9.8196749791123355E-4</c:v>
                </c:pt>
                <c:pt idx="619">
                  <c:v>-9.8358555417375087E-4</c:v>
                </c:pt>
                <c:pt idx="620">
                  <c:v>-9.8516583743567883E-4</c:v>
                </c:pt>
                <c:pt idx="621">
                  <c:v>-9.8670829945783699E-4</c:v>
                </c:pt>
                <c:pt idx="622">
                  <c:v>-9.8821289333131997E-4</c:v>
                </c:pt>
                <c:pt idx="623">
                  <c:v>-9.8967957347781388E-4</c:v>
                </c:pt>
                <c:pt idx="624">
                  <c:v>-9.9110829564988357E-4</c:v>
                </c:pt>
                <c:pt idx="625">
                  <c:v>-9.9249901693122962E-4</c:v>
                </c:pt>
                <c:pt idx="626">
                  <c:v>-9.9385169573691472E-4</c:v>
                </c:pt>
                <c:pt idx="627">
                  <c:v>-9.9516629181356227E-4</c:v>
                </c:pt>
                <c:pt idx="628">
                  <c:v>-9.9644276623952642E-4</c:v>
                </c:pt>
                <c:pt idx="629">
                  <c:v>-9.9768108142502497E-4</c:v>
                </c:pt>
                <c:pt idx="630">
                  <c:v>-9.9888120111223892E-4</c:v>
                </c:pt>
                <c:pt idx="631">
                  <c:v>-1.0000430903753801E-3</c:v>
                </c:pt>
                <c:pt idx="632">
                  <c:v>-1.0011667156207291E-3</c:v>
                </c:pt>
                <c:pt idx="633">
                  <c:v>-1.0022520445866459E-3</c:v>
                </c:pt>
                <c:pt idx="634">
                  <c:v>-1.0032990463435579E-3</c:v>
                </c:pt>
                <c:pt idx="635">
                  <c:v>-1.004307691293918E-3</c:v>
                </c:pt>
                <c:pt idx="636">
                  <c:v>-1.005277951172138E-3</c:v>
                </c:pt>
                <c:pt idx="637">
                  <c:v>-1.0062097990444919E-3</c:v>
                </c:pt>
                <c:pt idx="638">
                  <c:v>-1.0071032093089949E-3</c:v>
                </c:pt>
                <c:pt idx="639">
                  <c:v>-1.00795815769526E-3</c:v>
                </c:pt>
                <c:pt idx="640">
                  <c:v>-1.0087746212643211E-3</c:v>
                </c:pt>
                <c:pt idx="641">
                  <c:v>-1.009552578408442E-3</c:v>
                </c:pt>
                <c:pt idx="642">
                  <c:v>-1.0102920088508869E-3</c:v>
                </c:pt>
                <c:pt idx="643">
                  <c:v>-1.010992893645666E-3</c:v>
                </c:pt>
                <c:pt idx="644">
                  <c:v>-1.0116552151772449E-3</c:v>
                </c:pt>
                <c:pt idx="645">
                  <c:v>-1.012278957160223E-3</c:v>
                </c:pt>
                <c:pt idx="646">
                  <c:v>-1.0128641046389831E-3</c:v>
                </c:pt>
                <c:pt idx="647">
                  <c:v>-1.013410643987322E-3</c:v>
                </c:pt>
                <c:pt idx="648">
                  <c:v>-1.013918562908045E-3</c:v>
                </c:pt>
                <c:pt idx="649">
                  <c:v>-1.0143878504325441E-3</c:v>
                </c:pt>
                <c:pt idx="650">
                  <c:v>-1.01481849692034E-3</c:v>
                </c:pt>
                <c:pt idx="651">
                  <c:v>-1.0152104940586021E-3</c:v>
                </c:pt>
                <c:pt idx="652">
                  <c:v>-1.0155638348616439E-3</c:v>
                </c:pt>
                <c:pt idx="653">
                  <c:v>-1.0158785136703771E-3</c:v>
                </c:pt>
                <c:pt idx="654">
                  <c:v>-1.0161545261517431E-3</c:v>
                </c:pt>
                <c:pt idx="655">
                  <c:v>-1.0163918692981189E-3</c:v>
                </c:pt>
                <c:pt idx="656">
                  <c:v>-1.0165905414266901E-3</c:v>
                </c:pt>
                <c:pt idx="657">
                  <c:v>-1.016750542178805E-3</c:v>
                </c:pt>
                <c:pt idx="658">
                  <c:v>-1.01687187251929E-3</c:v>
                </c:pt>
                <c:pt idx="659">
                  <c:v>-1.0169545347357501E-3</c:v>
                </c:pt>
                <c:pt idx="660">
                  <c:v>-1.016998532437827E-3</c:v>
                </c:pt>
                <c:pt idx="661">
                  <c:v>-1.0170038705564341E-3</c:v>
                </c:pt>
                <c:pt idx="662">
                  <c:v>-1.0169705553429739E-3</c:v>
                </c:pt>
                <c:pt idx="663">
                  <c:v>-1.016898594368518E-3</c:v>
                </c:pt>
                <c:pt idx="664">
                  <c:v>-1.0167879965229741E-3</c:v>
                </c:pt>
                <c:pt idx="665">
                  <c:v>-1.0166387720142241E-3</c:v>
                </c:pt>
                <c:pt idx="666">
                  <c:v>-1.0164509323672289E-3</c:v>
                </c:pt>
                <c:pt idx="667">
                  <c:v>-1.0162244904231121E-3</c:v>
                </c:pt>
                <c:pt idx="668">
                  <c:v>-1.015959460338208E-3</c:v>
                </c:pt>
                <c:pt idx="669">
                  <c:v>-1.015655857583091E-3</c:v>
                </c:pt>
                <c:pt idx="670">
                  <c:v>-1.015313698941572E-3</c:v>
                </c:pt>
                <c:pt idx="671">
                  <c:v>-1.014933002509676E-3</c:v>
                </c:pt>
                <c:pt idx="672">
                  <c:v>-1.0145137876945919E-3</c:v>
                </c:pt>
                <c:pt idx="673">
                  <c:v>-1.0140560752136039E-3</c:v>
                </c:pt>
                <c:pt idx="674">
                  <c:v>-1.013559887092998E-3</c:v>
                </c:pt>
                <c:pt idx="675">
                  <c:v>-1.013025246666945E-3</c:v>
                </c:pt>
                <c:pt idx="676">
                  <c:v>-1.0124521785763549E-3</c:v>
                </c:pt>
                <c:pt idx="677">
                  <c:v>-1.011840708767707E-3</c:v>
                </c:pt>
                <c:pt idx="678">
                  <c:v>-1.0111908644918519E-3</c:v>
                </c:pt>
                <c:pt idx="679">
                  <c:v>-1.0105026743027861E-3</c:v>
                </c:pt>
                <c:pt idx="680">
                  <c:v>-1.009776168056395E-3</c:v>
                </c:pt>
                <c:pt idx="681">
                  <c:v>-1.0090113769091651E-3</c:v>
                </c:pt>
                <c:pt idx="682">
                  <c:v>-1.008208333316873E-3</c:v>
                </c:pt>
                <c:pt idx="683">
                  <c:v>-1.007367071033251E-3</c:v>
                </c:pt>
                <c:pt idx="684">
                  <c:v>-1.0064876251086249E-3</c:v>
                </c:pt>
                <c:pt idx="685">
                  <c:v>-1.0055700318885299E-3</c:v>
                </c:pt>
                <c:pt idx="686">
                  <c:v>-1.004614329012302E-3</c:v>
                </c:pt>
                <c:pt idx="687">
                  <c:v>-1.003620555411647E-3</c:v>
                </c:pt>
                <c:pt idx="688">
                  <c:v>-1.002588751309187E-3</c:v>
                </c:pt>
                <c:pt idx="689">
                  <c:v>-1.0015189582169689E-3</c:v>
                </c:pt>
                <c:pt idx="690">
                  <c:v>-1.0004112189349701E-3</c:v>
                </c:pt>
                <c:pt idx="691">
                  <c:v>-9.992655775495551E-4</c:v>
                </c:pt>
                <c:pt idx="692">
                  <c:v>-9.9808207943193105E-4</c:v>
                </c:pt>
                <c:pt idx="693">
                  <c:v>-9.9686077123656096E-4</c:v>
                </c:pt>
                <c:pt idx="694">
                  <c:v>-9.9560170089955631E-4</c:v>
                </c:pt>
                <c:pt idx="695">
                  <c:v>-9.9430491763704393E-4</c:v>
                </c:pt>
                <c:pt idx="696">
                  <c:v>-9.9297047194350828E-4</c:v>
                </c:pt>
                <c:pt idx="697">
                  <c:v>-9.9159841559010508E-4</c:v>
                </c:pt>
                <c:pt idx="698">
                  <c:v>-9.901888016229524E-4</c:v>
                </c:pt>
                <c:pt idx="699">
                  <c:v>-9.8874168436139547E-4</c:v>
                </c:pt>
                <c:pt idx="700">
                  <c:v>-9.8725711939624708E-4</c:v>
                </c:pt>
                <c:pt idx="701">
                  <c:v>-9.8573516358801093E-4</c:v>
                </c:pt>
                <c:pt idx="702">
                  <c:v>-9.8417587506507845E-4</c:v>
                </c:pt>
                <c:pt idx="703">
                  <c:v>-9.8257931322191035E-4</c:v>
                </c:pt>
                <c:pt idx="704">
                  <c:v>-9.8094553871719216E-4</c:v>
                </c:pt>
                <c:pt idx="705">
                  <c:v>-9.7927461347196835E-4</c:v>
                </c:pt>
                <c:pt idx="706">
                  <c:v>-9.7756660066775167E-4</c:v>
                </c:pt>
                <c:pt idx="707">
                  <c:v>-9.758215647446088E-4</c:v>
                </c:pt>
                <c:pt idx="708">
                  <c:v>-9.7403957139922405E-4</c:v>
                </c:pt>
                <c:pt idx="709">
                  <c:v>-9.722206875829399E-4</c:v>
                </c:pt>
                <c:pt idx="710">
                  <c:v>-9.7036498149977895E-4</c:v>
                </c:pt>
                <c:pt idx="711">
                  <c:v>-9.6847252260444058E-4</c:v>
                </c:pt>
                <c:pt idx="712">
                  <c:v>-9.6654338160027421E-4</c:v>
                </c:pt>
                <c:pt idx="713">
                  <c:v>-9.6457763043722791E-4</c:v>
                </c:pt>
                <c:pt idx="714">
                  <c:v>-9.6257534230977527E-4</c:v>
                </c:pt>
                <c:pt idx="715">
                  <c:v>-9.6053659165481879E-4</c:v>
                </c:pt>
                <c:pt idx="716">
                  <c:v>-9.5846145414956677E-4</c:v>
                </c:pt>
                <c:pt idx="717">
                  <c:v>-9.5635000670938307E-4</c:v>
                </c:pt>
                <c:pt idx="718">
                  <c:v>-9.5420232748561298E-4</c:v>
                </c:pt>
                <c:pt idx="719">
                  <c:v>-9.5201849586338237E-4</c:v>
                </c:pt>
                <c:pt idx="720">
                  <c:v>-9.497985924593759E-4</c:v>
                </c:pt>
                <c:pt idx="721">
                  <c:v>-9.4754269911959674E-4</c:v>
                </c:pt>
                <c:pt idx="722">
                  <c:v>-9.4525089891710266E-4</c:v>
                </c:pt>
                <c:pt idx="723">
                  <c:v>-9.4292327614972182E-4</c:v>
                </c:pt>
                <c:pt idx="724">
                  <c:v>-9.4055991633774699E-4</c:v>
                </c:pt>
                <c:pt idx="725">
                  <c:v>-9.381609062216053E-4</c:v>
                </c:pt>
                <c:pt idx="726">
                  <c:v>-9.3572633375950246E-4</c:v>
                </c:pt>
                <c:pt idx="727">
                  <c:v>-9.3325628812504556E-4</c:v>
                </c:pt>
                <c:pt idx="728">
                  <c:v>-9.3075085970484165E-4</c:v>
                </c:pt>
                <c:pt idx="729">
                  <c:v>-9.2821014009608009E-4</c:v>
                </c:pt>
                <c:pt idx="730">
                  <c:v>-9.2563422210409211E-4</c:v>
                </c:pt>
                <c:pt idx="731">
                  <c:v>-9.2302319973989024E-4</c:v>
                </c:pt>
                <c:pt idx="732">
                  <c:v>-9.2037716821768295E-4</c:v>
                </c:pt>
                <c:pt idx="733">
                  <c:v>-9.1769622395236454E-4</c:v>
                </c:pt>
                <c:pt idx="734">
                  <c:v>-9.1498046455697885E-4</c:v>
                </c:pt>
                <c:pt idx="735">
                  <c:v>-9.1222998884015892E-4</c:v>
                </c:pt>
                <c:pt idx="736">
                  <c:v>-9.0944489680354465E-4</c:v>
                </c:pt>
                <c:pt idx="737">
                  <c:v>-9.0662528963918025E-4</c:v>
                </c:pt>
                <c:pt idx="738">
                  <c:v>-9.0377126972689017E-4</c:v>
                </c:pt>
                <c:pt idx="739">
                  <c:v>-9.0088294063163561E-4</c:v>
                </c:pt>
                <c:pt idx="740">
                  <c:v>-8.9796040710084896E-4</c:v>
                </c:pt>
                <c:pt idx="741">
                  <c:v>-8.9500377506174418E-4</c:v>
                </c:pt>
                <c:pt idx="742">
                  <c:v>-8.92013151618606E-4</c:v>
                </c:pt>
                <c:pt idx="743">
                  <c:v>-8.8898864505005813E-4</c:v>
                </c:pt>
                <c:pt idx="744">
                  <c:v>-8.859303648063088E-4</c:v>
                </c:pt>
                <c:pt idx="745">
                  <c:v>-8.8283842150637803E-4</c:v>
                </c:pt>
                <c:pt idx="746">
                  <c:v>-8.7971292693530385E-4</c:v>
                </c:pt>
                <c:pt idx="747">
                  <c:v>-8.7655399404132567E-4</c:v>
                </c:pt>
                <c:pt idx="748">
                  <c:v>-8.7336173693304292E-4</c:v>
                </c:pt>
                <c:pt idx="749">
                  <c:v>-8.7013627087654524E-4</c:v>
                </c:pt>
                <c:pt idx="750">
                  <c:v>-8.6687771229251767E-4</c:v>
                </c:pt>
                <c:pt idx="751">
                  <c:v>-8.6358617875331809E-4</c:v>
                </c:pt>
                <c:pt idx="752">
                  <c:v>-8.6026178898002722E-4</c:v>
                </c:pt>
                <c:pt idx="753">
                  <c:v>-8.5690466283947463E-4</c:v>
                </c:pt>
                <c:pt idx="754">
                  <c:v>-8.5351492134124536E-4</c:v>
                </c:pt>
                <c:pt idx="755">
                  <c:v>-8.5009268663466578E-4</c:v>
                </c:pt>
                <c:pt idx="756">
                  <c:v>-8.4663808200576636E-4</c:v>
                </c:pt>
                <c:pt idx="757">
                  <c:v>-8.431512318742147E-4</c:v>
                </c:pt>
                <c:pt idx="758">
                  <c:v>-8.396322617902185E-4</c:v>
                </c:pt>
                <c:pt idx="759">
                  <c:v>-8.3608129843140266E-4</c:v>
                </c:pt>
                <c:pt idx="760">
                  <c:v>-8.3249846959965689E-4</c:v>
                </c:pt>
                <c:pt idx="761">
                  <c:v>-8.2888390421795841E-4</c:v>
                </c:pt>
                <c:pt idx="762">
                  <c:v>-8.2523773232716867E-4</c:v>
                </c:pt>
                <c:pt idx="763">
                  <c:v>-8.2156008508280597E-4</c:v>
                </c:pt>
                <c:pt idx="764">
                  <c:v>-8.1785109475178994E-4</c:v>
                </c:pt>
                <c:pt idx="765">
                  <c:v>-8.141108947091574E-4</c:v>
                </c:pt>
                <c:pt idx="766">
                  <c:v>-8.1033961943474827E-4</c:v>
                </c:pt>
                <c:pt idx="767">
                  <c:v>-8.0653740450986546E-4</c:v>
                </c:pt>
                <c:pt idx="768">
                  <c:v>-8.0270438661391157E-4</c:v>
                </c:pt>
                <c:pt idx="769">
                  <c:v>-7.9884070352099828E-4</c:v>
                </c:pt>
                <c:pt idx="770">
                  <c:v>-7.9494649409653001E-4</c:v>
                </c:pt>
                <c:pt idx="771">
                  <c:v>-7.910218982937555E-4</c:v>
                </c:pt>
                <c:pt idx="772">
                  <c:v>-7.870670571502919E-4</c:v>
                </c:pt>
                <c:pt idx="773">
                  <c:v>-7.8308211278462002E-4</c:v>
                </c:pt>
                <c:pt idx="774">
                  <c:v>-7.7906720839255141E-4</c:v>
                </c:pt>
                <c:pt idx="775">
                  <c:v>-7.7502248824367129E-4</c:v>
                </c:pt>
                <c:pt idx="776">
                  <c:v>-7.709480976777547E-4</c:v>
                </c:pt>
                <c:pt idx="777">
                  <c:v>-7.6684418310115612E-4</c:v>
                </c:pt>
                <c:pt idx="778">
                  <c:v>-7.6271089198317232E-4</c:v>
                </c:pt>
                <c:pt idx="779">
                  <c:v>-7.5854837285238173E-4</c:v>
                </c:pt>
                <c:pt idx="780">
                  <c:v>-7.5435677529295643E-4</c:v>
                </c:pt>
                <c:pt idx="781">
                  <c:v>-7.5013624994094944E-4</c:v>
                </c:pt>
                <c:pt idx="782">
                  <c:v>-7.4588694848055329E-4</c:v>
                </c:pt>
                <c:pt idx="783">
                  <c:v>-7.4160902364032825E-4</c:v>
                </c:pt>
                <c:pt idx="784">
                  <c:v>-7.3730262918940209E-4</c:v>
                </c:pt>
                <c:pt idx="785">
                  <c:v>-7.3296791993364017E-4</c:v>
                </c:pt>
                <c:pt idx="786">
                  <c:v>-7.2860505171178807E-4</c:v>
                </c:pt>
                <c:pt idx="787">
                  <c:v>-7.2421418139158962E-4</c:v>
                </c:pt>
                <c:pt idx="788">
                  <c:v>-7.1979546686588348E-4</c:v>
                </c:pt>
                <c:pt idx="789">
                  <c:v>-7.153490670486765E-4</c:v>
                </c:pt>
                <c:pt idx="790">
                  <c:v>-7.1087514187118746E-4</c:v>
                </c:pt>
                <c:pt idx="791">
                  <c:v>-7.0637385227786248E-4</c:v>
                </c:pt>
                <c:pt idx="792">
                  <c:v>-7.0184536022236212E-4</c:v>
                </c:pt>
                <c:pt idx="793">
                  <c:v>-6.9728982866352216E-4</c:v>
                </c:pt>
                <c:pt idx="794">
                  <c:v>-6.9270742156128976E-4</c:v>
                </c:pt>
                <c:pt idx="795">
                  <c:v>-6.8809830387263511E-4</c:v>
                </c:pt>
                <c:pt idx="796">
                  <c:v>-6.8346264154743651E-4</c:v>
                </c:pt>
                <c:pt idx="797">
                  <c:v>-6.788006015243373E-4</c:v>
                </c:pt>
                <c:pt idx="798">
                  <c:v>-6.7411235172657813E-4</c:v>
                </c:pt>
                <c:pt idx="799">
                  <c:v>-6.6939806105780126E-4</c:v>
                </c:pt>
                <c:pt idx="800">
                  <c:v>-6.6465789939782144E-4</c:v>
                </c:pt>
                <c:pt idx="801">
                  <c:v>-6.598920375983664E-4</c:v>
                </c:pt>
                <c:pt idx="802">
                  <c:v>-6.5510064747878634E-4</c:v>
                </c:pt>
                <c:pt idx="803">
                  <c:v>-6.5028390182173218E-4</c:v>
                </c:pt>
                <c:pt idx="804">
                  <c:v>-6.4544197436880479E-4</c:v>
                </c:pt>
                <c:pt idx="805">
                  <c:v>-6.4057503981617141E-4</c:v>
                </c:pt>
                <c:pt idx="806">
                  <c:v>-6.3568327381015386E-4</c:v>
                </c:pt>
                <c:pt idx="807">
                  <c:v>-6.3076685294278655E-4</c:v>
                </c:pt>
                <c:pt idx="808">
                  <c:v>-6.2582595474733999E-4</c:v>
                </c:pt>
                <c:pt idx="809">
                  <c:v>-6.2086075769381686E-4</c:v>
                </c:pt>
                <c:pt idx="810">
                  <c:v>-6.1587144118441987E-4</c:v>
                </c:pt>
                <c:pt idx="811">
                  <c:v>-6.1085818554899353E-4</c:v>
                </c:pt>
                <c:pt idx="812">
                  <c:v>-6.0582117204043462E-4</c:v>
                </c:pt>
                <c:pt idx="813">
                  <c:v>-6.0076058283007076E-4</c:v>
                </c:pt>
                <c:pt idx="814">
                  <c:v>-5.9567660100301001E-4</c:v>
                </c:pt>
                <c:pt idx="815">
                  <c:v>-5.9056941055345786E-4</c:v>
                </c:pt>
                <c:pt idx="816">
                  <c:v>-5.8543919638000437E-4</c:v>
                </c:pt>
                <c:pt idx="817">
                  <c:v>-5.8028614428087485E-4</c:v>
                </c:pt>
                <c:pt idx="818">
                  <c:v>-5.7511044094914589E-4</c:v>
                </c:pt>
                <c:pt idx="819">
                  <c:v>-5.6991227396792788E-4</c:v>
                </c:pt>
                <c:pt idx="820">
                  <c:v>-5.6469183180551767E-4</c:v>
                </c:pt>
                <c:pt idx="821">
                  <c:v>-5.5944930381052248E-4</c:v>
                </c:pt>
                <c:pt idx="822">
                  <c:v>-5.5418488020695224E-4</c:v>
                </c:pt>
                <c:pt idx="823">
                  <c:v>-5.4889875208928422E-4</c:v>
                </c:pt>
                <c:pt idx="824">
                  <c:v>-5.43591111417494E-4</c:v>
                </c:pt>
                <c:pt idx="825">
                  <c:v>-5.3826215101205319E-4</c:v>
                </c:pt>
                <c:pt idx="826">
                  <c:v>-5.3291206454889387E-4</c:v>
                </c:pt>
                <c:pt idx="827">
                  <c:v>-5.2754104655434097E-4</c:v>
                </c:pt>
                <c:pt idx="828">
                  <c:v>-5.2214929240001584E-4</c:v>
                </c:pt>
                <c:pt idx="829">
                  <c:v>-5.1673699829771008E-4</c:v>
                </c:pt>
                <c:pt idx="830">
                  <c:v>-5.1130436129422888E-4</c:v>
                </c:pt>
                <c:pt idx="831">
                  <c:v>-5.0585157926619955E-4</c:v>
                </c:pt>
                <c:pt idx="832">
                  <c:v>-5.0037885091484499E-4</c:v>
                </c:pt>
                <c:pt idx="833">
                  <c:v>-4.9488637576071946E-4</c:v>
                </c:pt>
                <c:pt idx="834">
                  <c:v>-4.893743541384087E-4</c:v>
                </c:pt>
                <c:pt idx="835">
                  <c:v>-4.8384298719119251E-4</c:v>
                </c:pt>
                <c:pt idx="836">
                  <c:v>-4.7829247686566833E-4</c:v>
                </c:pt>
                <c:pt idx="837">
                  <c:v>-4.7272302590633511E-4</c:v>
                </c:pt>
                <c:pt idx="838">
                  <c:v>-4.67134837850139E-4</c:v>
                </c:pt>
                <c:pt idx="839">
                  <c:v>-4.6152811702098421E-4</c:v>
                </c:pt>
                <c:pt idx="840">
                  <c:v>-4.5590306852420889E-4</c:v>
                </c:pt>
                <c:pt idx="841">
                  <c:v>-4.5025989824102897E-4</c:v>
                </c:pt>
                <c:pt idx="842">
                  <c:v>-4.445988128229469E-4</c:v>
                </c:pt>
                <c:pt idx="843">
                  <c:v>-4.3892001968612418E-4</c:v>
                </c:pt>
                <c:pt idx="844">
                  <c:v>-4.3322372700571848E-4</c:v>
                </c:pt>
                <c:pt idx="845">
                  <c:v>-4.2751014371018631E-4</c:v>
                </c:pt>
                <c:pt idx="846">
                  <c:v>-4.2177947947554862E-4</c:v>
                </c:pt>
                <c:pt idx="847">
                  <c:v>-4.1603194471961799E-4</c:v>
                </c:pt>
                <c:pt idx="848">
                  <c:v>-4.1026775059618451E-4</c:v>
                </c:pt>
                <c:pt idx="849">
                  <c:v>-4.0448710898916159E-4</c:v>
                </c:pt>
                <c:pt idx="850">
                  <c:v>-3.9869023250669228E-4</c:v>
                </c:pt>
                <c:pt idx="851">
                  <c:v>-3.9287733447521101E-4</c:v>
                </c:pt>
                <c:pt idx="852">
                  <c:v>-3.8704862893346311E-4</c:v>
                </c:pt>
                <c:pt idx="853">
                  <c:v>-3.8120433062648182E-4</c:v>
                </c:pt>
                <c:pt idx="854">
                  <c:v>-3.7534465499952272E-4</c:v>
                </c:pt>
                <c:pt idx="855">
                  <c:v>-3.6946981819195742E-4</c:v>
                </c:pt>
                <c:pt idx="856">
                  <c:v>-3.6358003703112498E-4</c:v>
                </c:pt>
                <c:pt idx="857">
                  <c:v>-3.5767552902614332E-4</c:v>
                </c:pt>
                <c:pt idx="858">
                  <c:v>-3.517565123616782E-4</c:v>
                </c:pt>
                <c:pt idx="859">
                  <c:v>-3.4582320589166991E-4</c:v>
                </c:pt>
                <c:pt idx="860">
                  <c:v>-3.3987582913301822E-4</c:v>
                </c:pt>
                <c:pt idx="861">
                  <c:v>-3.339146022592288E-4</c:v>
                </c:pt>
                <c:pt idx="862">
                  <c:v>-3.2793974609402219E-4</c:v>
                </c:pt>
                <c:pt idx="863">
                  <c:v>-3.2195148210490418E-4</c:v>
                </c:pt>
                <c:pt idx="864">
                  <c:v>-3.1595003239669298E-4</c:v>
                </c:pt>
                <c:pt idx="865">
                  <c:v>-3.0993561970500498E-4</c:v>
                </c:pt>
                <c:pt idx="866">
                  <c:v>-3.0390846738969978E-4</c:v>
                </c:pt>
                <c:pt idx="867">
                  <c:v>-2.9786879942828308E-4</c:v>
                </c:pt>
                <c:pt idx="868">
                  <c:v>-2.9181684040926868E-4</c:v>
                </c:pt>
                <c:pt idx="869">
                  <c:v>-2.8575281552549589E-4</c:v>
                </c:pt>
                <c:pt idx="870">
                  <c:v>-2.7967695056740368E-4</c:v>
                </c:pt>
                <c:pt idx="871">
                  <c:v>-2.735894719162626E-4</c:v>
                </c:pt>
                <c:pt idx="872">
                  <c:v>-2.6749060653736352E-4</c:v>
                </c:pt>
                <c:pt idx="873">
                  <c:v>-2.6138058197316543E-4</c:v>
                </c:pt>
                <c:pt idx="874">
                  <c:v>-2.552596263364015E-4</c:v>
                </c:pt>
                <c:pt idx="875">
                  <c:v>-2.4912796830314343E-4</c:v>
                </c:pt>
                <c:pt idx="876">
                  <c:v>-2.429858371058226E-4</c:v>
                </c:pt>
                <c:pt idx="877">
                  <c:v>-2.3683346252620721E-4</c:v>
                </c:pt>
                <c:pt idx="878">
                  <c:v>-2.306710748883346E-4</c:v>
                </c:pt>
                <c:pt idx="879">
                  <c:v>-2.2449890505140001E-4</c:v>
                </c:pt>
                <c:pt idx="880">
                  <c:v>-2.1831718440260291E-4</c:v>
                </c:pt>
                <c:pt idx="881">
                  <c:v>-2.1212614484995111E-4</c:v>
                </c:pt>
                <c:pt idx="882">
                  <c:v>-2.0592601881502329E-4</c:v>
                </c:pt>
                <c:pt idx="883">
                  <c:v>-1.997170392256881E-4</c:v>
                </c:pt>
                <c:pt idx="884">
                  <c:v>-1.9349943950878039E-4</c:v>
                </c:pt>
                <c:pt idx="885">
                  <c:v>-1.8727345358273651E-4</c:v>
                </c:pt>
                <c:pt idx="886">
                  <c:v>-1.8103931585018699E-4</c:v>
                </c:pt>
                <c:pt idx="887">
                  <c:v>-1.7479726119050699E-4</c:v>
                </c:pt>
                <c:pt idx="888">
                  <c:v>-1.6854752495232191E-4</c:v>
                </c:pt>
                <c:pt idx="889">
                  <c:v>-1.6229034294596879E-4</c:v>
                </c:pt>
                <c:pt idx="890">
                  <c:v>-1.5602595143591531E-4</c:v>
                </c:pt>
                <c:pt idx="891">
                  <c:v>-1.4975458713313569E-4</c:v>
                </c:pt>
                <c:pt idx="892">
                  <c:v>-1.4347648718744321E-4</c:v>
                </c:pt>
                <c:pt idx="893">
                  <c:v>-1.3719188917977711E-4</c:v>
                </c:pt>
                <c:pt idx="894">
                  <c:v>-1.309010311144434E-4</c:v>
                </c:pt>
                <c:pt idx="895">
                  <c:v>-1.2460415141131109E-4</c:v>
                </c:pt>
                <c:pt idx="896">
                  <c:v>-1.183014888979638E-4</c:v>
                </c:pt>
                <c:pt idx="897">
                  <c:v>-1.119932828018073E-4</c:v>
                </c:pt>
                <c:pt idx="898">
                  <c:v>-1.056797727421304E-4</c:v>
                </c:pt>
                <c:pt idx="899">
                  <c:v>-9.9361198722120085E-5</c:v>
                </c:pt>
                <c:pt idx="900">
                  <c:v>-9.3037801120833433E-5</c:v>
                </c:pt>
                <c:pt idx="901">
                  <c:v>-8.6709820685126383E-5</c:v>
                </c:pt>
                <c:pt idx="902">
                  <c:v>-8.0377498521541979E-5</c:v>
                </c:pt>
                <c:pt idx="903">
                  <c:v>-7.4041076088158145E-5</c:v>
                </c:pt>
                <c:pt idx="904">
                  <c:v>-6.770079518639471E-5</c:v>
                </c:pt>
                <c:pt idx="905">
                  <c:v>-6.1356897952779705E-5</c:v>
                </c:pt>
                <c:pt idx="906">
                  <c:v>-5.5009626850675291E-5</c:v>
                </c:pt>
                <c:pt idx="907">
                  <c:v>-4.8659224661963271E-5</c:v>
                </c:pt>
                <c:pt idx="908">
                  <c:v>-4.2305934478688802E-5</c:v>
                </c:pt>
                <c:pt idx="909">
                  <c:v>-3.5949999694661129E-5</c:v>
                </c:pt>
                <c:pt idx="910">
                  <c:v>-2.9591663997011869E-5</c:v>
                </c:pt>
                <c:pt idx="911">
                  <c:v>-2.3231171357711812E-5</c:v>
                </c:pt>
                <c:pt idx="912">
                  <c:v>-1.686876602504773E-5</c:v>
                </c:pt>
                <c:pt idx="913">
                  <c:v>-1.050469251505962E-5</c:v>
                </c:pt>
                <c:pt idx="914">
                  <c:v>-4.13919560293877E-6</c:v>
                </c:pt>
                <c:pt idx="915">
                  <c:v>2.2274796856127561E-6</c:v>
                </c:pt>
                <c:pt idx="916">
                  <c:v>8.5950880830605359E-6</c:v>
                </c:pt>
                <c:pt idx="917">
                  <c:v>1.496338408875375E-5</c:v>
                </c:pt>
                <c:pt idx="918">
                  <c:v>2.1332121977679061E-5</c:v>
                </c:pt>
                <c:pt idx="919">
                  <c:v>2.7701055809253369E-5</c:v>
                </c:pt>
                <c:pt idx="920">
                  <c:v>3.4069939436156052E-5</c:v>
                </c:pt>
                <c:pt idx="921">
                  <c:v>4.0438526513199923E-5</c:v>
                </c:pt>
                <c:pt idx="922">
                  <c:v>4.6806570506239803E-5</c:v>
                </c:pt>
                <c:pt idx="923">
                  <c:v>5.3173824701118032E-5</c:v>
                </c:pt>
                <c:pt idx="924">
                  <c:v>5.9540042212647537E-5</c:v>
                </c:pt>
                <c:pt idx="925">
                  <c:v>6.5904975993632021E-5</c:v>
                </c:pt>
                <c:pt idx="926">
                  <c:v>7.2268378843922928E-5</c:v>
                </c:pt>
                <c:pt idx="927">
                  <c:v>7.8630003419511782E-5</c:v>
                </c:pt>
                <c:pt idx="928">
                  <c:v>8.4989602241657039E-5</c:v>
                </c:pt>
                <c:pt idx="929">
                  <c:v>9.1346927706046344E-5</c:v>
                </c:pt>
                <c:pt idx="930">
                  <c:v>9.7701732091996541E-5</c:v>
                </c:pt>
                <c:pt idx="931">
                  <c:v>1.040537675716932E-4</c:v>
                </c:pt>
                <c:pt idx="932">
                  <c:v>1.1040278621947059E-4</c:v>
                </c:pt>
                <c:pt idx="933">
                  <c:v>1.167485400211327E-4</c:v>
                </c:pt>
                <c:pt idx="934">
                  <c:v>1.2309078088331579E-4</c:v>
                </c:pt>
                <c:pt idx="935">
                  <c:v>1.2942926064289309E-4</c:v>
                </c:pt>
                <c:pt idx="936">
                  <c:v>1.357637310764206E-4</c:v>
                </c:pt>
                <c:pt idx="937">
                  <c:v>1.4209394390962159E-4</c:v>
                </c:pt>
                <c:pt idx="938">
                  <c:v>1.4841965082690699E-4</c:v>
                </c:pt>
                <c:pt idx="939">
                  <c:v>1.5474060348093059E-4</c:v>
                </c:pt>
                <c:pt idx="940">
                  <c:v>1.610565535021811E-4</c:v>
                </c:pt>
                <c:pt idx="941">
                  <c:v>1.6736725250861051E-4</c:v>
                </c:pt>
                <c:pt idx="942">
                  <c:v>1.7367245211529731E-4</c:v>
                </c:pt>
                <c:pt idx="943">
                  <c:v>1.799719039441456E-4</c:v>
                </c:pt>
                <c:pt idx="944">
                  <c:v>1.8626535963361631E-4</c:v>
                </c:pt>
                <c:pt idx="945">
                  <c:v>1.9255257084849469E-4</c:v>
                </c:pt>
                <c:pt idx="946">
                  <c:v>1.9883328928969361E-4</c:v>
                </c:pt>
                <c:pt idx="947">
                  <c:v>2.0510726670409219E-4</c:v>
                </c:pt>
                <c:pt idx="948">
                  <c:v>2.1137425489440871E-4</c:v>
                </c:pt>
                <c:pt idx="949">
                  <c:v>2.1763400572910531E-4</c:v>
                </c:pt>
                <c:pt idx="950">
                  <c:v>2.2388627115232311E-4</c:v>
                </c:pt>
                <c:pt idx="951">
                  <c:v>2.3013080319385021E-4</c:v>
                </c:pt>
                <c:pt idx="952">
                  <c:v>2.363673539791223E-4</c:v>
                </c:pt>
                <c:pt idx="953">
                  <c:v>2.4259567573925591E-4</c:v>
                </c:pt>
                <c:pt idx="954">
                  <c:v>2.4881552082111198E-4</c:v>
                </c:pt>
                <c:pt idx="955">
                  <c:v>2.5502664169738831E-4</c:v>
                </c:pt>
                <c:pt idx="956">
                  <c:v>2.612287909767366E-4</c:v>
                </c:pt>
                <c:pt idx="957">
                  <c:v>2.6742172141390789E-4</c:v>
                </c:pt>
                <c:pt idx="958">
                  <c:v>2.736051859199228E-4</c:v>
                </c:pt>
                <c:pt idx="959">
                  <c:v>2.797789375722695E-4</c:v>
                </c:pt>
                <c:pt idx="960">
                  <c:v>2.8594272962512721E-4</c:v>
                </c:pt>
                <c:pt idx="961">
                  <c:v>2.9209631551961449E-4</c:v>
                </c:pt>
                <c:pt idx="962">
                  <c:v>2.9823944889406358E-4</c:v>
                </c:pt>
                <c:pt idx="963">
                  <c:v>3.0437188359431821E-4</c:v>
                </c:pt>
                <c:pt idx="964">
                  <c:v>3.1049337368405571E-4</c:v>
                </c:pt>
                <c:pt idx="965">
                  <c:v>3.1660367345513122E-4</c:v>
                </c:pt>
                <c:pt idx="966">
                  <c:v>3.22702537437946E-4</c:v>
                </c:pt>
                <c:pt idx="967">
                  <c:v>3.2878972041183849E-4</c:v>
                </c:pt>
                <c:pt idx="968">
                  <c:v>3.3486497741550241E-4</c:v>
                </c:pt>
                <c:pt idx="969">
                  <c:v>3.4092806375743341E-4</c:v>
                </c:pt>
                <c:pt idx="970">
                  <c:v>3.4697873502640412E-4</c:v>
                </c:pt>
                <c:pt idx="971">
                  <c:v>3.5301674710196628E-4</c:v>
                </c:pt>
                <c:pt idx="972">
                  <c:v>3.5904185616497832E-4</c:v>
                </c:pt>
                <c:pt idx="973">
                  <c:v>3.6505381870815498E-4</c:v>
                </c:pt>
                <c:pt idx="974">
                  <c:v>3.710523915466423E-4</c:v>
                </c:pt>
                <c:pt idx="975">
                  <c:v>3.7703733182861438E-4</c:v>
                </c:pt>
                <c:pt idx="976">
                  <c:v>3.8300839704589638E-4</c:v>
                </c:pt>
                <c:pt idx="977">
                  <c:v>3.889653450446096E-4</c:v>
                </c:pt>
                <c:pt idx="978">
                  <c:v>3.9490793403584081E-4</c:v>
                </c:pt>
                <c:pt idx="979">
                  <c:v>4.0083592260633339E-4</c:v>
                </c:pt>
                <c:pt idx="980">
                  <c:v>4.0674906972919912E-4</c:v>
                </c:pt>
                <c:pt idx="981">
                  <c:v>4.1264713477465268E-4</c:v>
                </c:pt>
                <c:pt idx="982">
                  <c:v>4.1852987752076921E-4</c:v>
                </c:pt>
                <c:pt idx="983">
                  <c:v>4.2439705816426461E-4</c:v>
                </c:pt>
                <c:pt idx="984">
                  <c:v>4.3024843733129638E-4</c:v>
                </c:pt>
                <c:pt idx="985">
                  <c:v>4.3608377608828601E-4</c:v>
                </c:pt>
                <c:pt idx="986">
                  <c:v>4.4190283595275909E-4</c:v>
                </c:pt>
                <c:pt idx="987">
                  <c:v>4.4770537890420978E-4</c:v>
                </c:pt>
                <c:pt idx="988">
                  <c:v>4.534911673949816E-4</c:v>
                </c:pt>
                <c:pt idx="989">
                  <c:v>4.5925996436116639E-4</c:v>
                </c:pt>
                <c:pt idx="990">
                  <c:v>4.6501153323352009E-4</c:v>
                </c:pt>
                <c:pt idx="991">
                  <c:v>4.7074563794839111E-4</c:v>
                </c:pt>
                <c:pt idx="992">
                  <c:v>4.7646204295866189E-4</c:v>
                </c:pt>
                <c:pt idx="993">
                  <c:v>4.8216051324470312E-4</c:v>
                </c:pt>
                <c:pt idx="994">
                  <c:v>4.8784081432533461E-4</c:v>
                </c:pt>
                <c:pt idx="995">
                  <c:v>4.9350271226879792E-4</c:v>
                </c:pt>
                <c:pt idx="996">
                  <c:v>4.9914597370373558E-4</c:v>
                </c:pt>
                <c:pt idx="997">
                  <c:v>5.0477036583018156E-4</c:v>
                </c:pt>
                <c:pt idx="998">
                  <c:v>5.103756564305593E-4</c:v>
                </c:pt>
                <c:pt idx="999">
                  <c:v>5.1596161388068923E-4</c:v>
                </c:pt>
                <c:pt idx="1000">
                  <c:v>5.2152800716080477E-4</c:v>
                </c:pt>
                <c:pt idx="1001">
                  <c:v>5.2707460586657543E-4</c:v>
                </c:pt>
                <c:pt idx="1002">
                  <c:v>5.326011802201351E-4</c:v>
                </c:pt>
                <c:pt idx="1003">
                  <c:v>5.3810750108111607E-4</c:v>
                </c:pt>
                <c:pt idx="1004">
                  <c:v>5.4359333995768666E-4</c:v>
                </c:pt>
                <c:pt idx="1005">
                  <c:v>5.4905846901759272E-4</c:v>
                </c:pt>
                <c:pt idx="1006">
                  <c:v>5.54502661099201E-4</c:v>
                </c:pt>
                <c:pt idx="1007">
                  <c:v>5.5992568972254499E-4</c:v>
                </c:pt>
                <c:pt idx="1008">
                  <c:v>5.6532732910037609E-4</c:v>
                </c:pt>
                <c:pt idx="1009">
                  <c:v>5.7070735414921369E-4</c:v>
                </c:pt>
                <c:pt idx="1010">
                  <c:v>5.760655405003945E-4</c:v>
                </c:pt>
                <c:pt idx="1011">
                  <c:v>5.8140166451111676E-4</c:v>
                </c:pt>
                <c:pt idx="1012">
                  <c:v>5.8671550327548067E-4</c:v>
                </c:pt>
                <c:pt idx="1013">
                  <c:v>5.920068346355259E-4</c:v>
                </c:pt>
                <c:pt idx="1014">
                  <c:v>5.972754371922714E-4</c:v>
                </c:pt>
                <c:pt idx="1015">
                  <c:v>6.0252109031674959E-4</c:v>
                </c:pt>
                <c:pt idx="1016">
                  <c:v>6.0774357416104033E-4</c:v>
                </c:pt>
                <c:pt idx="1017">
                  <c:v>6.1294266966929918E-4</c:v>
                </c:pt>
                <c:pt idx="1018">
                  <c:v>6.1811815858877869E-4</c:v>
                </c:pt>
                <c:pt idx="1019">
                  <c:v>6.2326982348084165E-4</c:v>
                </c:pt>
                <c:pt idx="1020">
                  <c:v>6.2839744773196841E-4</c:v>
                </c:pt>
                <c:pt idx="1021">
                  <c:v>6.3350081556475619E-4</c:v>
                </c:pt>
                <c:pt idx="1022">
                  <c:v>6.3857971204891052E-4</c:v>
                </c:pt>
                <c:pt idx="1023">
                  <c:v>6.4363392311222708E-4</c:v>
                </c:pt>
                <c:pt idx="1024">
                  <c:v>6.4866323555155933E-4</c:v>
                </c:pt>
                <c:pt idx="1025">
                  <c:v>6.5366743704377208E-4</c:v>
                </c:pt>
                <c:pt idx="1026">
                  <c:v>6.5864631615668236E-4</c:v>
                </c:pt>
                <c:pt idx="1027">
                  <c:v>6.6359966235998474E-4</c:v>
                </c:pt>
                <c:pt idx="1028">
                  <c:v>6.6852726603616405E-4</c:v>
                </c:pt>
                <c:pt idx="1029">
                  <c:v>6.7342891849138896E-4</c:v>
                </c:pt>
                <c:pt idx="1030">
                  <c:v>6.7830441196638615E-4</c:v>
                </c:pt>
                <c:pt idx="1031">
                  <c:v>6.8315353964729455E-4</c:v>
                </c:pt>
                <c:pt idx="1032">
                  <c:v>6.8797609567650044E-4</c:v>
                </c:pt>
                <c:pt idx="1033">
                  <c:v>6.9277187516345626E-4</c:v>
                </c:pt>
                <c:pt idx="1034">
                  <c:v>6.9754067419548023E-4</c:v>
                </c:pt>
                <c:pt idx="1035">
                  <c:v>7.0228228984853854E-4</c:v>
                </c:pt>
                <c:pt idx="1036">
                  <c:v>7.069965201980025E-4</c:v>
                </c:pt>
                <c:pt idx="1037">
                  <c:v>7.1168316432938252E-4</c:v>
                </c:pt>
                <c:pt idx="1038">
                  <c:v>7.1634202234903573E-4</c:v>
                </c:pt>
                <c:pt idx="1039">
                  <c:v>7.2097289539484427E-4</c:v>
                </c:pt>
                <c:pt idx="1040">
                  <c:v>7.2557558564686445E-4</c:v>
                </c:pt>
                <c:pt idx="1041">
                  <c:v>7.3014989633794357E-4</c:v>
                </c:pt>
                <c:pt idx="1042">
                  <c:v>7.3469563176430488E-4</c:v>
                </c:pt>
                <c:pt idx="1043">
                  <c:v>7.3921259729609675E-4</c:v>
                </c:pt>
                <c:pt idx="1044">
                  <c:v>7.437005993879088E-4</c:v>
                </c:pt>
                <c:pt idx="1045">
                  <c:v>7.4815944558925026E-4</c:v>
                </c:pt>
                <c:pt idx="1046">
                  <c:v>7.525889445549927E-4</c:v>
                </c:pt>
                <c:pt idx="1047">
                  <c:v>7.5698890605577728E-4</c:v>
                </c:pt>
                <c:pt idx="1048">
                  <c:v>7.6135914098838403E-4</c:v>
                </c:pt>
                <c:pt idx="1049">
                  <c:v>7.6569946138606293E-4</c:v>
                </c:pt>
                <c:pt idx="1050">
                  <c:v>7.7000968042882667E-4</c:v>
                </c:pt>
                <c:pt idx="1051">
                  <c:v>7.7428961245370456E-4</c:v>
                </c:pt>
                <c:pt idx="1052">
                  <c:v>7.7853907296495837E-4</c:v>
                </c:pt>
                <c:pt idx="1053">
                  <c:v>7.8275787864425731E-4</c:v>
                </c:pt>
                <c:pt idx="1054">
                  <c:v>7.8694584736081503E-4</c:v>
                </c:pt>
                <c:pt idx="1055">
                  <c:v>7.911027981814862E-4</c:v>
                </c:pt>
                <c:pt idx="1056">
                  <c:v>7.952285513808207E-4</c:v>
                </c:pt>
                <c:pt idx="1057">
                  <c:v>7.9932292845107643E-4</c:v>
                </c:pt>
                <c:pt idx="1058">
                  <c:v>8.0338575211218795E-4</c:v>
                </c:pt>
                <c:pt idx="1059">
                  <c:v>8.074168463216879E-4</c:v>
                </c:pt>
                <c:pt idx="1060">
                  <c:v>8.1141603628457932E-4</c:v>
                </c:pt>
                <c:pt idx="1061">
                  <c:v>8.1538314846315652E-4</c:v>
                </c:pt>
                <c:pt idx="1062">
                  <c:v>8.1931801058677807E-4</c:v>
                </c:pt>
                <c:pt idx="1063">
                  <c:v>8.2322045166159077E-4</c:v>
                </c:pt>
                <c:pt idx="1064">
                  <c:v>8.2709030198020457E-4</c:v>
                </c:pt>
                <c:pt idx="1065">
                  <c:v>8.3092739313131599E-4</c:v>
                </c:pt>
                <c:pt idx="1066">
                  <c:v>8.3473155800928278E-4</c:v>
                </c:pt>
                <c:pt idx="1067">
                  <c:v>8.3850263082364547E-4</c:v>
                </c:pt>
                <c:pt idx="1068">
                  <c:v>8.4224044710859371E-4</c:v>
                </c:pt>
                <c:pt idx="1069">
                  <c:v>8.4594484373237612E-4</c:v>
                </c:pt>
                <c:pt idx="1070">
                  <c:v>8.4961565890665349E-4</c:v>
                </c:pt>
                <c:pt idx="1071">
                  <c:v>8.5325273219578977E-4</c:v>
                </c:pt>
                <c:pt idx="1072">
                  <c:v>8.5685590452608414E-4</c:v>
                </c:pt>
                <c:pt idx="1073">
                  <c:v>8.6042501819493715E-4</c:v>
                </c:pt>
                <c:pt idx="1074">
                  <c:v>8.6395991687995518E-4</c:v>
                </c:pt>
                <c:pt idx="1075">
                  <c:v>8.6746044564798685E-4</c:v>
                </c:pt>
                <c:pt idx="1076">
                  <c:v>8.7092645096409273E-4</c:v>
                </c:pt>
                <c:pt idx="1077">
                  <c:v>8.7435778070044914E-4</c:v>
                </c:pt>
                <c:pt idx="1078">
                  <c:v>8.7775428414519231E-4</c:v>
                </c:pt>
                <c:pt idx="1079">
                  <c:v>8.8111581201120526E-4</c:v>
                </c:pt>
                <c:pt idx="1080">
                  <c:v>8.8444221644483985E-4</c:v>
                </c:pt>
                <c:pt idx="1081">
                  <c:v>8.8773335103457362E-4</c:v>
                </c:pt>
                <c:pt idx="1082">
                  <c:v>8.9098907081959543E-4</c:v>
                </c:pt>
                <c:pt idx="1083">
                  <c:v>8.9420923229831934E-4</c:v>
                </c:pt>
                <c:pt idx="1084">
                  <c:v>8.9739369343682599E-4</c:v>
                </c:pt>
                <c:pt idx="1085">
                  <c:v>9.0054231367723214E-4</c:v>
                </c:pt>
                <c:pt idx="1086">
                  <c:v>9.0365495394599104E-4</c:v>
                </c:pt>
                <c:pt idx="1087">
                  <c:v>9.0673147666212267E-4</c:v>
                </c:pt>
                <c:pt idx="1088">
                  <c:v>9.0977174574537461E-4</c:v>
                </c:pt>
                <c:pt idx="1089">
                  <c:v>9.127756266243093E-4</c:v>
                </c:pt>
                <c:pt idx="1090">
                  <c:v>9.1574298624432003E-4</c:v>
                </c:pt>
                <c:pt idx="1091">
                  <c:v>9.1867369307556998E-4</c:v>
                </c:pt>
                <c:pt idx="1092">
                  <c:v>9.2156761712085028E-4</c:v>
                </c:pt>
                <c:pt idx="1093">
                  <c:v>9.244246299233539E-4</c:v>
                </c:pt>
                <c:pt idx="1094">
                  <c:v>9.2724460457436749E-4</c:v>
                </c:pt>
                <c:pt idx="1095">
                  <c:v>9.3002741572088029E-4</c:v>
                </c:pt>
                <c:pt idx="1096">
                  <c:v>9.327729395731117E-4</c:v>
                </c:pt>
                <c:pt idx="1097">
                  <c:v>9.3548105391195373E-4</c:v>
                </c:pt>
                <c:pt idx="1098">
                  <c:v>9.3815163809633415E-4</c:v>
                </c:pt>
                <c:pt idx="1099">
                  <c:v>9.4078457307049997E-4</c:v>
                </c:pt>
                <c:pt idx="1100">
                  <c:v>9.4337974137122011E-4</c:v>
                </c:pt>
                <c:pt idx="1101">
                  <c:v>9.4593702713490846E-4</c:v>
                </c:pt>
                <c:pt idx="1102">
                  <c:v>9.4845631610466303E-4</c:v>
                </c:pt>
                <c:pt idx="1103">
                  <c:v>9.5093749563722181E-4</c:v>
                </c:pt>
                <c:pt idx="1104">
                  <c:v>9.533804547098327E-4</c:v>
                </c:pt>
                <c:pt idx="1105">
                  <c:v>9.5578508392704295E-4</c:v>
                </c:pt>
                <c:pt idx="1106">
                  <c:v>9.5815127552740652E-4</c:v>
                </c:pt>
                <c:pt idx="1107">
                  <c:v>9.6047892339010696E-4</c:v>
                </c:pt>
                <c:pt idx="1108">
                  <c:v>9.6276792304149741E-4</c:v>
                </c:pt>
                <c:pt idx="1109">
                  <c:v>9.6501817166155281E-4</c:v>
                </c:pt>
                <c:pt idx="1110">
                  <c:v>9.6722956809023371E-4</c:v>
                </c:pt>
                <c:pt idx="1111">
                  <c:v>9.6940201283376201E-4</c:v>
                </c:pt>
                <c:pt idx="1112">
                  <c:v>9.71535408070807E-4</c:v>
                </c:pt>
                <c:pt idx="1113">
                  <c:v>9.7362965765857598E-4</c:v>
                </c:pt>
                <c:pt idx="1114">
                  <c:v>9.7568466713881662E-4</c:v>
                </c:pt>
                <c:pt idx="1115">
                  <c:v>9.7770034374372984E-4</c:v>
                </c:pt>
                <c:pt idx="1116">
                  <c:v>9.7967659640179629E-4</c:v>
                </c:pt>
                <c:pt idx="1117">
                  <c:v>9.8161333574350949E-4</c:v>
                </c:pt>
                <c:pt idx="1118">
                  <c:v>9.8351047410701964E-4</c:v>
                </c:pt>
                <c:pt idx="1119">
                  <c:v>9.8536792554367969E-4</c:v>
                </c:pt>
                <c:pt idx="1120">
                  <c:v>9.8718560582348926E-4</c:v>
                </c:pt>
                <c:pt idx="1121">
                  <c:v>9.8896343244044048E-4</c:v>
                </c:pt>
                <c:pt idx="1122">
                  <c:v>9.9070132461776439E-4</c:v>
                </c:pt>
                <c:pt idx="1123">
                  <c:v>9.9239920331308266E-4</c:v>
                </c:pt>
                <c:pt idx="1124">
                  <c:v>9.9405699122346149E-4</c:v>
                </c:pt>
                <c:pt idx="1125">
                  <c:v>9.9567461279037226E-4</c:v>
                </c:pt>
                <c:pt idx="1126">
                  <c:v>9.9725199420454724E-4</c:v>
                </c:pt>
                <c:pt idx="1127">
                  <c:v>9.9878906341073189E-4</c:v>
                </c:pt>
                <c:pt idx="1128">
                  <c:v>1.0002857501123341E-3</c:v>
                </c:pt>
                <c:pt idx="1129">
                  <c:v>1.001741985775965E-3</c:v>
                </c:pt>
                <c:pt idx="1130">
                  <c:v>1.0031577036358811E-3</c:v>
                </c:pt>
                <c:pt idx="1131">
                  <c:v>1.004532838698307E-3</c:v>
                </c:pt>
                <c:pt idx="1132">
                  <c:v>1.0058673277456591E-3</c:v>
                </c:pt>
                <c:pt idx="1133">
                  <c:v>1.0071611093406629E-3</c:v>
                </c:pt>
                <c:pt idx="1134">
                  <c:v>1.0084141238303731E-3</c:v>
                </c:pt>
                <c:pt idx="1135">
                  <c:v>1.0096263133500759E-3</c:v>
                </c:pt>
                <c:pt idx="1136">
                  <c:v>1.0107976218271049E-3</c:v>
                </c:pt>
                <c:pt idx="1137">
                  <c:v>1.01192799498454E-3</c:v>
                </c:pt>
                <c:pt idx="1138">
                  <c:v>1.0130173803448079E-3</c:v>
                </c:pt>
                <c:pt idx="1139">
                  <c:v>1.0140657272331771E-3</c:v>
                </c:pt>
                <c:pt idx="1140">
                  <c:v>1.015072986781151E-3</c:v>
                </c:pt>
                <c:pt idx="1141">
                  <c:v>1.0160391119297511E-3</c:v>
                </c:pt>
                <c:pt idx="1142">
                  <c:v>1.016964057432694E-3</c:v>
                </c:pt>
                <c:pt idx="1143">
                  <c:v>1.0178477798594579E-3</c:v>
                </c:pt>
                <c:pt idx="1144">
                  <c:v>1.018690237598243E-3</c:v>
                </c:pt>
                <c:pt idx="1145">
                  <c:v>1.019491390858819E-3</c:v>
                </c:pt>
                <c:pt idx="1146">
                  <c:v>1.0202512016752631E-3</c:v>
                </c:pt>
                <c:pt idx="1147">
                  <c:v>1.0209696339085869E-3</c:v>
                </c:pt>
                <c:pt idx="1148">
                  <c:v>1.021646653249257E-3</c:v>
                </c:pt>
                <c:pt idx="1149">
                  <c:v>1.0222822272196049E-3</c:v>
                </c:pt>
                <c:pt idx="1150">
                  <c:v>1.022876325176122E-3</c:v>
                </c:pt>
                <c:pt idx="1151">
                  <c:v>1.0234289183116581E-3</c:v>
                </c:pt>
                <c:pt idx="1152">
                  <c:v>1.023939979657505E-3</c:v>
                </c:pt>
                <c:pt idx="1153">
                  <c:v>1.0244094840853779E-3</c:v>
                </c:pt>
                <c:pt idx="1154">
                  <c:v>1.0248374083092909E-3</c:v>
                </c:pt>
                <c:pt idx="1155">
                  <c:v>1.0252237308873179E-3</c:v>
                </c:pt>
                <c:pt idx="1156">
                  <c:v>1.0255684322232441E-3</c:v>
                </c:pt>
                <c:pt idx="1157">
                  <c:v>1.025871494568117E-3</c:v>
                </c:pt>
                <c:pt idx="1158">
                  <c:v>1.0261329020216791E-3</c:v>
                </c:pt>
                <c:pt idx="1159">
                  <c:v>1.026352640533697E-3</c:v>
                </c:pt>
                <c:pt idx="1160">
                  <c:v>1.026530697905178E-3</c:v>
                </c:pt>
                <c:pt idx="1161">
                  <c:v>1.0266670637894761E-3</c:v>
                </c:pt>
                <c:pt idx="1162">
                  <c:v>1.026761729693301E-3</c:v>
                </c:pt>
                <c:pt idx="1163">
                  <c:v>1.0268146889776131E-3</c:v>
                </c:pt>
                <c:pt idx="1164">
                  <c:v>1.0268259368584119E-3</c:v>
                </c:pt>
                <c:pt idx="1165">
                  <c:v>1.026795470407416E-3</c:v>
                </c:pt>
                <c:pt idx="1166">
                  <c:v>1.0267232885526249E-3</c:v>
                </c:pt>
                <c:pt idx="1167">
                  <c:v>1.0266093920787739E-3</c:v>
                </c:pt>
                <c:pt idx="1168">
                  <c:v>1.026453783627678E-3</c:v>
                </c:pt>
                <c:pt idx="1169">
                  <c:v>1.0262564676984699E-3</c:v>
                </c:pt>
                <c:pt idx="1170">
                  <c:v>1.026017450647725E-3</c:v>
                </c:pt>
                <c:pt idx="1171">
                  <c:v>1.025736740689483E-3</c:v>
                </c:pt>
                <c:pt idx="1172">
                  <c:v>1.025414347895152E-3</c:v>
                </c:pt>
                <c:pt idx="1173">
                  <c:v>1.0250502841933069E-3</c:v>
                </c:pt>
                <c:pt idx="1174">
                  <c:v>1.024644563369368E-3</c:v>
                </c:pt>
                <c:pt idx="1175">
                  <c:v>1.0241972010651709E-3</c:v>
                </c:pt>
                <c:pt idx="1176">
                  <c:v>1.023708214778423E-3</c:v>
                </c:pt>
                <c:pt idx="1177">
                  <c:v>1.0231776238620381E-3</c:v>
                </c:pt>
                <c:pt idx="1178">
                  <c:v>1.0226054495233461E-3</c:v>
                </c:pt>
                <c:pt idx="1179">
                  <c:v>1.0219917148231979E-3</c:v>
                </c:pt>
                <c:pt idx="1180">
                  <c:v>1.0213364446749499E-3</c:v>
                </c:pt>
                <c:pt idx="1181">
                  <c:v>1.0206396658433349E-3</c:v>
                </c:pt>
                <c:pt idx="1182">
                  <c:v>1.0199014069432271E-3</c:v>
                </c:pt>
                <c:pt idx="1183">
                  <c:v>1.0191216984382959E-3</c:v>
                </c:pt>
                <c:pt idx="1184">
                  <c:v>1.0183005726395521E-3</c:v>
                </c:pt>
                <c:pt idx="1185">
                  <c:v>1.0174380637037711E-3</c:v>
                </c:pt>
                <c:pt idx="1186">
                  <c:v>1.016534207631821E-3</c:v>
                </c:pt>
                <c:pt idx="1187">
                  <c:v>1.0155890422668689E-3</c:v>
                </c:pt>
                <c:pt idx="1188">
                  <c:v>1.014602607292482E-3</c:v>
                </c:pt>
                <c:pt idx="1189">
                  <c:v>1.013574944230622E-3</c:v>
                </c:pt>
                <c:pt idx="1190">
                  <c:v>1.0125060964395281E-3</c:v>
                </c:pt>
                <c:pt idx="1191">
                  <c:v>1.0113961091114899E-3</c:v>
                </c:pt>
                <c:pt idx="1192">
                  <c:v>1.0102450292705149E-3</c:v>
                </c:pt>
                <c:pt idx="1193">
                  <c:v>1.0090529057698811E-3</c:v>
                </c:pt>
                <c:pt idx="1194">
                  <c:v>1.007819789289578E-3</c:v>
                </c:pt>
                <c:pt idx="1195">
                  <c:v>1.0065457323336479E-3</c:v>
                </c:pt>
                <c:pt idx="1196">
                  <c:v>1.0052307892274091E-3</c:v>
                </c:pt>
                <c:pt idx="1197">
                  <c:v>1.0038750161145769E-3</c:v>
                </c:pt>
                <c:pt idx="1198">
                  <c:v>1.0024784709542799E-3</c:v>
                </c:pt>
                <c:pt idx="1199">
                  <c:v>1.0010412135179659E-3</c:v>
                </c:pt>
                <c:pt idx="1200">
                  <c:v>9.9956330538620176E-4</c:v>
                </c:pt>
                <c:pt idx="1201">
                  <c:v>9.9804480994536903E-4</c:v>
                </c:pt>
                <c:pt idx="1202">
                  <c:v>9.9648579238425356E-4</c:v>
                </c:pt>
                <c:pt idx="1203">
                  <c:v>9.9488631969052552E-4</c:v>
                </c:pt>
                <c:pt idx="1204">
                  <c:v>9.9324646064711348E-4</c:v>
                </c:pt>
                <c:pt idx="1205">
                  <c:v>9.9156628582847237E-4</c:v>
                </c:pt>
                <c:pt idx="1206">
                  <c:v>9.898458675967484E-4</c:v>
                </c:pt>
                <c:pt idx="1207">
                  <c:v>9.8808528009784367E-4</c:v>
                </c:pt>
                <c:pt idx="1208">
                  <c:v>9.8628459925737943E-4</c:v>
                </c:pt>
                <c:pt idx="1209">
                  <c:v>9.8444390277655511E-4</c:v>
                </c:pt>
                <c:pt idx="1210">
                  <c:v>9.8256327012790517E-4</c:v>
                </c:pt>
                <c:pt idx="1211">
                  <c:v>9.8064278255094992E-4</c:v>
                </c:pt>
                <c:pt idx="1212">
                  <c:v>9.7868252304773948E-4</c:v>
                </c:pt>
                <c:pt idx="1213">
                  <c:v>9.7668257637829512E-4</c:v>
                </c:pt>
                <c:pt idx="1214">
                  <c:v>9.7464302905594534E-4</c:v>
                </c:pt>
                <c:pt idx="1215">
                  <c:v>9.7256396934255985E-4</c:v>
                </c:pt>
                <c:pt idx="1216">
                  <c:v>9.7044548724368248E-4</c:v>
                </c:pt>
                <c:pt idx="1217">
                  <c:v>9.6828767450356874E-4</c:v>
                </c:pt>
                <c:pt idx="1218">
                  <c:v>9.6609062460012332E-4</c:v>
                </c:pt>
                <c:pt idx="1219">
                  <c:v>9.6385443273973824E-4</c:v>
                </c:pt>
                <c:pt idx="1220">
                  <c:v>9.6157919585203083E-4</c:v>
                </c:pt>
                <c:pt idx="1221">
                  <c:v>9.5926501258448017E-4</c:v>
                </c:pt>
                <c:pt idx="1222">
                  <c:v>9.5691198329696313E-4</c:v>
                </c:pt>
                <c:pt idx="1223">
                  <c:v>9.5452021005619167E-4</c:v>
                </c:pt>
                <c:pt idx="1224">
                  <c:v>9.520897966300494E-4</c:v>
                </c:pt>
                <c:pt idx="1225">
                  <c:v>9.4962084848182536E-4</c:v>
                </c:pt>
                <c:pt idx="1226">
                  <c:v>9.4711347276434522E-4</c:v>
                </c:pt>
                <c:pt idx="1227">
                  <c:v>9.4456777831400222E-4</c:v>
                </c:pt>
                <c:pt idx="1228">
                  <c:v>9.4198387564468553E-4</c:v>
                </c:pt>
                <c:pt idx="1229">
                  <c:v>9.3936187694161199E-4</c:v>
                </c:pt>
                <c:pt idx="1230">
                  <c:v>9.3670189605505835E-4</c:v>
                </c:pt>
                <c:pt idx="1231">
                  <c:v>9.3400404849400037E-4</c:v>
                </c:pt>
                <c:pt idx="1232">
                  <c:v>9.3126845141965726E-4</c:v>
                </c:pt>
                <c:pt idx="1233">
                  <c:v>9.2849522363894395E-4</c:v>
                </c:pt>
                <c:pt idx="1234">
                  <c:v>9.2568448559782635E-4</c:v>
                </c:pt>
                <c:pt idx="1235">
                  <c:v>9.2283635937458468E-4</c:v>
                </c:pt>
                <c:pt idx="1236">
                  <c:v>9.1995096867298644E-4</c:v>
                </c:pt>
                <c:pt idx="1237">
                  <c:v>9.1702843881536823E-4</c:v>
                </c:pt>
                <c:pt idx="1238">
                  <c:v>9.1406889673562941E-4</c:v>
                </c:pt>
                <c:pt idx="1239">
                  <c:v>9.1107247097213376E-4</c:v>
                </c:pt>
                <c:pt idx="1240">
                  <c:v>9.0803929166052171E-4</c:v>
                </c:pt>
                <c:pt idx="1241">
                  <c:v>9.0496949052643711E-4</c:v>
                </c:pt>
                <c:pt idx="1242">
                  <c:v>9.0186320087816451E-4</c:v>
                </c:pt>
                <c:pt idx="1243">
                  <c:v>8.9872055759918263E-4</c:v>
                </c:pt>
                <c:pt idx="1244">
                  <c:v>8.9554169714063203E-4</c:v>
                </c:pt>
                <c:pt idx="1245">
                  <c:v>8.9232675751370414E-4</c:v>
                </c:pt>
                <c:pt idx="1246">
                  <c:v>8.8907587828194448E-4</c:v>
                </c:pt>
                <c:pt idx="1247">
                  <c:v>8.8578920055347671E-4</c:v>
                </c:pt>
                <c:pt idx="1248">
                  <c:v>8.8246686697314328E-4</c:v>
                </c:pt>
                <c:pt idx="1249">
                  <c:v>8.7910902171456471E-4</c:v>
                </c:pt>
                <c:pt idx="1250">
                  <c:v>8.757158104721203E-4</c:v>
                </c:pt>
                <c:pt idx="1251">
                  <c:v>8.7228738045284969E-4</c:v>
                </c:pt>
                <c:pt idx="1252">
                  <c:v>8.6882388036827753E-4</c:v>
                </c:pt>
                <c:pt idx="1253">
                  <c:v>8.6532546042616455E-4</c:v>
                </c:pt>
                <c:pt idx="1254">
                  <c:v>8.6179227232218315E-4</c:v>
                </c:pt>
                <c:pt idx="1255">
                  <c:v>8.5822446923152266E-4</c:v>
                </c:pt>
                <c:pt idx="1256">
                  <c:v>8.5462220580042323E-4</c:v>
                </c:pt>
                <c:pt idx="1257">
                  <c:v>8.5098563813763406E-4</c:v>
                </c:pt>
                <c:pt idx="1258">
                  <c:v>8.4731492380579504E-4</c:v>
                </c:pt>
                <c:pt idx="1259">
                  <c:v>8.4361022181274488E-4</c:v>
                </c:pt>
                <c:pt idx="1260">
                  <c:v>8.398716926027557E-4</c:v>
                </c:pt>
                <c:pt idx="1261">
                  <c:v>8.3609949804769345E-4</c:v>
                </c:pt>
                <c:pt idx="1262">
                  <c:v>8.3229380143810372E-4</c:v>
                </c:pt>
                <c:pt idx="1263">
                  <c:v>8.2845476747422258E-4</c:v>
                </c:pt>
                <c:pt idx="1264">
                  <c:v>8.2458256225691933E-4</c:v>
                </c:pt>
                <c:pt idx="1265">
                  <c:v>8.2067735327856961E-4</c:v>
                </c:pt>
                <c:pt idx="1266">
                  <c:v>8.1673930941386142E-4</c:v>
                </c:pt>
                <c:pt idx="1267">
                  <c:v>8.1276860091053635E-4</c:v>
                </c:pt>
                <c:pt idx="1268">
                  <c:v>8.0876539938006854E-4</c:v>
                </c:pt>
                <c:pt idx="1269">
                  <c:v>8.0472987778827958E-4</c:v>
                </c:pt>
                <c:pt idx="1270">
                  <c:v>8.0066221044589124E-4</c:v>
                </c:pt>
                <c:pt idx="1271">
                  <c:v>7.9656257299901521E-4</c:v>
                </c:pt>
                <c:pt idx="1272">
                  <c:v>7.9243114241958255E-4</c:v>
                </c:pt>
                <c:pt idx="1273">
                  <c:v>7.8826809699571209E-4</c:v>
                </c:pt>
                <c:pt idx="1274">
                  <c:v>7.8407361632201777E-4</c:v>
                </c:pt>
                <c:pt idx="1275">
                  <c:v>7.7984788128985941E-4</c:v>
                </c:pt>
                <c:pt idx="1276">
                  <c:v>7.7559107407753562E-4</c:v>
                </c:pt>
                <c:pt idx="1277">
                  <c:v>7.7130337814041783E-4</c:v>
                </c:pt>
                <c:pt idx="1278">
                  <c:v>7.6698497820102676E-4</c:v>
                </c:pt>
                <c:pt idx="1279">
                  <c:v>7.6263606023904825E-4</c:v>
                </c:pt>
                <c:pt idx="1280">
                  <c:v>7.582568114812919E-4</c:v>
                </c:pt>
                <c:pt idx="1281">
                  <c:v>7.5384742039159294E-4</c:v>
                </c:pt>
                <c:pt idx="1282">
                  <c:v>7.4940807666066362E-4</c:v>
                </c:pt>
                <c:pt idx="1283">
                  <c:v>7.4493897119589834E-4</c:v>
                </c:pt>
                <c:pt idx="1284">
                  <c:v>7.4044029611112551E-4</c:v>
                </c:pt>
                <c:pt idx="1285">
                  <c:v>7.3591224471630757E-4</c:v>
                </c:pt>
                <c:pt idx="1286">
                  <c:v>7.3135501150719282E-4</c:v>
                </c:pt>
                <c:pt idx="1287">
                  <c:v>7.2676879215491472E-4</c:v>
                </c:pt>
                <c:pt idx="1288">
                  <c:v>7.2215378349554612E-4</c:v>
                </c:pt>
                <c:pt idx="1289">
                  <c:v>7.1751018351960867E-4</c:v>
                </c:pt>
                <c:pt idx="1290">
                  <c:v>7.1283819136153635E-4</c:v>
                </c:pt>
                <c:pt idx="1291">
                  <c:v>7.0813800728909302E-4</c:v>
                </c:pt>
                <c:pt idx="1292">
                  <c:v>7.0340983269274668E-4</c:v>
                </c:pt>
                <c:pt idx="1293">
                  <c:v>6.986538700750008E-4</c:v>
                </c:pt>
                <c:pt idx="1294">
                  <c:v>6.9387032303968189E-4</c:v>
                </c:pt>
                <c:pt idx="1295">
                  <c:v>6.8905939628118669E-4</c:v>
                </c:pt>
                <c:pt idx="1296">
                  <c:v>6.8422129557368873E-4</c:v>
                </c:pt>
                <c:pt idx="1297">
                  <c:v>6.7935622776030811E-4</c:v>
                </c:pt>
                <c:pt idx="1298">
                  <c:v>6.744644007422412E-4</c:v>
                </c:pt>
                <c:pt idx="1299">
                  <c:v>6.695460234678515E-4</c:v>
                </c:pt>
                <c:pt idx="1300">
                  <c:v>6.6460130592172156E-4</c:v>
                </c:pt>
                <c:pt idx="1301">
                  <c:v>6.5963045911366833E-4</c:v>
                </c:pt>
                <c:pt idx="1302">
                  <c:v>6.5463369506772403E-4</c:v>
                </c:pt>
                <c:pt idx="1303">
                  <c:v>6.4961122681108741E-4</c:v>
                </c:pt>
                <c:pt idx="1304">
                  <c:v>6.4456326836304513E-4</c:v>
                </c:pt>
                <c:pt idx="1305">
                  <c:v>6.3949003472386803E-4</c:v>
                </c:pt>
                <c:pt idx="1306">
                  <c:v>6.3439174186367877E-4</c:v>
                </c:pt>
                <c:pt idx="1307">
                  <c:v>6.2926860671129177E-4</c:v>
                </c:pt>
                <c:pt idx="1308">
                  <c:v>6.2412084714302081E-4</c:v>
                </c:pt>
                <c:pt idx="1309">
                  <c:v>6.1894868197145633E-4</c:v>
                </c:pt>
                <c:pt idx="1310">
                  <c:v>6.1375233093421651E-4</c:v>
                </c:pt>
                <c:pt idx="1311">
                  <c:v>6.0853201468267116E-4</c:v>
                </c:pt>
                <c:pt idx="1312">
                  <c:v>6.0328795477064469E-4</c:v>
                </c:pt>
                <c:pt idx="1313">
                  <c:v>5.9802037364309454E-4</c:v>
                </c:pt>
                <c:pt idx="1314">
                  <c:v>5.9272949462476536E-4</c:v>
                </c:pt>
                <c:pt idx="1315">
                  <c:v>5.8741554190881869E-4</c:v>
                </c:pt>
                <c:pt idx="1316">
                  <c:v>5.8207874054544266E-4</c:v>
                </c:pt>
                <c:pt idx="1317">
                  <c:v>5.7671931643044148E-4</c:v>
                </c:pt>
                <c:pt idx="1318">
                  <c:v>5.713374962938065E-4</c:v>
                </c:pt>
                <c:pt idx="1319">
                  <c:v>5.6593350768827056E-4</c:v>
                </c:pt>
                <c:pt idx="1320">
                  <c:v>5.6050757897784594E-4</c:v>
                </c:pt>
                <c:pt idx="1321">
                  <c:v>5.5505993932634533E-4</c:v>
                </c:pt>
                <c:pt idx="1322">
                  <c:v>5.4959081868588512E-4</c:v>
                </c:pt>
                <c:pt idx="1323">
                  <c:v>5.4410044778536949E-4</c:v>
                </c:pt>
                <c:pt idx="1324">
                  <c:v>5.3858905811895823E-4</c:v>
                </c:pt>
                <c:pt idx="1325">
                  <c:v>5.3305688193451659E-4</c:v>
                </c:pt>
                <c:pt idx="1326">
                  <c:v>5.2750415222205195E-4</c:v>
                </c:pt>
                <c:pt idx="1327">
                  <c:v>5.2193110270213532E-4</c:v>
                </c:pt>
                <c:pt idx="1328">
                  <c:v>5.1633796781430923E-4</c:v>
                </c:pt>
                <c:pt idx="1329">
                  <c:v>5.1072498270548464E-4</c:v>
                </c:pt>
                <c:pt idx="1330">
                  <c:v>5.0509238321832606E-4</c:v>
                </c:pt>
                <c:pt idx="1331">
                  <c:v>4.9944040587962784E-4</c:v>
                </c:pt>
                <c:pt idx="1332">
                  <c:v>4.9376928788868145E-4</c:v>
                </c:pt>
                <c:pt idx="1333">
                  <c:v>4.880792671056323E-4</c:v>
                </c:pt>
                <c:pt idx="1334">
                  <c:v>4.8237058203982788E-4</c:v>
                </c:pt>
                <c:pt idx="1335">
                  <c:v>4.7664347183816111E-4</c:v>
                </c:pt>
                <c:pt idx="1336">
                  <c:v>4.7089817627341002E-4</c:v>
                </c:pt>
                <c:pt idx="1337">
                  <c:v>4.6513493573257532E-4</c:v>
                </c:pt>
                <c:pt idx="1338">
                  <c:v>4.5935399120521298E-4</c:v>
                </c:pt>
                <c:pt idx="1339">
                  <c:v>4.535555842717638E-4</c:v>
                </c:pt>
                <c:pt idx="1340">
                  <c:v>4.4773995709188188E-4</c:v>
                </c:pt>
                <c:pt idx="1341">
                  <c:v>4.419073523927619E-4</c:v>
                </c:pt>
                <c:pt idx="1342">
                  <c:v>4.36058013457464E-4</c:v>
                </c:pt>
                <c:pt idx="1343">
                  <c:v>4.3019218411323603E-4</c:v>
                </c:pt>
                <c:pt idx="1344">
                  <c:v>4.2431010871983192E-4</c:v>
                </c:pt>
                <c:pt idx="1345">
                  <c:v>4.1841203215783201E-4</c:v>
                </c:pt>
                <c:pt idx="1346">
                  <c:v>4.1249819981696828E-4</c:v>
                </c:pt>
                <c:pt idx="1347">
                  <c:v>4.0656885758445489E-4</c:v>
                </c:pt>
                <c:pt idx="1348">
                  <c:v>4.0062425183332701E-4</c:v>
                </c:pt>
                <c:pt idx="1349">
                  <c:v>3.946646294107873E-4</c:v>
                </c:pt>
                <c:pt idx="1350">
                  <c:v>3.8869023762656298E-4</c:v>
                </c:pt>
                <c:pt idx="1351">
                  <c:v>3.8270132424127391E-4</c:v>
                </c:pt>
                <c:pt idx="1352">
                  <c:v>3.766981374548129E-4</c:v>
                </c:pt>
                <c:pt idx="1353">
                  <c:v>3.7068092589474149E-4</c:v>
                </c:pt>
                <c:pt idx="1354">
                  <c:v>3.6464993860469818E-4</c:v>
                </c:pt>
                <c:pt idx="1355">
                  <c:v>3.586054250328214E-4</c:v>
                </c:pt>
                <c:pt idx="1356">
                  <c:v>3.5254763502018448E-4</c:v>
                </c:pt>
                <c:pt idx="1357">
                  <c:v>3.4647681878924433E-4</c:v>
                </c:pt>
                <c:pt idx="1358">
                  <c:v>3.4039322693230349E-4</c:v>
                </c:pt>
                <c:pt idx="1359">
                  <c:v>3.3429711039998988E-4</c:v>
                </c:pt>
                <c:pt idx="1360">
                  <c:v>3.2818872048975101E-4</c:v>
                </c:pt>
                <c:pt idx="1361">
                  <c:v>3.2206830883436607E-4</c:v>
                </c:pt>
                <c:pt idx="1362">
                  <c:v>3.1593612739047529E-4</c:v>
                </c:pt>
                <c:pt idx="1363">
                  <c:v>3.0979242842712248E-4</c:v>
                </c:pt>
                <c:pt idx="1364">
                  <c:v>3.036374645143153E-4</c:v>
                </c:pt>
                <c:pt idx="1365">
                  <c:v>2.9747148851159971E-4</c:v>
                </c:pt>
                <c:pt idx="1366">
                  <c:v>2.9129475355665441E-4</c:v>
                </c:pt>
                <c:pt idx="1367">
                  <c:v>2.8510751305390279E-4</c:v>
                </c:pt>
                <c:pt idx="1368">
                  <c:v>2.7891002066314502E-4</c:v>
                </c:pt>
                <c:pt idx="1369">
                  <c:v>2.7270253028820798E-4</c:v>
                </c:pt>
                <c:pt idx="1370">
                  <c:v>2.6648529606561832E-4</c:v>
                </c:pt>
                <c:pt idx="1371">
                  <c:v>2.6025857235329602E-4</c:v>
                </c:pt>
                <c:pt idx="1372">
                  <c:v>2.5402261371926677E-4</c:v>
                </c:pt>
                <c:pt idx="1373">
                  <c:v>2.4777767493039317E-4</c:v>
                </c:pt>
                <c:pt idx="1374">
                  <c:v>2.4152401094112519E-4</c:v>
                </c:pt>
                <c:pt idx="1375">
                  <c:v>2.352618768822724E-4</c:v>
                </c:pt>
                <c:pt idx="1376">
                  <c:v>2.2899152804979611E-4</c:v>
                </c:pt>
                <c:pt idx="1377">
                  <c:v>2.2271321989362309E-4</c:v>
                </c:pt>
                <c:pt idx="1378">
                  <c:v>2.1642720800647849E-4</c:v>
                </c:pt>
                <c:pt idx="1379">
                  <c:v>2.101337481127424E-4</c:v>
                </c:pt>
                <c:pt idx="1380">
                  <c:v>2.038330960573303E-4</c:v>
                </c:pt>
                <c:pt idx="1381">
                  <c:v>1.975255077946009E-4</c:v>
                </c:pt>
                <c:pt idx="1382">
                  <c:v>1.9121123937729451E-4</c:v>
                </c:pt>
                <c:pt idx="1383">
                  <c:v>1.8489054694549969E-4</c:v>
                </c:pt>
                <c:pt idx="1384">
                  <c:v>1.785636867156481E-4</c:v>
                </c:pt>
                <c:pt idx="1385">
                  <c:v>1.7223091496953649E-4</c:v>
                </c:pt>
                <c:pt idx="1386">
                  <c:v>1.658924880433756E-4</c:v>
                </c:pt>
                <c:pt idx="1387">
                  <c:v>1.595486623168678E-4</c:v>
                </c:pt>
                <c:pt idx="1388">
                  <c:v>1.5319969420231119E-4</c:v>
                </c:pt>
                <c:pt idx="1389">
                  <c:v>1.4684584013373051E-4</c:v>
                </c:pt>
                <c:pt idx="1390">
                  <c:v>1.404873565560343E-4</c:v>
                </c:pt>
                <c:pt idx="1391">
                  <c:v>1.3412449991420189E-4</c:v>
                </c:pt>
                <c:pt idx="1392">
                  <c:v>1.2775752664250041E-4</c:v>
                </c:pt>
                <c:pt idx="1393">
                  <c:v>1.213866931537348E-4</c:v>
                </c:pt>
                <c:pt idx="1394">
                  <c:v>1.150122558285307E-4</c:v>
                </c:pt>
                <c:pt idx="1395">
                  <c:v>1.086344710046518E-4</c:v>
                </c:pt>
                <c:pt idx="1396">
                  <c:v>1.022535949663519E-4</c:v>
                </c:pt>
                <c:pt idx="1397">
                  <c:v>9.5869883933764346E-5</c:v>
                </c:pt>
                <c:pt idx="1398">
                  <c:v>8.9483594052329962E-5</c:v>
                </c:pt>
                <c:pt idx="1399">
                  <c:v>8.3094981382264585E-5</c:v>
                </c:pt>
                <c:pt idx="1400">
                  <c:v>7.6704301888064734E-5</c:v>
                </c:pt>
                <c:pt idx="1401">
                  <c:v>7.0311811428050739E-5</c:v>
                </c:pt>
                <c:pt idx="1402">
                  <c:v>6.3917765743945904E-5</c:v>
                </c:pt>
                <c:pt idx="1403">
                  <c:v>5.7522420450491151E-5</c:v>
                </c:pt>
                <c:pt idx="1404">
                  <c:v>5.1126031025094757E-5</c:v>
                </c:pt>
                <c:pt idx="1405">
                  <c:v>4.4728852797516838E-5</c:v>
                </c:pt>
                <c:pt idx="1406">
                  <c:v>3.8331140939588257E-5</c:v>
                </c:pt>
                <c:pt idx="1407">
                  <c:v>3.1933150454962807E-5</c:v>
                </c:pt>
                <c:pt idx="1408">
                  <c:v>2.5535136168902751E-5</c:v>
                </c:pt>
                <c:pt idx="1409">
                  <c:v>1.9137352718099279E-5</c:v>
                </c:pt>
                <c:pt idx="1410">
                  <c:v>1.2740054540530741E-5</c:v>
                </c:pt>
                <c:pt idx="1411">
                  <c:v>6.3434958653613604E-6</c:v>
                </c:pt>
                <c:pt idx="1412">
                  <c:v>-5.2069297119741183E-8</c:v>
                </c:pt>
                <c:pt idx="1413">
                  <c:v>-6.4463871655200509E-6</c:v>
                </c:pt>
                <c:pt idx="1414">
                  <c:v>-1.2839204197325631E-5</c:v>
                </c:pt>
                <c:pt idx="1415">
                  <c:v>-1.9230267098841661E-5</c:v>
                </c:pt>
                <c:pt idx="1416">
                  <c:v>-2.561932283508999E-5</c:v>
                </c:pt>
                <c:pt idx="1417">
                  <c:v>-3.2006118639663752E-5</c:v>
                </c:pt>
                <c:pt idx="1418">
                  <c:v>-3.8390402024540038E-5</c:v>
                </c:pt>
                <c:pt idx="1419">
                  <c:v>-4.4771920789850538E-5</c:v>
                </c:pt>
                <c:pt idx="1420">
                  <c:v>-5.1150423033609007E-5</c:v>
                </c:pt>
                <c:pt idx="1421">
                  <c:v>-5.7525657161394457E-5</c:v>
                </c:pt>
                <c:pt idx="1422">
                  <c:v>-6.389737189599073E-5</c:v>
                </c:pt>
                <c:pt idx="1423">
                  <c:v>-7.0265316286982504E-5</c:v>
                </c:pt>
                <c:pt idx="1424">
                  <c:v>-7.6629239720309197E-5</c:v>
                </c:pt>
                <c:pt idx="1425">
                  <c:v>-8.2988891927777132E-5</c:v>
                </c:pt>
                <c:pt idx="1426">
                  <c:v>-8.9344022996531387E-5</c:v>
                </c:pt>
                <c:pt idx="1427">
                  <c:v>-9.5694383378487616E-5</c:v>
                </c:pt>
                <c:pt idx="1428">
                  <c:v>-1.020397238997234E-4</c:v>
                </c:pt>
                <c:pt idx="1429">
                  <c:v>-1.0837979576982821E-4</c:v>
                </c:pt>
                <c:pt idx="1430">
                  <c:v>-1.147143505912094E-4</c:v>
                </c:pt>
                <c:pt idx="1431">
                  <c:v>-1.210431403683513E-4</c:v>
                </c:pt>
                <c:pt idx="1432">
                  <c:v>-1.2736591751702649E-4</c:v>
                </c:pt>
                <c:pt idx="1433">
                  <c:v>-1.3368243487345979E-4</c:v>
                </c:pt>
                <c:pt idx="1434">
                  <c:v>-1.399924457034496E-4</c:v>
                </c:pt>
                <c:pt idx="1435">
                  <c:v>-1.4629570371144589E-4</c:v>
                </c:pt>
                <c:pt idx="1436">
                  <c:v>-1.5259196304958511E-4</c:v>
                </c:pt>
                <c:pt idx="1437">
                  <c:v>-1.588809783266806E-4</c:v>
                </c:pt>
                <c:pt idx="1438">
                  <c:v>-1.6516250461716869E-4</c:v>
                </c:pt>
                <c:pt idx="1439">
                  <c:v>-1.714362974700086E-4</c:v>
                </c:pt>
                <c:pt idx="1440">
                  <c:v>-1.7770211291753921E-4</c:v>
                </c:pt>
                <c:pt idx="1441">
                  <c:v>-1.839597074842924E-4</c:v>
                </c:pt>
                <c:pt idx="1442">
                  <c:v>-1.9020883819576511E-4</c:v>
                </c:pt>
                <c:pt idx="1443">
                  <c:v>-1.9644926258714811E-4</c:v>
                </c:pt>
                <c:pt idx="1444">
                  <c:v>-2.026807387120126E-4</c:v>
                </c:pt>
                <c:pt idx="1445">
                  <c:v>-2.0890302515095221E-4</c:v>
                </c:pt>
                <c:pt idx="1446">
                  <c:v>-2.1511588102018179E-4</c:v>
                </c:pt>
                <c:pt idx="1447">
                  <c:v>-2.213190659800909E-4</c:v>
                </c:pt>
                <c:pt idx="1448">
                  <c:v>-2.275123402437513E-4</c:v>
                </c:pt>
                <c:pt idx="1449">
                  <c:v>-2.3369546458537911E-4</c:v>
                </c:pt>
                <c:pt idx="1450">
                  <c:v>-2.3986820034875141E-4</c:v>
                </c:pt>
                <c:pt idx="1451">
                  <c:v>-2.4603030945557618E-4</c:v>
                </c:pt>
                <c:pt idx="1452">
                  <c:v>-2.5218155441381811E-4</c:v>
                </c:pt>
                <c:pt idx="1453">
                  <c:v>-2.5832169832597771E-4</c:v>
                </c:pt>
                <c:pt idx="1454">
                  <c:v>-2.6445050489732708E-4</c:v>
                </c:pt>
                <c:pt idx="1455">
                  <c:v>-2.7056773844410132E-4</c:v>
                </c:pt>
                <c:pt idx="1456">
                  <c:v>-2.7667316390164558E-4</c:v>
                </c:pt>
                <c:pt idx="1457">
                  <c:v>-2.8276654683252072E-4</c:v>
                </c:pt>
                <c:pt idx="1458">
                  <c:v>-2.8884765343456558E-4</c:v>
                </c:pt>
                <c:pt idx="1459">
                  <c:v>-2.9491625054891472E-4</c:v>
                </c:pt>
                <c:pt idx="1460">
                  <c:v>-3.0097210566796498E-4</c:v>
                </c:pt>
                <c:pt idx="1461">
                  <c:v>-3.0701498694329731E-4</c:v>
                </c:pt>
                <c:pt idx="1462">
                  <c:v>-3.1304466319354647E-4</c:v>
                </c:pt>
                <c:pt idx="1463">
                  <c:v>-3.1906090391222439E-4</c:v>
                </c:pt>
                <c:pt idx="1464">
                  <c:v>-3.2506347927549473E-4</c:v>
                </c:pt>
                <c:pt idx="1465">
                  <c:v>-3.3105216014990172E-4</c:v>
                </c:pt>
                <c:pt idx="1466">
                  <c:v>-3.3702671810005428E-4</c:v>
                </c:pt>
                <c:pt idx="1467">
                  <c:v>-3.4298692539626692E-4</c:v>
                </c:pt>
                <c:pt idx="1468">
                  <c:v>-3.4893255502215479E-4</c:v>
                </c:pt>
                <c:pt idx="1469">
                  <c:v>-3.5486338068218328E-4</c:v>
                </c:pt>
                <c:pt idx="1470">
                  <c:v>-3.6077917680916788E-4</c:v>
                </c:pt>
                <c:pt idx="1471">
                  <c:v>-3.6667971857172812E-4</c:v>
                </c:pt>
                <c:pt idx="1472">
                  <c:v>-3.725647818816931E-4</c:v>
                </c:pt>
                <c:pt idx="1473">
                  <c:v>-3.7843414340146028E-4</c:v>
                </c:pt>
                <c:pt idx="1474">
                  <c:v>-3.8428758055130752E-4</c:v>
                </c:pt>
                <c:pt idx="1475">
                  <c:v>-3.9012487151666021E-4</c:v>
                </c:pt>
                <c:pt idx="1476">
                  <c:v>-3.9594579525531058E-4</c:v>
                </c:pt>
                <c:pt idx="1477">
                  <c:v>-4.0175013150458888E-4</c:v>
                </c:pt>
                <c:pt idx="1478">
                  <c:v>-4.075376607884812E-4</c:v>
                </c:pt>
                <c:pt idx="1479">
                  <c:v>-4.1330816442469818E-4</c:v>
                </c:pt>
                <c:pt idx="1480">
                  <c:v>-4.1906142453169228E-4</c:v>
                </c:pt>
                <c:pt idx="1481">
                  <c:v>-4.2479722403562309E-4</c:v>
                </c:pt>
                <c:pt idx="1482">
                  <c:v>-4.3051534667727111E-4</c:v>
                </c:pt>
                <c:pt idx="1483">
                  <c:v>-4.3621557701889951E-4</c:v>
                </c:pt>
                <c:pt idx="1484">
                  <c:v>-4.4189770045106798E-4</c:v>
                </c:pt>
                <c:pt idx="1485">
                  <c:v>-4.4756150319939558E-4</c:v>
                </c:pt>
                <c:pt idx="1486">
                  <c:v>-4.5320677233127331E-4</c:v>
                </c:pt>
                <c:pt idx="1487">
                  <c:v>-4.5883329576252582E-4</c:v>
                </c:pt>
                <c:pt idx="1488">
                  <c:v>-4.6444086226402531E-4</c:v>
                </c:pt>
                <c:pt idx="1489">
                  <c:v>-4.7002926146825911E-4</c:v>
                </c:pt>
                <c:pt idx="1490">
                  <c:v>-4.755982838758538E-4</c:v>
                </c:pt>
                <c:pt idx="1491">
                  <c:v>-4.8114772086205458E-4</c:v>
                </c:pt>
                <c:pt idx="1492">
                  <c:v>-4.8667736468316222E-4</c:v>
                </c:pt>
                <c:pt idx="1493">
                  <c:v>-4.9218700848292795E-4</c:v>
                </c:pt>
                <c:pt idx="1494">
                  <c:v>-4.9767644629890827E-4</c:v>
                </c:pt>
                <c:pt idx="1495">
                  <c:v>-5.0314547306877185E-4</c:v>
                </c:pt>
                <c:pt idx="1496">
                  <c:v>-5.0859388463656398E-4</c:v>
                </c:pt>
                <c:pt idx="1497">
                  <c:v>-5.1402147775892306E-4</c:v>
                </c:pt>
                <c:pt idx="1498">
                  <c:v>-5.1942805011125504E-4</c:v>
                </c:pt>
                <c:pt idx="1499">
                  <c:v>-5.2481340029386214E-4</c:v>
                </c:pt>
                <c:pt idx="1500">
                  <c:v>-5.3017732783802371E-4</c:v>
                </c:pt>
                <c:pt idx="1501">
                  <c:v>-5.3551963321202723E-4</c:v>
                </c:pt>
                <c:pt idx="1502">
                  <c:v>-5.4084011782715006E-4</c:v>
                </c:pt>
                <c:pt idx="1503">
                  <c:v>-5.4613858404359544E-4</c:v>
                </c:pt>
                <c:pt idx="1504">
                  <c:v>-5.5141483517638548E-4</c:v>
                </c:pt>
                <c:pt idx="1505">
                  <c:v>-5.5666867550121439E-4</c:v>
                </c:pt>
                <c:pt idx="1506">
                  <c:v>-5.6189991026026206E-4</c:v>
                </c:pt>
                <c:pt idx="1507">
                  <c:v>-5.6710834566796894E-4</c:v>
                </c:pt>
                <c:pt idx="1508">
                  <c:v>-5.7229378891676815E-4</c:v>
                </c:pt>
                <c:pt idx="1509">
                  <c:v>-5.774560481827724E-4</c:v>
                </c:pt>
                <c:pt idx="1510">
                  <c:v>-5.8259493263141727E-4</c:v>
                </c:pt>
                <c:pt idx="1511">
                  <c:v>-5.8771025242305779E-4</c:v>
                </c:pt>
                <c:pt idx="1512">
                  <c:v>-5.9280181871852224E-4</c:v>
                </c:pt>
                <c:pt idx="1513">
                  <c:v>-5.9786944368462062E-4</c:v>
                </c:pt>
                <c:pt idx="1514">
                  <c:v>-6.0291294049960933E-4</c:v>
                </c:pt>
                <c:pt idx="1515">
                  <c:v>-6.0793212335861135E-4</c:v>
                </c:pt>
                <c:pt idx="1516">
                  <c:v>-6.1292680747899011E-4</c:v>
                </c:pt>
                <c:pt idx="1517">
                  <c:v>-6.1789680910567856E-4</c:v>
                </c:pt>
                <c:pt idx="1518">
                  <c:v>-6.2284194551646065E-4</c:v>
                </c:pt>
                <c:pt idx="1519">
                  <c:v>-6.2776203502720458E-4</c:v>
                </c:pt>
                <c:pt idx="1520">
                  <c:v>-6.3265689699704847E-4</c:v>
                </c:pt>
                <c:pt idx="1521">
                  <c:v>-6.3752635183353856E-4</c:v>
                </c:pt>
                <c:pt idx="1522">
                  <c:v>-6.4237022099772139E-4</c:v>
                </c:pt>
                <c:pt idx="1523">
                  <c:v>-6.4718832700919071E-4</c:v>
                </c:pt>
                <c:pt idx="1524">
                  <c:v>-6.5198049345109317E-4</c:v>
                </c:pt>
                <c:pt idx="1525">
                  <c:v>-6.5674654497509103E-4</c:v>
                </c:pt>
                <c:pt idx="1526">
                  <c:v>-6.6148630730628359E-4</c:v>
                </c:pt>
                <c:pt idx="1527">
                  <c:v>-6.6619960724808409E-4</c:v>
                </c:pt>
                <c:pt idx="1528">
                  <c:v>-6.7088627268705771E-4</c:v>
                </c:pt>
                <c:pt idx="1529">
                  <c:v>-6.7554613259771998E-4</c:v>
                </c:pt>
                <c:pt idx="1530">
                  <c:v>-6.8017901704729353E-4</c:v>
                </c:pt>
                <c:pt idx="1531">
                  <c:v>-6.8478475720042456E-4</c:v>
                </c:pt>
                <c:pt idx="1532">
                  <c:v>-6.8936318532385589E-4</c:v>
                </c:pt>
                <c:pt idx="1533">
                  <c:v>-6.9391413479105604E-4</c:v>
                </c:pt>
                <c:pt idx="1534">
                  <c:v>-6.9843744008680456E-4</c:v>
                </c:pt>
                <c:pt idx="1535">
                  <c:v>-7.0293293681173287E-4</c:v>
                </c:pt>
                <c:pt idx="1536">
                  <c:v>-7.0740046168682371E-4</c:v>
                </c:pt>
                <c:pt idx="1537">
                  <c:v>-7.1183985255786949E-4</c:v>
                </c:pt>
                <c:pt idx="1538">
                  <c:v>-7.1625094839988671E-4</c:v>
                </c:pt>
                <c:pt idx="1539">
                  <c:v>-7.2063358932148878E-4</c:v>
                </c:pt>
                <c:pt idx="1540">
                  <c:v>-7.2498761656921242E-4</c:v>
                </c:pt>
                <c:pt idx="1541">
                  <c:v>-7.2931287253180058E-4</c:v>
                </c:pt>
                <c:pt idx="1542">
                  <c:v>-7.3360920074444242E-4</c:v>
                </c:pt>
                <c:pt idx="1543">
                  <c:v>-7.3787644589297157E-4</c:v>
                </c:pt>
                <c:pt idx="1544">
                  <c:v>-7.4211445381802221E-4</c:v>
                </c:pt>
                <c:pt idx="1545">
                  <c:v>-7.4632307151914425E-4</c:v>
                </c:pt>
                <c:pt idx="1546">
                  <c:v>-7.5050214715887949E-4</c:v>
                </c:pt>
                <c:pt idx="1547">
                  <c:v>-7.546515300667964E-4</c:v>
                </c:pt>
                <c:pt idx="1548">
                  <c:v>-7.5877107074348886E-4</c:v>
                </c:pt>
                <c:pt idx="1549">
                  <c:v>-7.6286062086453467E-4</c:v>
                </c:pt>
                <c:pt idx="1550">
                  <c:v>-7.6692003328441703E-4</c:v>
                </c:pt>
                <c:pt idx="1551">
                  <c:v>-7.7094916204040512E-4</c:v>
                </c:pt>
                <c:pt idx="1552">
                  <c:v>-7.749478623563903E-4</c:v>
                </c:pt>
                <c:pt idx="1553">
                  <c:v>-7.7891599064667844E-4</c:v>
                </c:pt>
                <c:pt idx="1554">
                  <c:v>-7.8285340451973988E-4</c:v>
                </c:pt>
                <c:pt idx="1555">
                  <c:v>-7.8675996278191793E-4</c:v>
                </c:pt>
                <c:pt idx="1556">
                  <c:v>-7.9063552544109713E-4</c:v>
                </c:pt>
                <c:pt idx="1557">
                  <c:v>-7.9447995371033223E-4</c:v>
                </c:pt>
                <c:pt idx="1558">
                  <c:v>-7.9829311001143773E-4</c:v>
                </c:pt>
                <c:pt idx="1559">
                  <c:v>-8.0207485797853778E-4</c:v>
                </c:pt>
                <c:pt idx="1560">
                  <c:v>-8.0582506246157566E-4</c:v>
                </c:pt>
                <c:pt idx="1561">
                  <c:v>-8.0954358952978547E-4</c:v>
                </c:pt>
                <c:pt idx="1562">
                  <c:v>-8.1323030647512725E-4</c:v>
                </c:pt>
                <c:pt idx="1563">
                  <c:v>-8.1688508181568188E-4</c:v>
                </c:pt>
                <c:pt idx="1564">
                  <c:v>-8.2050778529900534E-4</c:v>
                </c:pt>
                <c:pt idx="1565">
                  <c:v>-8.240982879054408E-4</c:v>
                </c:pt>
                <c:pt idx="1566">
                  <c:v>-8.2765646185139054E-4</c:v>
                </c:pt>
                <c:pt idx="1567">
                  <c:v>-8.3118218059254783E-4</c:v>
                </c:pt>
                <c:pt idx="1568">
                  <c:v>-8.3467531882709146E-4</c:v>
                </c:pt>
                <c:pt idx="1569">
                  <c:v>-8.381357524988479E-4</c:v>
                </c:pt>
                <c:pt idx="1570">
                  <c:v>-8.4156335880041628E-4</c:v>
                </c:pt>
                <c:pt idx="1571">
                  <c:v>-8.4495801617625753E-4</c:v>
                </c:pt>
                <c:pt idx="1572">
                  <c:v>-8.4831960432574542E-4</c:v>
                </c:pt>
                <c:pt idx="1573">
                  <c:v>-8.5164800420618248E-4</c:v>
                </c:pt>
                <c:pt idx="1574">
                  <c:v>-8.5494309803578049E-4</c:v>
                </c:pt>
                <c:pt idx="1575">
                  <c:v>-8.5820476929660266E-4</c:v>
                </c:pt>
                <c:pt idx="1576">
                  <c:v>-8.6143290273746451E-4</c:v>
                </c:pt>
                <c:pt idx="1577">
                  <c:v>-8.6462738437679675E-4</c:v>
                </c:pt>
                <c:pt idx="1578">
                  <c:v>-8.6778810150547067E-4</c:v>
                </c:pt>
                <c:pt idx="1579">
                  <c:v>-8.7091494268958609E-4</c:v>
                </c:pt>
                <c:pt idx="1580">
                  <c:v>-8.7400779777322085E-4</c:v>
                </c:pt>
                <c:pt idx="1581">
                  <c:v>-8.7706655788114256E-4</c:v>
                </c:pt>
                <c:pt idx="1582">
                  <c:v>-8.8009111542148102E-4</c:v>
                </c:pt>
                <c:pt idx="1583">
                  <c:v>-8.8308136408836468E-4</c:v>
                </c:pt>
                <c:pt idx="1584">
                  <c:v>-8.8603719886451643E-4</c:v>
                </c:pt>
                <c:pt idx="1585">
                  <c:v>-8.8895851602380476E-4</c:v>
                </c:pt>
                <c:pt idx="1586">
                  <c:v>-8.9184521313375234E-4</c:v>
                </c:pt>
                <c:pt idx="1587">
                  <c:v>-8.9469718905800446E-4</c:v>
                </c:pt>
                <c:pt idx="1588">
                  <c:v>-8.9751434395876097E-4</c:v>
                </c:pt>
                <c:pt idx="1589">
                  <c:v>-9.0029657929917143E-4</c:v>
                </c:pt>
                <c:pt idx="1590">
                  <c:v>-9.0304379784569312E-4</c:v>
                </c:pt>
                <c:pt idx="1591">
                  <c:v>-9.0575590367041015E-4</c:v>
                </c:pt>
                <c:pt idx="1592">
                  <c:v>-9.0843280215331917E-4</c:v>
                </c:pt>
                <c:pt idx="1593">
                  <c:v>-9.110743999845805E-4</c:v>
                </c:pt>
                <c:pt idx="1594">
                  <c:v>-9.1368060516673231E-4</c:v>
                </c:pt>
                <c:pt idx="1595">
                  <c:v>-9.1625132701686929E-4</c:v>
                </c:pt>
                <c:pt idx="1596">
                  <c:v>-9.1878647616878886E-4</c:v>
                </c:pt>
                <c:pt idx="1597">
                  <c:v>-9.212859645751038E-4</c:v>
                </c:pt>
                <c:pt idx="1598">
                  <c:v>-9.2374970550931619E-4</c:v>
                </c:pt>
                <c:pt idx="1599">
                  <c:v>-9.2617761356785866E-4</c:v>
                </c:pt>
                <c:pt idx="1600">
                  <c:v>-9.2856960467209914E-4</c:v>
                </c:pt>
                <c:pt idx="1601">
                  <c:v>-9.309255960703118E-4</c:v>
                </c:pt>
                <c:pt idx="1602">
                  <c:v>-9.3324550633961214E-4</c:v>
                </c:pt>
                <c:pt idx="1603">
                  <c:v>-9.3552925538785479E-4</c:v>
                </c:pt>
                <c:pt idx="1604">
                  <c:v>-9.3777676445549823E-4</c:v>
                </c:pt>
                <c:pt idx="1605">
                  <c:v>-9.3998795611742903E-4</c:v>
                </c:pt>
                <c:pt idx="1606">
                  <c:v>-9.421627542847529E-4</c:v>
                </c:pt>
                <c:pt idx="1607">
                  <c:v>-9.4430108420654911E-4</c:v>
                </c:pt>
                <c:pt idx="1608">
                  <c:v>-9.4640287247158884E-4</c:v>
                </c:pt>
                <c:pt idx="1609">
                  <c:v>-9.4846804701001854E-4</c:v>
                </c:pt>
                <c:pt idx="1610">
                  <c:v>-9.504965370950117E-4</c:v>
                </c:pt>
                <c:pt idx="1611">
                  <c:v>-9.5248827334438394E-4</c:v>
                </c:pt>
                <c:pt idx="1612">
                  <c:v>-9.5444318772216629E-4</c:v>
                </c:pt>
                <c:pt idx="1613">
                  <c:v>-9.5636121354014507E-4</c:v>
                </c:pt>
                <c:pt idx="1614">
                  <c:v>-9.5824228545936751E-4</c:v>
                </c:pt>
                <c:pt idx="1615">
                  <c:v>-9.6008633949161675E-4</c:v>
                </c:pt>
                <c:pt idx="1616">
                  <c:v>-9.6189331300085312E-4</c:v>
                </c:pt>
                <c:pt idx="1617">
                  <c:v>-9.6366314470461647E-4</c:v>
                </c:pt>
                <c:pt idx="1618">
                  <c:v>-9.6539577467538913E-4</c:v>
                </c:pt>
                <c:pt idx="1619">
                  <c:v>-9.6709114434192155E-4</c:v>
                </c:pt>
                <c:pt idx="1620">
                  <c:v>-9.6874919649051492E-4</c:v>
                </c:pt>
                <c:pt idx="1621">
                  <c:v>-9.7036987526626431E-4</c:v>
                </c:pt>
                <c:pt idx="1622">
                  <c:v>-9.7195312617426029E-4</c:v>
                </c:pt>
                <c:pt idx="1623">
                  <c:v>-9.7349889608075077E-4</c:v>
                </c:pt>
                <c:pt idx="1624">
                  <c:v>-9.7500713321426445E-4</c:v>
                </c:pt>
                <c:pt idx="1625">
                  <c:v>-9.7647778716669935E-4</c:v>
                </c:pt>
                <c:pt idx="1626">
                  <c:v>-9.7791080889437706E-4</c:v>
                </c:pt>
                <c:pt idx="1627">
                  <c:v>-9.7930615071905886E-4</c:v>
                </c:pt>
                <c:pt idx="1628">
                  <c:v>-9.8066376632893119E-4</c:v>
                </c:pt>
                <c:pt idx="1629">
                  <c:v>-9.819836107795557E-4</c:v>
                </c:pt>
                <c:pt idx="1630">
                  <c:v>-9.8326564049478773E-4</c:v>
                </c:pt>
                <c:pt idx="1631">
                  <c:v>-9.8450981326765694E-4</c:v>
                </c:pt>
                <c:pt idx="1632">
                  <c:v>-9.8571608826121429E-4</c:v>
                </c:pt>
                <c:pt idx="1633">
                  <c:v>-9.8688442600934471E-4</c:v>
                </c:pt>
                <c:pt idx="1634">
                  <c:v>-9.8801478841753737E-4</c:v>
                </c:pt>
                <c:pt idx="1635">
                  <c:v>-9.8910713876362508E-4</c:v>
                </c:pt>
                <c:pt idx="1636">
                  <c:v>-9.9016144169848403E-4</c:v>
                </c:pt>
                <c:pt idx="1637">
                  <c:v>-9.9117766324669865E-4</c:v>
                </c:pt>
                <c:pt idx="1638">
                  <c:v>-9.921557708071941E-4</c:v>
                </c:pt>
                <c:pt idx="1639">
                  <c:v>-9.9309573315382871E-4</c:v>
                </c:pt>
                <c:pt idx="1640">
                  <c:v>-9.93997520435951E-4</c:v>
                </c:pt>
                <c:pt idx="1641">
                  <c:v>-9.9486110417891602E-4</c:v>
                </c:pt>
                <c:pt idx="1642">
                  <c:v>-9.9568645728456326E-4</c:v>
                </c:pt>
                <c:pt idx="1643">
                  <c:v>-9.9647355403165269E-4</c:v>
                </c:pt>
                <c:pt idx="1644">
                  <c:v>-9.972223700762603E-4</c:v>
                </c:pt>
                <c:pt idx="1645">
                  <c:v>-9.979328824521298E-4</c:v>
                </c:pt>
                <c:pt idx="1646">
                  <c:v>-9.9860506957098814E-4</c:v>
                </c:pt>
                <c:pt idx="1647">
                  <c:v>-9.9923891122282262E-4</c:v>
                </c:pt>
                <c:pt idx="1648">
                  <c:v>-9.9983438857612485E-4</c:v>
                </c:pt>
                <c:pt idx="1649">
                  <c:v>-1.0003914841780991E-3</c:v>
                </c:pt>
                <c:pt idx="1650">
                  <c:v>-1.000910181954834E-3</c:v>
                </c:pt>
                <c:pt idx="1651">
                  <c:v>-1.0013904672114421E-3</c:v>
                </c:pt>
                <c:pt idx="1652">
                  <c:v>-1.00183232663215E-3</c:v>
                </c:pt>
                <c:pt idx="1653">
                  <c:v>-1.002235748280353E-3</c:v>
                </c:pt>
                <c:pt idx="1654">
                  <c:v>-1.0026007215986239E-3</c:v>
                </c:pt>
                <c:pt idx="1655">
                  <c:v>-1.002927237408683E-3</c:v>
                </c:pt>
                <c:pt idx="1656">
                  <c:v>-1.0032152879113239E-3</c:v>
                </c:pt>
                <c:pt idx="1657">
                  <c:v>-1.003464866686306E-3</c:v>
                </c:pt>
                <c:pt idx="1658">
                  <c:v>-1.003675968692196E-3</c:v>
                </c:pt>
                <c:pt idx="1659">
                  <c:v>-1.0038485902661889E-3</c:v>
                </c:pt>
                <c:pt idx="1660">
                  <c:v>-1.003982729123869E-3</c:v>
                </c:pt>
                <c:pt idx="1661">
                  <c:v>-1.0040783843589471E-3</c:v>
                </c:pt>
                <c:pt idx="1662">
                  <c:v>-1.004135556442952E-3</c:v>
                </c:pt>
                <c:pt idx="1663">
                  <c:v>-1.00415424722489E-3</c:v>
                </c:pt>
                <c:pt idx="1664">
                  <c:v>-1.0041344599308599E-3</c:v>
                </c:pt>
                <c:pt idx="1665">
                  <c:v>-1.0040761991636339E-3</c:v>
                </c:pt>
                <c:pt idx="1666">
                  <c:v>-1.003979470902196E-3</c:v>
                </c:pt>
                <c:pt idx="1667">
                  <c:v>-1.003844282501231E-3</c:v>
                </c:pt>
                <c:pt idx="1668">
                  <c:v>-1.003670642690576E-3</c:v>
                </c:pt>
                <c:pt idx="1669">
                  <c:v>-1.0034585615746299E-3</c:v>
                </c:pt>
                <c:pt idx="1670">
                  <c:v>-1.003208050631718E-3</c:v>
                </c:pt>
                <c:pt idx="1671">
                  <c:v>-1.002919122713435E-3</c:v>
                </c:pt>
                <c:pt idx="1672">
                  <c:v>-1.0025917920439371E-3</c:v>
                </c:pt>
                <c:pt idx="1673">
                  <c:v>-1.0022260742192019E-3</c:v>
                </c:pt>
                <c:pt idx="1674">
                  <c:v>-1.0018219862062559E-3</c:v>
                </c:pt>
                <c:pt idx="1675">
                  <c:v>-1.00137954634236E-3</c:v>
                </c:pt>
                <c:pt idx="1676">
                  <c:v>-1.000898774334162E-3</c:v>
                </c:pt>
                <c:pt idx="1677">
                  <c:v>-1.0003796912568109E-3</c:v>
                </c:pt>
                <c:pt idx="1678">
                  <c:v>-9.9982231955303251E-4</c:v>
                </c:pt>
                <c:pt idx="1679">
                  <c:v>-9.9922668303216466E-4</c:v>
                </c:pt>
                <c:pt idx="1680">
                  <c:v>-9.9859280686915826E-4</c:v>
                </c:pt>
                <c:pt idx="1681">
                  <c:v>-9.9792071760354171E-4</c:v>
                </c:pt>
                <c:pt idx="1682">
                  <c:v>-9.972104431383523E-4</c:v>
                </c:pt>
                <c:pt idx="1683">
                  <c:v>-9.9646201273903101E-4</c:v>
                </c:pt>
                <c:pt idx="1684">
                  <c:v>-9.9567545703228063E-4</c:v>
                </c:pt>
                <c:pt idx="1685">
                  <c:v>-9.9485080800487983E-4</c:v>
                </c:pt>
                <c:pt idx="1686">
                  <c:v>-9.9398809900245544E-4</c:v>
                </c:pt>
                <c:pt idx="1687">
                  <c:v>-9.9308736472821174E-4</c:v>
                </c:pt>
                <c:pt idx="1688">
                  <c:v>-9.9214864124162446E-4</c:v>
                </c:pt>
                <c:pt idx="1689">
                  <c:v>-9.9117196595709068E-4</c:v>
                </c:pt>
                <c:pt idx="1690">
                  <c:v>-9.9015737764253852E-4</c:v>
                </c:pt>
                <c:pt idx="1691">
                  <c:v>-9.8910491641799724E-4</c:v>
                </c:pt>
                <c:pt idx="1692">
                  <c:v>-9.8801462375412642E-4</c:v>
                </c:pt>
                <c:pt idx="1693">
                  <c:v>-9.8688654247071025E-4</c:v>
                </c:pt>
                <c:pt idx="1694">
                  <c:v>-9.8572071673511097E-4</c:v>
                </c:pt>
                <c:pt idx="1695">
                  <c:v>-9.8451719206068991E-4</c:v>
                </c:pt>
                <c:pt idx="1696">
                  <c:v>-9.8327601530519087E-4</c:v>
                </c:pt>
                <c:pt idx="1697">
                  <c:v>-9.819972346690911E-4</c:v>
                </c:pt>
                <c:pt idx="1698">
                  <c:v>-9.806808996939149E-4</c:v>
                </c:pt>
                <c:pt idx="1699">
                  <c:v>-9.7932706126051022E-4</c:v>
                </c:pt>
                <c:pt idx="1700">
                  <c:v>-9.7793577158728547E-4</c:v>
                </c:pt>
                <c:pt idx="1701">
                  <c:v>-9.7650708422840468E-4</c:v>
                </c:pt>
                <c:pt idx="1702">
                  <c:v>-9.7504105407194479E-4</c:v>
                </c:pt>
                <c:pt idx="1703">
                  <c:v>-9.7353773733801336E-4</c:v>
                </c:pt>
                <c:pt idx="1704">
                  <c:v>-9.7199719157682672E-4</c:v>
                </c:pt>
                <c:pt idx="1705">
                  <c:v>-9.7041947566675179E-4</c:v>
                </c:pt>
                <c:pt idx="1706">
                  <c:v>-9.6880464981231277E-4</c:v>
                </c:pt>
                <c:pt idx="1707">
                  <c:v>-9.6715277554216455E-4</c:v>
                </c:pt>
                <c:pt idx="1708">
                  <c:v>-9.6546391570703565E-4</c:v>
                </c:pt>
                <c:pt idx="1709">
                  <c:v>-9.6373813447764051E-4</c:v>
                </c:pt>
                <c:pt idx="1710">
                  <c:v>-9.6197549734256145E-4</c:v>
                </c:pt>
                <c:pt idx="1711">
                  <c:v>-9.601760711060944E-4</c:v>
                </c:pt>
                <c:pt idx="1712">
                  <c:v>-9.5833992388605425E-4</c:v>
                </c:pt>
                <c:pt idx="1713">
                  <c:v>-9.5646712511153812E-4</c:v>
                </c:pt>
                <c:pt idx="1714">
                  <c:v>-9.5455774552064606E-4</c:v>
                </c:pt>
                <c:pt idx="1715">
                  <c:v>-9.526118571581638E-4</c:v>
                </c:pt>
                <c:pt idx="1716">
                  <c:v>-9.5062953337320751E-4</c:v>
                </c:pt>
                <c:pt idx="1717">
                  <c:v>-9.4861084881683259E-4</c:v>
                </c:pt>
                <c:pt idx="1718">
                  <c:v>-9.4655587943960422E-4</c:v>
                </c:pt>
                <c:pt idx="1719">
                  <c:v>-9.4446470248913457E-4</c:v>
                </c:pt>
                <c:pt idx="1720">
                  <c:v>-9.4233739650758427E-4</c:v>
                </c:pt>
                <c:pt idx="1721">
                  <c:v>-9.4017404132913293E-4</c:v>
                </c:pt>
                <c:pt idx="1722">
                  <c:v>-9.3797471807741768E-4</c:v>
                </c:pt>
                <c:pt idx="1723">
                  <c:v>-9.3573950916293804E-4</c:v>
                </c:pt>
                <c:pt idx="1724">
                  <c:v>-9.3346849828042334E-4</c:v>
                </c:pt>
                <c:pt idx="1725">
                  <c:v>-9.3116177040616672E-4</c:v>
                </c:pt>
                <c:pt idx="1726">
                  <c:v>-9.2881941179532115E-4</c:v>
                </c:pt>
                <c:pt idx="1727">
                  <c:v>-9.2644150997915858E-4</c:v>
                </c:pt>
                <c:pt idx="1728">
                  <c:v>-9.2402815376229621E-4</c:v>
                </c:pt>
                <c:pt idx="1729">
                  <c:v>-9.2157943321988863E-4</c:v>
                </c:pt>
                <c:pt idx="1730">
                  <c:v>-9.190954396947862E-4</c:v>
                </c:pt>
                <c:pt idx="1731">
                  <c:v>-9.16576265794662E-4</c:v>
                </c:pt>
                <c:pt idx="1732">
                  <c:v>-9.1402200538910551E-4</c:v>
                </c:pt>
                <c:pt idx="1733">
                  <c:v>-9.11432753606684E-4</c:v>
                </c:pt>
                <c:pt idx="1734">
                  <c:v>-9.088086068319703E-4</c:v>
                </c:pt>
                <c:pt idx="1735">
                  <c:v>-9.0614966270253583E-4</c:v>
                </c:pt>
                <c:pt idx="1736">
                  <c:v>-9.0345602010590974E-4</c:v>
                </c:pt>
                <c:pt idx="1737">
                  <c:v>-9.0072777917650753E-4</c:v>
                </c:pt>
                <c:pt idx="1738">
                  <c:v>-8.9796504129252292E-4</c:v>
                </c:pt>
                <c:pt idx="1739">
                  <c:v>-8.9516790907278676E-4</c:v>
                </c:pt>
                <c:pt idx="1740">
                  <c:v>-8.923364863735948E-4</c:v>
                </c:pt>
                <c:pt idx="1741">
                  <c:v>-8.8947087828550341E-4</c:v>
                </c:pt>
                <c:pt idx="1742">
                  <c:v>-8.8657119113009749E-4</c:v>
                </c:pt>
                <c:pt idx="1743">
                  <c:v>-8.8363753245672676E-4</c:v>
                </c:pt>
                <c:pt idx="1744">
                  <c:v>-8.8067001103920857E-4</c:v>
                </c:pt>
                <c:pt idx="1745">
                  <c:v>-8.776687368724982E-4</c:v>
                </c:pt>
                <c:pt idx="1746">
                  <c:v>-8.7463382116932675E-4</c:v>
                </c:pt>
                <c:pt idx="1747">
                  <c:v>-8.7156537635681066E-4</c:v>
                </c:pt>
                <c:pt idx="1748">
                  <c:v>-8.6846351607303357E-4</c:v>
                </c:pt>
                <c:pt idx="1749">
                  <c:v>-8.6532835516359749E-4</c:v>
                </c:pt>
                <c:pt idx="1750">
                  <c:v>-8.6216000967814397E-4</c:v>
                </c:pt>
                <c:pt idx="1751">
                  <c:v>-8.5895859686684777E-4</c:v>
                </c:pt>
                <c:pt idx="1752">
                  <c:v>-8.5572423517687752E-4</c:v>
                </c:pt>
                <c:pt idx="1753">
                  <c:v>-8.5245704424882849E-4</c:v>
                </c:pt>
                <c:pt idx="1754">
                  <c:v>-8.4915714491312524E-4</c:v>
                </c:pt>
                <c:pt idx="1755">
                  <c:v>-8.4582465918639038E-4</c:v>
                </c:pt>
                <c:pt idx="1756">
                  <c:v>-8.424597102677868E-4</c:v>
                </c:pt>
                <c:pt idx="1757">
                  <c:v>-8.3906242253532965E-4</c:v>
                </c:pt>
                <c:pt idx="1758">
                  <c:v>-8.3563292154216896E-4</c:v>
                </c:pt>
                <c:pt idx="1759">
                  <c:v>-8.3217133401284552E-4</c:v>
                </c:pt>
                <c:pt idx="1760">
                  <c:v>-8.2867778783952224E-4</c:v>
                </c:pt>
                <c:pt idx="1761">
                  <c:v>-8.2515241207819123E-4</c:v>
                </c:pt>
                <c:pt idx="1762">
                  <c:v>-8.2159533694485239E-4</c:v>
                </c:pt>
                <c:pt idx="1763">
                  <c:v>-8.1800669381166722E-4</c:v>
                </c:pt>
                <c:pt idx="1764">
                  <c:v>-8.1438661520308168E-4</c:v>
                </c:pt>
                <c:pt idx="1765">
                  <c:v>-8.1073523479192205E-4</c:v>
                </c:pt>
                <c:pt idx="1766">
                  <c:v>-8.0705268739546243E-4</c:v>
                </c:pt>
                <c:pt idx="1767">
                  <c:v>-8.033391089714648E-4</c:v>
                </c:pt>
                <c:pt idx="1768">
                  <c:v>-7.9959463661419207E-4</c:v>
                </c:pt>
                <c:pt idx="1769">
                  <c:v>-7.9581940855038918E-4</c:v>
                </c:pt>
                <c:pt idx="1770">
                  <c:v>-7.920135641352363E-4</c:v>
                </c:pt>
                <c:pt idx="1771">
                  <c:v>-7.8817724384827093E-4</c:v>
                </c:pt>
                <c:pt idx="1772">
                  <c:v>-7.8431058928928163E-4</c:v>
                </c:pt>
                <c:pt idx="1773">
                  <c:v>-7.8041374317417019E-4</c:v>
                </c:pt>
                <c:pt idx="1774">
                  <c:v>-7.7648684933078306E-4</c:v>
                </c:pt>
                <c:pt idx="1775">
                  <c:v>-7.7253005269471253E-4</c:v>
                </c:pt>
                <c:pt idx="1776">
                  <c:v>-7.6854349930506681E-4</c:v>
                </c:pt>
                <c:pt idx="1777">
                  <c:v>-7.6452733630021487E-4</c:v>
                </c:pt>
                <c:pt idx="1778">
                  <c:v>-7.6048171191350506E-4</c:v>
                </c:pt>
                <c:pt idx="1779">
                  <c:v>-7.5640677546896123E-4</c:v>
                </c:pt>
                <c:pt idx="1780">
                  <c:v>-7.5230267737695319E-4</c:v>
                </c:pt>
                <c:pt idx="1781">
                  <c:v>-7.4816956912983584E-4</c:v>
                </c:pt>
                <c:pt idx="1782">
                  <c:v>-7.4400760329755816E-4</c:v>
                </c:pt>
                <c:pt idx="1783">
                  <c:v>-7.3981693352324223E-4</c:v>
                </c:pt>
                <c:pt idx="1784">
                  <c:v>-7.3559771451873167E-4</c:v>
                </c:pt>
                <c:pt idx="1785">
                  <c:v>-7.3135010206010838E-4</c:v>
                </c:pt>
                <c:pt idx="1786">
                  <c:v>-7.2707425298318158E-4</c:v>
                </c:pt>
                <c:pt idx="1787">
                  <c:v>-7.2277032517894613E-4</c:v>
                </c:pt>
                <c:pt idx="1788">
                  <c:v>-7.1843847758901115E-4</c:v>
                </c:pt>
                <c:pt idx="1789">
                  <c:v>-7.1407887020100006E-4</c:v>
                </c:pt>
                <c:pt idx="1790">
                  <c:v>-7.0969166404392112E-4</c:v>
                </c:pt>
                <c:pt idx="1791">
                  <c:v>-7.0527702118350919E-4</c:v>
                </c:pt>
                <c:pt idx="1792">
                  <c:v>-7.0083510471753761E-4</c:v>
                </c:pt>
                <c:pt idx="1793">
                  <c:v>-6.9636607877110153E-4</c:v>
                </c:pt>
                <c:pt idx="1794">
                  <c:v>-6.9187010849187144E-4</c:v>
                </c:pt>
                <c:pt idx="1795">
                  <c:v>-6.8734736004531229E-4</c:v>
                </c:pt>
                <c:pt idx="1796">
                  <c:v>-6.8279800060986825E-4</c:v>
                </c:pt>
                <c:pt idx="1797">
                  <c:v>-6.7822219837211596E-4</c:v>
                </c:pt>
                <c:pt idx="1798">
                  <c:v>-6.7362012252188629E-4</c:v>
                </c:pt>
                <c:pt idx="1799">
                  <c:v>-6.689919432473541E-4</c:v>
                </c:pt>
                <c:pt idx="1800">
                  <c:v>-6.6433783173009623E-4</c:v>
                </c:pt>
                <c:pt idx="1801">
                  <c:v>-6.5965796014011587E-4</c:v>
                </c:pt>
                <c:pt idx="1802">
                  <c:v>-6.5495250163083668E-4</c:v>
                </c:pt>
                <c:pt idx="1803">
                  <c:v>-6.5022163033406682E-4</c:v>
                </c:pt>
                <c:pt idx="1804">
                  <c:v>-6.4546552135493363E-4</c:v>
                </c:pt>
                <c:pt idx="1805">
                  <c:v>-6.406843507667894E-4</c:v>
                </c:pt>
                <c:pt idx="1806">
                  <c:v>-6.358782956060933E-4</c:v>
                </c:pt>
                <c:pt idx="1807">
                  <c:v>-6.3104753386726857E-4</c:v>
                </c:pt>
                <c:pt idx="1808">
                  <c:v>-6.2619224449753498E-4</c:v>
                </c:pt>
                <c:pt idx="1809">
                  <c:v>-6.213126073917112E-4</c:v>
                </c:pt>
                <c:pt idx="1810">
                  <c:v>-6.1640880338699206E-4</c:v>
                </c:pt>
                <c:pt idx="1811">
                  <c:v>-6.114810142576957E-4</c:v>
                </c:pt>
                <c:pt idx="1812">
                  <c:v>-6.0652942270998601E-4</c:v>
                </c:pt>
                <c:pt idx="1813">
                  <c:v>-6.015542123765672E-4</c:v>
                </c:pt>
                <c:pt idx="1814">
                  <c:v>-5.9655556781134853E-4</c:v>
                </c:pt>
                <c:pt idx="1815">
                  <c:v>-5.9153367448407622E-4</c:v>
                </c:pt>
                <c:pt idx="1816">
                  <c:v>-5.8648871877493315E-4</c:v>
                </c:pt>
                <c:pt idx="1817">
                  <c:v>-5.8142088796910637E-4</c:v>
                </c:pt>
                <c:pt idx="1818">
                  <c:v>-5.7633037025132288E-4</c:v>
                </c:pt>
                <c:pt idx="1819">
                  <c:v>-5.7121735470035389E-4</c:v>
                </c:pt>
                <c:pt idx="1820">
                  <c:v>-5.6608203128348837E-4</c:v>
                </c:pt>
                <c:pt idx="1821">
                  <c:v>-5.6092459085097445E-4</c:v>
                </c:pt>
                <c:pt idx="1822">
                  <c:v>-5.5574522513043042E-4</c:v>
                </c:pt>
                <c:pt idx="1823">
                  <c:v>-5.5054412672122339E-4</c:v>
                </c:pt>
                <c:pt idx="1824">
                  <c:v>-5.4532148908881879E-4</c:v>
                </c:pt>
                <c:pt idx="1825">
                  <c:v>-5.4007750655909873E-4</c:v>
                </c:pt>
                <c:pt idx="1826">
                  <c:v>-5.348123743126493E-4</c:v>
                </c:pt>
                <c:pt idx="1827">
                  <c:v>-5.2952628837901479E-4</c:v>
                </c:pt>
                <c:pt idx="1828">
                  <c:v>-5.2421944563092098E-4</c:v>
                </c:pt>
                <c:pt idx="1829">
                  <c:v>-5.1889204377846823E-4</c:v>
                </c:pt>
                <c:pt idx="1830">
                  <c:v>-5.1354428136329237E-4</c:v>
                </c:pt>
                <c:pt idx="1831">
                  <c:v>-5.0817635775269709E-4</c:v>
                </c:pt>
                <c:pt idx="1832">
                  <c:v>-5.0278847313375472E-4</c:v>
                </c:pt>
                <c:pt idx="1833">
                  <c:v>-4.9738082850737703E-4</c:v>
                </c:pt>
                <c:pt idx="1834">
                  <c:v>-4.9195362568235711E-4</c:v>
                </c:pt>
                <c:pt idx="1835">
                  <c:v>-4.865070672693805E-4</c:v>
                </c:pt>
                <c:pt idx="1836">
                  <c:v>-4.810413566750019E-4</c:v>
                </c:pt>
                <c:pt idx="1837">
                  <c:v>-4.7555669809558592E-4</c:v>
                </c:pt>
                <c:pt idx="1838">
                  <c:v>-4.7005329651121208E-4</c:v>
                </c:pt>
                <c:pt idx="1839">
                  <c:v>-4.6453135767954453E-4</c:v>
                </c:pt>
                <c:pt idx="1840">
                  <c:v>-4.5899108812966758E-4</c:v>
                </c:pt>
                <c:pt idx="1841">
                  <c:v>-4.5343269515589122E-4</c:v>
                </c:pt>
                <c:pt idx="1842">
                  <c:v>-4.478563868115233E-4</c:v>
                </c:pt>
                <c:pt idx="1843">
                  <c:v>-4.4226237190261191E-4</c:v>
                </c:pt>
                <c:pt idx="1844">
                  <c:v>-4.366508599816554E-4</c:v>
                </c:pt>
                <c:pt idx="1845">
                  <c:v>-4.31022061341283E-4</c:v>
                </c:pt>
                <c:pt idx="1846">
                  <c:v>-4.2537618700790091E-4</c:v>
                </c:pt>
                <c:pt idx="1847">
                  <c:v>-4.197134487353039E-4</c:v>
                </c:pt>
                <c:pt idx="1848">
                  <c:v>-4.1403405899825222E-4</c:v>
                </c:pt>
                <c:pt idx="1849">
                  <c:v>-4.0833823098601358E-4</c:v>
                </c:pt>
                <c:pt idx="1850">
                  <c:v>-4.0262617859587198E-4</c:v>
                </c:pt>
                <c:pt idx="1851">
                  <c:v>-3.9689811642660449E-4</c:v>
                </c:pt>
                <c:pt idx="1852">
                  <c:v>-3.911542597719256E-4</c:v>
                </c:pt>
                <c:pt idx="1853">
                  <c:v>-3.8539482461389909E-4</c:v>
                </c:pt>
                <c:pt idx="1854">
                  <c:v>-3.7962002761631641E-4</c:v>
                </c:pt>
                <c:pt idx="1855">
                  <c:v>-3.7383008611803872E-4</c:v>
                </c:pt>
                <c:pt idx="1856">
                  <c:v>-3.6802521812630311E-4</c:v>
                </c:pt>
                <c:pt idx="1857">
                  <c:v>-3.6220564230999148E-4</c:v>
                </c:pt>
                <c:pt idx="1858">
                  <c:v>-3.5637157799286762E-4</c:v>
                </c:pt>
                <c:pt idx="1859">
                  <c:v>-3.5052324514677879E-4</c:v>
                </c:pt>
                <c:pt idx="1860">
                  <c:v>-3.4466086438482429E-4</c:v>
                </c:pt>
                <c:pt idx="1861">
                  <c:v>-3.3878465695449088E-4</c:v>
                </c:pt>
                <c:pt idx="1862">
                  <c:v>-3.3289484473075532E-4</c:v>
                </c:pt>
                <c:pt idx="1863">
                  <c:v>-3.269916502091554E-4</c:v>
                </c:pt>
                <c:pt idx="1864">
                  <c:v>-3.2107529649882802E-4</c:v>
                </c:pt>
                <c:pt idx="1865">
                  <c:v>-3.1514600731551178E-4</c:v>
                </c:pt>
                <c:pt idx="1866">
                  <c:v>-3.0920400697451302E-4</c:v>
                </c:pt>
                <c:pt idx="1867">
                  <c:v>-3.0324952038363458E-4</c:v>
                </c:pt>
                <c:pt idx="1868">
                  <c:v>-2.9728277303606881E-4</c:v>
                </c:pt>
                <c:pt idx="1869">
                  <c:v>-2.9130399100325241E-4</c:v>
                </c:pt>
                <c:pt idx="1870">
                  <c:v>-2.8531340092768378E-4</c:v>
                </c:pt>
                <c:pt idx="1871">
                  <c:v>-2.7931123001570301E-4</c:v>
                </c:pt>
                <c:pt idx="1872">
                  <c:v>-2.7329770603023242E-4</c:v>
                </c:pt>
                <c:pt idx="1873">
                  <c:v>-2.6727305728348199E-4</c:v>
                </c:pt>
                <c:pt idx="1874">
                  <c:v>-2.612375126296174E-4</c:v>
                </c:pt>
                <c:pt idx="1875">
                  <c:v>-2.5519130145739381E-4</c:v>
                </c:pt>
                <c:pt idx="1876">
                  <c:v>-2.4913465368275558E-4</c:v>
                </c:pt>
                <c:pt idx="1877">
                  <c:v>-2.4306779974140171E-4</c:v>
                </c:pt>
                <c:pt idx="1878">
                  <c:v>-2.369909705813196E-4</c:v>
                </c:pt>
                <c:pt idx="1879">
                  <c:v>-2.3090439765528629E-4</c:v>
                </c:pt>
                <c:pt idx="1880">
                  <c:v>-2.248083129133346E-4</c:v>
                </c:pt>
                <c:pt idx="1881">
                  <c:v>-2.187029487951821E-4</c:v>
                </c:pt>
                <c:pt idx="1882">
                  <c:v>-2.1258853822262049E-4</c:v>
                </c:pt>
                <c:pt idx="1883">
                  <c:v>-2.0646531459186471E-4</c:v>
                </c:pt>
                <c:pt idx="1884">
                  <c:v>-2.0033351176586121E-4</c:v>
                </c:pt>
                <c:pt idx="1885">
                  <c:v>-1.9419336406655401E-4</c:v>
                </c:pt>
                <c:pt idx="1886">
                  <c:v>-1.8804510626710969E-4</c:v>
                </c:pt>
                <c:pt idx="1887">
                  <c:v>-1.8188897358410391E-4</c:v>
                </c:pt>
                <c:pt idx="1888">
                  <c:v>-1.7572520166967049E-4</c:v>
                </c:pt>
                <c:pt idx="1889">
                  <c:v>-1.6955402660361941E-4</c:v>
                </c:pt>
                <c:pt idx="1890">
                  <c:v>-1.6337568488551939E-4</c:v>
                </c:pt>
                <c:pt idx="1891">
                  <c:v>-1.57190413426749E-4</c:v>
                </c:pt>
                <c:pt idx="1892">
                  <c:v>-1.5099844954251279E-4</c:v>
                </c:pt>
                <c:pt idx="1893">
                  <c:v>-1.448000309438244E-4</c:v>
                </c:pt>
                <c:pt idx="1894">
                  <c:v>-1.3859539572945131E-4</c:v>
                </c:pt>
                <c:pt idx="1895">
                  <c:v>-1.3238478237782169E-4</c:v>
                </c:pt>
                <c:pt idx="1896">
                  <c:v>-1.2616842973888899E-4</c:v>
                </c:pt>
                <c:pt idx="1897">
                  <c:v>-1.199465770259565E-4</c:v>
                </c:pt>
                <c:pt idx="1898">
                  <c:v>-1.1371946380746289E-4</c:v>
                </c:pt>
                <c:pt idx="1899">
                  <c:v>-1.0748732999872961E-4</c:v>
                </c:pt>
                <c:pt idx="1900">
                  <c:v>-1.01250415853669E-4</c:v>
                </c:pt>
                <c:pt idx="1901">
                  <c:v>-9.500896195645672E-5</c:v>
                </c:pt>
                <c:pt idx="1902">
                  <c:v>-8.8763209213164212E-5</c:v>
                </c:pt>
                <c:pt idx="1903">
                  <c:v>-8.2513398843354096E-5</c:v>
                </c:pt>
                <c:pt idx="1904">
                  <c:v>-7.6259772371636012E-5</c:v>
                </c:pt>
                <c:pt idx="1905">
                  <c:v>-7.0002571619184236E-5</c:v>
                </c:pt>
                <c:pt idx="1906">
                  <c:v>-6.3742038695216926E-5</c:v>
                </c:pt>
                <c:pt idx="1907">
                  <c:v>-5.7478415988437593E-5</c:v>
                </c:pt>
                <c:pt idx="1908">
                  <c:v>-5.1211946158438301E-5</c:v>
                </c:pt>
                <c:pt idx="1909">
                  <c:v>-4.4942872127065401E-5</c:v>
                </c:pt>
                <c:pt idx="1910">
                  <c:v>-3.867143706974835E-5</c:v>
                </c:pt>
                <c:pt idx="1911">
                  <c:v>-3.2397884406793123E-5</c:v>
                </c:pt>
                <c:pt idx="1912">
                  <c:v>-2.61224577946412E-5</c:v>
                </c:pt>
                <c:pt idx="1913">
                  <c:v>-1.9845401117094249E-5</c:v>
                </c:pt>
                <c:pt idx="1914">
                  <c:v>-1.3566958476502641E-5</c:v>
                </c:pt>
                <c:pt idx="1915">
                  <c:v>-7.2873741849165373E-6</c:v>
                </c:pt>
                <c:pt idx="1916">
                  <c:v>-1.006892755200615E-6</c:v>
                </c:pt>
                <c:pt idx="1917">
                  <c:v>5.2742411078850931E-6</c:v>
                </c:pt>
                <c:pt idx="1918">
                  <c:v>1.1555782516636201E-5</c:v>
                </c:pt>
                <c:pt idx="1919">
                  <c:v>1.7837486409386881E-5</c:v>
                </c:pt>
                <c:pt idx="1920">
                  <c:v>2.4119107559524991E-5</c:v>
                </c:pt>
                <c:pt idx="1921">
                  <c:v>3.04004005845386E-5</c:v>
                </c:pt>
                <c:pt idx="1922">
                  <c:v>3.6681119955093693E-5</c:v>
                </c:pt>
                <c:pt idx="1923">
                  <c:v>4.2961020004143223E-5</c:v>
                </c:pt>
                <c:pt idx="1924">
                  <c:v>4.9239854936068412E-5</c:v>
                </c:pt>
                <c:pt idx="1925">
                  <c:v>5.5517378835852388E-5</c:v>
                </c:pt>
                <c:pt idx="1926">
                  <c:v>6.1793345678285688E-5</c:v>
                </c:pt>
                <c:pt idx="1927">
                  <c:v>6.8067509337201942E-5</c:v>
                </c:pt>
                <c:pt idx="1928">
                  <c:v>7.4339623594741865E-5</c:v>
                </c:pt>
                <c:pt idx="1929">
                  <c:v>8.0609442150644575E-5</c:v>
                </c:pt>
                <c:pt idx="1930">
                  <c:v>8.687671863156532E-5</c:v>
                </c:pt>
                <c:pt idx="1931">
                  <c:v>9.3141206600419804E-5</c:v>
                </c:pt>
                <c:pt idx="1932">
                  <c:v>9.9402659565755278E-5</c:v>
                </c:pt>
                <c:pt idx="1933">
                  <c:v>1.056608309911497E-4</c:v>
                </c:pt>
                <c:pt idx="1934">
                  <c:v>1.119154743046378E-4</c:v>
                </c:pt>
                <c:pt idx="1935">
                  <c:v>1.1816634290816229E-4</c:v>
                </c:pt>
                <c:pt idx="1936">
                  <c:v>1.2441319018704689E-4</c:v>
                </c:pt>
                <c:pt idx="1937">
                  <c:v>1.3065576951949251E-4</c:v>
                </c:pt>
                <c:pt idx="1938">
                  <c:v>1.368938342860943E-4</c:v>
                </c:pt>
                <c:pt idx="1939">
                  <c:v>1.4312713787938109E-4</c:v>
                </c:pt>
                <c:pt idx="1940">
                  <c:v>1.4935543371338039E-4</c:v>
                </c:pt>
                <c:pt idx="1941">
                  <c:v>1.5557847523321191E-4</c:v>
                </c:pt>
                <c:pt idx="1942">
                  <c:v>1.6179601592471499E-4</c:v>
                </c:pt>
                <c:pt idx="1943">
                  <c:v>1.6800780932410799E-4</c:v>
                </c:pt>
                <c:pt idx="1944">
                  <c:v>1.742136090276783E-4</c:v>
                </c:pt>
                <c:pt idx="1945">
                  <c:v>1.8041316870150189E-4</c:v>
                </c:pt>
                <c:pt idx="1946">
                  <c:v>1.8660624209118851E-4</c:v>
                </c:pt>
                <c:pt idx="1947">
                  <c:v>1.927925830316528E-4</c:v>
                </c:pt>
                <c:pt idx="1948">
                  <c:v>1.9897194545691061E-4</c:v>
                </c:pt>
                <c:pt idx="1949">
                  <c:v>2.0514408340989871E-4</c:v>
                </c:pt>
                <c:pt idx="1950">
                  <c:v>2.1130875105231881E-4</c:v>
                </c:pt>
                <c:pt idx="1951">
                  <c:v>2.1746570267450589E-4</c:v>
                </c:pt>
                <c:pt idx="1952">
                  <c:v>2.2361469270532229E-4</c:v>
                </c:pt>
                <c:pt idx="1953">
                  <c:v>2.297554757220778E-4</c:v>
                </c:pt>
                <c:pt idx="1954">
                  <c:v>2.3588780646047509E-4</c:v>
                </c:pt>
                <c:pt idx="1955">
                  <c:v>2.4201143982457819E-4</c:v>
                </c:pt>
                <c:pt idx="1956">
                  <c:v>2.4812613089680098E-4</c:v>
                </c:pt>
                <c:pt idx="1957">
                  <c:v>2.5423163494791201E-4</c:v>
                </c:pt>
                <c:pt idx="1958">
                  <c:v>2.6032770744705572E-4</c:v>
                </c:pt>
                <c:pt idx="1959">
                  <c:v>2.6641410407179109E-4</c:v>
                </c:pt>
                <c:pt idx="1960">
                  <c:v>2.7249058071814882E-4</c:v>
                </c:pt>
                <c:pt idx="1961">
                  <c:v>2.7855689351070808E-4</c:v>
                </c:pt>
                <c:pt idx="1962">
                  <c:v>2.8461279881269308E-4</c:v>
                </c:pt>
                <c:pt idx="1963">
                  <c:v>2.9065805323608742E-4</c:v>
                </c:pt>
                <c:pt idx="1964">
                  <c:v>2.9669241365176419E-4</c:v>
                </c:pt>
                <c:pt idx="1965">
                  <c:v>3.0271563719963518E-4</c:v>
                </c:pt>
                <c:pt idx="1966">
                  <c:v>3.087274812988176E-4</c:v>
                </c:pt>
                <c:pt idx="1967">
                  <c:v>3.1472770365782531E-4</c:v>
                </c:pt>
                <c:pt idx="1968">
                  <c:v>3.2071606228478141E-4</c:v>
                </c:pt>
                <c:pt idx="1969">
                  <c:v>3.2669231549765508E-4</c:v>
                </c:pt>
                <c:pt idx="1970">
                  <c:v>3.3265622193452042E-4</c:v>
                </c:pt>
                <c:pt idx="1971">
                  <c:v>3.3860754056383511E-4</c:v>
                </c:pt>
                <c:pt idx="1972">
                  <c:v>3.4454603069474139E-4</c:v>
                </c:pt>
                <c:pt idx="1973">
                  <c:v>3.50471451987383E-4</c:v>
                </c:pt>
                <c:pt idx="1974">
                  <c:v>3.5638356446323781E-4</c:v>
                </c:pt>
                <c:pt idx="1975">
                  <c:v>3.6228212851546412E-4</c:v>
                </c:pt>
                <c:pt idx="1976">
                  <c:v>3.6816690491925998E-4</c:v>
                </c:pt>
                <c:pt idx="1977">
                  <c:v>3.740376548422364E-4</c:v>
                </c:pt>
                <c:pt idx="1978">
                  <c:v>3.7989413985480122E-4</c:v>
                </c:pt>
                <c:pt idx="1979">
                  <c:v>3.8573612194055419E-4</c:v>
                </c:pt>
                <c:pt idx="1980">
                  <c:v>3.9156336350669267E-4</c:v>
                </c:pt>
                <c:pt idx="1981">
                  <c:v>3.973756273944291E-4</c:v>
                </c:pt>
                <c:pt idx="1982">
                  <c:v>4.0317267688942139E-4</c:v>
                </c:pt>
                <c:pt idx="1983">
                  <c:v>4.0895427573221582E-4</c:v>
                </c:pt>
                <c:pt idx="1984">
                  <c:v>4.1472018812870141E-4</c:v>
                </c:pt>
                <c:pt idx="1985">
                  <c:v>4.2047017876057849E-4</c:v>
                </c:pt>
                <c:pt idx="1986">
                  <c:v>4.2620401279584009E-4</c:v>
                </c:pt>
                <c:pt idx="1987">
                  <c:v>4.3192145589926559E-4</c:v>
                </c:pt>
                <c:pt idx="1988">
                  <c:v>4.3762227424292902E-4</c:v>
                </c:pt>
                <c:pt idx="1989">
                  <c:v>4.4330623451671738E-4</c:v>
                </c:pt>
                <c:pt idx="1990">
                  <c:v>4.4897310393886031E-4</c:v>
                </c:pt>
                <c:pt idx="1991">
                  <c:v>4.546226502664691E-4</c:v>
                </c:pt>
                <c:pt idx="1992">
                  <c:v>4.6025464180608582E-4</c:v>
                </c:pt>
                <c:pt idx="1993">
                  <c:v>4.6586884742424089E-4</c:v>
                </c:pt>
                <c:pt idx="1994">
                  <c:v>4.714650365580197E-4</c:v>
                </c:pt>
                <c:pt idx="1995">
                  <c:v>4.7704297922563851E-4</c:v>
                </c:pt>
                <c:pt idx="1996">
                  <c:v>4.8260244603702979E-4</c:v>
                </c:pt>
                <c:pt idx="1997">
                  <c:v>4.8814320820443863E-4</c:v>
                </c:pt>
                <c:pt idx="1998">
                  <c:v>4.9366503755302971E-4</c:v>
                </c:pt>
                <c:pt idx="1999">
                  <c:v>4.9916770653150573E-4</c:v>
                </c:pt>
                <c:pt idx="2000">
                  <c:v>5.0465098822273275E-4</c:v>
                </c:pt>
                <c:pt idx="2001">
                  <c:v>5.1011465635437069E-4</c:v>
                </c:pt>
                <c:pt idx="2002">
                  <c:v>5.1555848530950683E-4</c:v>
                </c:pt>
                <c:pt idx="2003">
                  <c:v>5.2098225013729295E-4</c:v>
                </c:pt>
                <c:pt idx="2004">
                  <c:v>5.2638572656358142E-4</c:v>
                </c:pt>
                <c:pt idx="2005">
                  <c:v>5.3176869100156441E-4</c:v>
                </c:pt>
                <c:pt idx="2006">
                  <c:v>5.3713092056241094E-4</c:v>
                </c:pt>
                <c:pt idx="2007">
                  <c:v>5.4247219306590583E-4</c:v>
                </c:pt>
                <c:pt idx="2008">
                  <c:v>5.4779228705109011E-4</c:v>
                </c:pt>
                <c:pt idx="2009">
                  <c:v>5.5309098178690037E-4</c:v>
                </c:pt>
                <c:pt idx="2010">
                  <c:v>5.5836805728280746E-4</c:v>
                </c:pt>
                <c:pt idx="2011">
                  <c:v>5.6362329429945402E-4</c:v>
                </c:pt>
                <c:pt idx="2012">
                  <c:v>5.6885647435928847E-4</c:v>
                </c:pt>
                <c:pt idx="2013">
                  <c:v>5.7406737975719481E-4</c:v>
                </c:pt>
                <c:pt idx="2014">
                  <c:v>5.7925579357111852E-4</c:v>
                </c:pt>
                <c:pt idx="2015">
                  <c:v>5.8442149967268529E-4</c:v>
                </c:pt>
                <c:pt idx="2016">
                  <c:v>5.895642827378159E-4</c:v>
                </c:pt>
                <c:pt idx="2017">
                  <c:v>5.9468392825733182E-4</c:v>
                </c:pt>
                <c:pt idx="2018">
                  <c:v>5.9978022254754935E-4</c:v>
                </c:pt>
                <c:pt idx="2019">
                  <c:v>6.0485295276086056E-4</c:v>
                </c:pt>
                <c:pt idx="2020">
                  <c:v>6.0990190689629898E-4</c:v>
                </c:pt>
                <c:pt idx="2021">
                  <c:v>6.1492687381008886E-4</c:v>
                </c:pt>
                <c:pt idx="2022">
                  <c:v>6.1992764322618059E-4</c:v>
                </c:pt>
                <c:pt idx="2023">
                  <c:v>6.2490400574677233E-4</c:v>
                </c:pt>
                <c:pt idx="2024">
                  <c:v>6.2985575286281736E-4</c:v>
                </c:pt>
                <c:pt idx="2025">
                  <c:v>6.3478267696451545E-4</c:v>
                </c:pt>
                <c:pt idx="2026">
                  <c:v>6.3968457135178507E-4</c:v>
                </c:pt>
                <c:pt idx="2027">
                  <c:v>6.4456123024471607E-4</c:v>
                </c:pt>
                <c:pt idx="2028">
                  <c:v>6.4941244879400015E-4</c:v>
                </c:pt>
                <c:pt idx="2029">
                  <c:v>6.5423802309133876E-4</c:v>
                </c:pt>
                <c:pt idx="2030">
                  <c:v>6.5903775017982431E-4</c:v>
                </c:pt>
                <c:pt idx="2031">
                  <c:v>6.638114280643015E-4</c:v>
                </c:pt>
                <c:pt idx="2032">
                  <c:v>6.6855885572170647E-4</c:v>
                </c:pt>
                <c:pt idx="2033">
                  <c:v>6.7327983311138515E-4</c:v>
                </c:pt>
                <c:pt idx="2034">
                  <c:v>6.7797416118538874E-4</c:v>
                </c:pt>
                <c:pt idx="2035">
                  <c:v>6.8264164189874542E-4</c:v>
                </c:pt>
                <c:pt idx="2036">
                  <c:v>6.8728207821970979E-4</c:v>
                </c:pt>
                <c:pt idx="2037">
                  <c:v>6.9189527413998967E-4</c:v>
                </c:pt>
                <c:pt idx="2038">
                  <c:v>6.9648103468494956E-4</c:v>
                </c:pt>
                <c:pt idx="2039">
                  <c:v>7.010391659237888E-4</c:v>
                </c:pt>
                <c:pt idx="2040">
                  <c:v>7.0556947497968836E-4</c:v>
                </c:pt>
                <c:pt idx="2041">
                  <c:v>7.1007177003992879E-4</c:v>
                </c:pt>
                <c:pt idx="2042">
                  <c:v>7.1454586036597673E-4</c:v>
                </c:pt>
                <c:pt idx="2043">
                  <c:v>7.1899155630354033E-4</c:v>
                </c:pt>
                <c:pt idx="2044">
                  <c:v>7.2340866929259144E-4</c:v>
                </c:pt>
                <c:pt idx="2045">
                  <c:v>7.277970118773553E-4</c:v>
                </c:pt>
                <c:pt idx="2046">
                  <c:v>7.3215639771626766E-4</c:v>
                </c:pt>
                <c:pt idx="2047">
                  <c:v>7.3648664159189404E-4</c:v>
                </c:pt>
                <c:pt idx="2048">
                  <c:v>7.4078755942081319E-4</c:v>
                </c:pt>
                <c:pt idx="2049">
                  <c:v>7.4505896826346338E-4</c:v>
                </c:pt>
                <c:pt idx="2050">
                  <c:v>7.4930068633395424E-4</c:v>
                </c:pt>
                <c:pt idx="2051">
                  <c:v>7.5351253300984125E-4</c:v>
                </c:pt>
                <c:pt idx="2052">
                  <c:v>7.5769432884186287E-4</c:v>
                </c:pt>
                <c:pt idx="2053">
                  <c:v>7.6184589556363717E-4</c:v>
                </c:pt>
                <c:pt idx="2054">
                  <c:v>7.6596705610131651E-4</c:v>
                </c:pt>
                <c:pt idx="2055">
                  <c:v>7.7005763458319956E-4</c:v>
                </c:pt>
                <c:pt idx="2056">
                  <c:v>7.7411745634929717E-4</c:v>
                </c:pt>
                <c:pt idx="2057">
                  <c:v>7.7814634796085204E-4</c:v>
                </c:pt>
                <c:pt idx="2058">
                  <c:v>7.8214413720981266E-4</c:v>
                </c:pt>
                <c:pt idx="2059">
                  <c:v>7.8611065312826482E-4</c:v>
                </c:pt>
                <c:pt idx="2060">
                  <c:v>7.9004572599781933E-4</c:v>
                </c:pt>
                <c:pt idx="2061">
                  <c:v>7.9394918735895383E-4</c:v>
                </c:pt>
                <c:pt idx="2062">
                  <c:v>7.9782087002030838E-4</c:v>
                </c:pt>
                <c:pt idx="2063">
                  <c:v>8.0166060806793329E-4</c:v>
                </c:pt>
                <c:pt idx="2064">
                  <c:v>8.0546823687448806E-4</c:v>
                </c:pt>
                <c:pt idx="2065">
                  <c:v>8.0924359310839222E-4</c:v>
                </c:pt>
                <c:pt idx="2066">
                  <c:v>8.1298651474292474E-4</c:v>
                </c:pt>
                <c:pt idx="2067">
                  <c:v>8.1669684106526962E-4</c:v>
                </c:pt>
                <c:pt idx="2068">
                  <c:v>8.2037441268550861E-4</c:v>
                </c:pt>
                <c:pt idx="2069">
                  <c:v>8.2401907154556163E-4</c:v>
                </c:pt>
                <c:pt idx="2070">
                  <c:v>8.2763066092807018E-4</c:v>
                </c:pt>
                <c:pt idx="2071">
                  <c:v>8.3120902546522494E-4</c:v>
                </c:pt>
                <c:pt idx="2072">
                  <c:v>8.3475401114753629E-4</c:v>
                </c:pt>
                <c:pt idx="2073">
                  <c:v>8.3826546533254695E-4</c:v>
                </c:pt>
                <c:pt idx="2074">
                  <c:v>8.4174323675348514E-4</c:v>
                </c:pt>
                <c:pt idx="2075">
                  <c:v>8.4518717552785653E-4</c:v>
                </c:pt>
                <c:pt idx="2076">
                  <c:v>8.4859713316597313E-4</c:v>
                </c:pt>
                <c:pt idx="2077">
                  <c:v>8.519729625794196E-4</c:v>
                </c:pt>
                <c:pt idx="2078">
                  <c:v>8.5531451808945527E-4</c:v>
                </c:pt>
                <c:pt idx="2079">
                  <c:v>8.5862165543534863E-4</c:v>
                </c:pt>
                <c:pt idx="2080">
                  <c:v>8.618942317826446E-4</c:v>
                </c:pt>
                <c:pt idx="2081">
                  <c:v>8.6513210573136378E-4</c:v>
                </c:pt>
                <c:pt idx="2082">
                  <c:v>8.6833513732413527E-4</c:v>
                </c:pt>
                <c:pt idx="2083">
                  <c:v>8.715031880542623E-4</c:v>
                </c:pt>
                <c:pt idx="2084">
                  <c:v>8.7463612087372599E-4</c:v>
                </c:pt>
                <c:pt idx="2085">
                  <c:v>8.7773380020112336E-4</c:v>
                </c:pt>
                <c:pt idx="2086">
                  <c:v>8.8079609192953602E-4</c:v>
                </c:pt>
                <c:pt idx="2087">
                  <c:v>8.838228634343257E-4</c:v>
                </c:pt>
                <c:pt idx="2088">
                  <c:v>8.8681398358085757E-4</c:v>
                </c:pt>
                <c:pt idx="2089">
                  <c:v>8.8976932273215231E-4</c:v>
                </c:pt>
                <c:pt idx="2090">
                  <c:v>8.9268875275646403E-4</c:v>
                </c:pt>
                <c:pt idx="2091">
                  <c:v>8.9557214703478644E-4</c:v>
                </c:pt>
                <c:pt idx="2092">
                  <c:v>8.9841938046828743E-4</c:v>
                </c:pt>
                <c:pt idx="2093">
                  <c:v>9.0123032948567522E-4</c:v>
                </c:pt>
                <c:pt idx="2094">
                  <c:v>9.0400487205049044E-4</c:v>
                </c:pt>
                <c:pt idx="2095">
                  <c:v>9.0674288766831829E-4</c:v>
                </c:pt>
                <c:pt idx="2096">
                  <c:v>9.094442573939212E-4</c:v>
                </c:pt>
                <c:pt idx="2097">
                  <c:v>9.1210886383828683E-4</c:v>
                </c:pt>
                <c:pt idx="2098">
                  <c:v>9.1473659117559522E-4</c:v>
                </c:pt>
                <c:pt idx="2099">
                  <c:v>9.1732732515010173E-4</c:v>
                </c:pt>
                <c:pt idx="2100">
                  <c:v>9.1988095308293937E-4</c:v>
                </c:pt>
                <c:pt idx="2101">
                  <c:v>9.2239736387883715E-4</c:v>
                </c:pt>
                <c:pt idx="2102">
                  <c:v>9.2487644803275492E-4</c:v>
                </c:pt>
                <c:pt idx="2103">
                  <c:v>9.2731809763643648E-4</c:v>
                </c:pt>
                <c:pt idx="2104">
                  <c:v>9.2972220638488045E-4</c:v>
                </c:pt>
                <c:pt idx="2105">
                  <c:v>9.3208866958273081E-4</c:v>
                </c:pt>
                <c:pt idx="2106">
                  <c:v>9.3441738415058493E-4</c:v>
                </c:pt>
                <c:pt idx="2107">
                  <c:v>9.3670824863121291E-4</c:v>
                </c:pt>
                <c:pt idx="2108">
                  <c:v>9.3896116319568839E-4</c:v>
                </c:pt>
                <c:pt idx="2109">
                  <c:v>9.4117602964942924E-4</c:v>
                </c:pt>
                <c:pt idx="2110">
                  <c:v>9.4335275143814918E-4</c:v>
                </c:pt>
                <c:pt idx="2111">
                  <c:v>9.4549123365372247E-4</c:v>
                </c:pt>
                <c:pt idx="2112">
                  <c:v>9.4759138303995817E-4</c:v>
                </c:pt>
                <c:pt idx="2113">
                  <c:v>9.4965310799828161E-4</c:v>
                </c:pt>
                <c:pt idx="2114">
                  <c:v>9.5167631859332711E-4</c:v>
                </c:pt>
                <c:pt idx="2115">
                  <c:v>9.536609265584394E-4</c:v>
                </c:pt>
                <c:pt idx="2116">
                  <c:v>9.5560684530108424E-4</c:v>
                </c:pt>
                <c:pt idx="2117">
                  <c:v>9.5751398990816749E-4</c:v>
                </c:pt>
                <c:pt idx="2118">
                  <c:v>9.5938227715126369E-4</c:v>
                </c:pt>
                <c:pt idx="2119">
                  <c:v>9.6121162549175053E-4</c:v>
                </c:pt>
                <c:pt idx="2120">
                  <c:v>9.630019550858508E-4</c:v>
                </c:pt>
                <c:pt idx="2121">
                  <c:v>9.6475318778958103E-4</c:v>
                </c:pt>
                <c:pt idx="2122">
                  <c:v>9.6646524716360502E-4</c:v>
                </c:pt>
                <c:pt idx="2123">
                  <c:v>9.6813805847798743E-4</c:v>
                </c:pt>
                <c:pt idx="2124">
                  <c:v>9.6977154871685214E-4</c:v>
                </c:pt>
                <c:pt idx="2125">
                  <c:v>9.7136564658294254E-4</c:v>
                </c:pt>
                <c:pt idx="2126">
                  <c:v>9.7292028250208276E-4</c:v>
                </c:pt>
                <c:pt idx="2127">
                  <c:v>9.7443538862754101E-4</c:v>
                </c:pt>
                <c:pt idx="2128">
                  <c:v>9.7591089884429172E-4</c:v>
                </c:pt>
                <c:pt idx="2129">
                  <c:v>9.7734674877317479E-4</c:v>
                </c:pt>
                <c:pt idx="2130">
                  <c:v>9.7874287577495115E-4</c:v>
                </c:pt>
                <c:pt idx="2131">
                  <c:v>9.8009921895425632E-4</c:v>
                </c:pt>
                <c:pt idx="2132">
                  <c:v>9.8141571916344843E-4</c:v>
                </c:pt>
                <c:pt idx="2133">
                  <c:v>9.8269231900635677E-4</c:v>
                </c:pt>
                <c:pt idx="2134">
                  <c:v>9.8392896284192882E-4</c:v>
                </c:pt>
                <c:pt idx="2135">
                  <c:v>9.8512559678777729E-4</c:v>
                </c:pt>
                <c:pt idx="2136">
                  <c:v>9.8628216872362492E-4</c:v>
                </c:pt>
                <c:pt idx="2137">
                  <c:v>9.8739862829465026E-4</c:v>
                </c:pt>
                <c:pt idx="2138">
                  <c:v>9.8847492691473077E-4</c:v>
                </c:pt>
                <c:pt idx="2139">
                  <c:v>9.8951101776958332E-4</c:v>
                </c:pt>
                <c:pt idx="2140">
                  <c:v>9.9050685581980168E-4</c:v>
                </c:pt>
                <c:pt idx="2141">
                  <c:v>9.914623978037882E-4</c:v>
                </c:pt>
                <c:pt idx="2142">
                  <c:v>9.923776022405786E-4</c:v>
                </c:pt>
                <c:pt idx="2143">
                  <c:v>9.9325242943256288E-4</c:v>
                </c:pt>
                <c:pt idx="2144">
                  <c:v>9.9408684146810693E-4</c:v>
                </c:pt>
                <c:pt idx="2145">
                  <c:v>9.9488080222406915E-4</c:v>
                </c:pt>
                <c:pt idx="2146">
                  <c:v>9.9563427736821457E-4</c:v>
                </c:pt>
                <c:pt idx="2147">
                  <c:v>9.9634723436152332E-4</c:v>
                </c:pt>
                <c:pt idx="2148">
                  <c:v>9.9701964246039156E-4</c:v>
                </c:pt>
                <c:pt idx="2149">
                  <c:v>9.9765147271872485E-4</c:v>
                </c:pt>
                <c:pt idx="2150">
                  <c:v>9.9824269798992203E-4</c:v>
                </c:pt>
                <c:pt idx="2151">
                  <c:v>9.9879329292875308E-4</c:v>
                </c:pt>
                <c:pt idx="2152">
                  <c:v>9.9930323399312349E-4</c:v>
                </c:pt>
                <c:pt idx="2153">
                  <c:v>9.9977249944573163E-4</c:v>
                </c:pt>
                <c:pt idx="2154">
                  <c:v>1.000201069355612E-3</c:v>
                </c:pt>
                <c:pt idx="2155">
                  <c:v>1.000588925599567E-3</c:v>
                </c:pt>
                <c:pt idx="2156">
                  <c:v>1.000936051863494E-3</c:v>
                </c:pt>
                <c:pt idx="2157">
                  <c:v>1.0012424336435909E-3</c:v>
                </c:pt>
                <c:pt idx="2158">
                  <c:v>1.0015080582474671E-3</c:v>
                </c:pt>
                <c:pt idx="2159">
                  <c:v>1.0017329147951289E-3</c:v>
                </c:pt>
                <c:pt idx="2160">
                  <c:v>1.001916994219858E-3</c:v>
                </c:pt>
                <c:pt idx="2161">
                  <c:v>1.002060289268969E-3</c:v>
                </c:pt>
                <c:pt idx="2162">
                  <c:v>1.002162794504464E-3</c:v>
                </c:pt>
                <c:pt idx="2163">
                  <c:v>1.002224506303578E-3</c:v>
                </c:pt>
                <c:pt idx="2164">
                  <c:v>1.0022454228592189E-3</c:v>
                </c:pt>
                <c:pt idx="2165">
                  <c:v>1.0022255441802959E-3</c:v>
                </c:pt>
                <c:pt idx="2166">
                  <c:v>1.0021648720919471E-3</c:v>
                </c:pt>
                <c:pt idx="2167">
                  <c:v>1.0020634102356511E-3</c:v>
                </c:pt>
                <c:pt idx="2168">
                  <c:v>1.0019211640692369E-3</c:v>
                </c:pt>
                <c:pt idx="2169">
                  <c:v>1.0017381408667799E-3</c:v>
                </c:pt>
                <c:pt idx="2170">
                  <c:v>1.0015143497183829E-3</c:v>
                </c:pt>
                <c:pt idx="2171">
                  <c:v>1.0012498015298521E-3</c:v>
                </c:pt>
                <c:pt idx="2172">
                  <c:v>1.000944509022265E-3</c:v>
                </c:pt>
                <c:pt idx="2173">
                  <c:v>1.000598486731425E-3</c:v>
                </c:pt>
                <c:pt idx="2174">
                  <c:v>1.0002117510072169E-3</c:v>
                </c:pt>
                <c:pt idx="2175">
                  <c:v>9.9978432001284682E-4</c:v>
                </c:pt>
                <c:pt idx="2176">
                  <c:v>9.993162137239785E-4</c:v>
                </c:pt>
                <c:pt idx="2177">
                  <c:v>9.9880745392775866E-4</c:v>
                </c:pt>
                <c:pt idx="2178">
                  <c:v>9.9825806422173874E-4</c:v>
                </c:pt>
                <c:pt idx="2179">
                  <c:v>9.976680700126857E-4</c:v>
                </c:pt>
                <c:pt idx="2180">
                  <c:v>9.9703749851528297E-4</c:v>
                </c:pt>
                <c:pt idx="2181">
                  <c:v>9.9636637875072159E-4</c:v>
                </c:pt>
                <c:pt idx="2182">
                  <c:v>9.956547415451867E-4</c:v>
                </c:pt>
                <c:pt idx="2183">
                  <c:v>9.9490261952823989E-4</c:v>
                </c:pt>
                <c:pt idx="2184">
                  <c:v>9.9411004713109122E-4</c:v>
                </c:pt>
                <c:pt idx="2185">
                  <c:v>9.9327706058476494E-4</c:v>
                </c:pt>
                <c:pt idx="2186">
                  <c:v>9.9240369791815338E-4</c:v>
                </c:pt>
                <c:pt idx="2187">
                  <c:v>9.9148999895596452E-4</c:v>
                </c:pt>
                <c:pt idx="2188">
                  <c:v>9.9053600531656097E-4</c:v>
                </c:pt>
                <c:pt idx="2189">
                  <c:v>9.8954176040969575E-4</c:v>
                </c:pt>
                <c:pt idx="2190">
                  <c:v>9.8850730943414087E-4</c:v>
                </c:pt>
                <c:pt idx="2191">
                  <c:v>9.8743269937521454E-4</c:v>
                </c:pt>
                <c:pt idx="2192">
                  <c:v>9.8631797900220722E-4</c:v>
                </c:pt>
                <c:pt idx="2193">
                  <c:v>9.8516319886570391E-4</c:v>
                </c:pt>
                <c:pt idx="2194">
                  <c:v>9.8396841129480507E-4</c:v>
                </c:pt>
                <c:pt idx="2195">
                  <c:v>9.8273367039423834E-4</c:v>
                </c:pt>
                <c:pt idx="2196">
                  <c:v>9.8145903204136398E-4</c:v>
                </c:pt>
                <c:pt idx="2197">
                  <c:v>9.8014455388307402E-4</c:v>
                </c:pt>
                <c:pt idx="2198">
                  <c:v>9.7879029533258326E-4</c:v>
                </c:pt>
                <c:pt idx="2199">
                  <c:v>9.7739631756611832E-4</c:v>
                </c:pt>
                <c:pt idx="2200">
                  <c:v>9.7596268351949776E-4</c:v>
                </c:pt>
                <c:pt idx="2201">
                  <c:v>9.7448945788460603E-4</c:v>
                </c:pt>
                <c:pt idx="2202">
                  <c:v>9.7297670710575705E-4</c:v>
                </c:pt>
                <c:pt idx="2203">
                  <c:v>9.7142449937595208E-4</c:v>
                </c:pt>
                <c:pt idx="2204">
                  <c:v>9.698329046330331E-4</c:v>
                </c:pt>
                <c:pt idx="2205">
                  <c:v>9.6820199455573889E-4</c:v>
                </c:pt>
                <c:pt idx="2206">
                  <c:v>9.6653184255966176E-4</c:v>
                </c:pt>
                <c:pt idx="2207">
                  <c:v>9.6482252379310465E-4</c:v>
                </c:pt>
                <c:pt idx="2208">
                  <c:v>9.6307411513283693E-4</c:v>
                </c:pt>
                <c:pt idx="2209">
                  <c:v>9.6128669517974948E-4</c:v>
                </c:pt>
                <c:pt idx="2210">
                  <c:v>9.5946034425440523E-4</c:v>
                </c:pt>
                <c:pt idx="2211">
                  <c:v>9.5759514439248353E-4</c:v>
                </c:pt>
                <c:pt idx="2212">
                  <c:v>9.5569117934012125E-4</c:v>
                </c:pt>
                <c:pt idx="2213">
                  <c:v>9.5374853454915215E-4</c:v>
                </c:pt>
                <c:pt idx="2214">
                  <c:v>9.5176729717224651E-4</c:v>
                </c:pt>
                <c:pt idx="2215">
                  <c:v>9.497475560579508E-4</c:v>
                </c:pt>
                <c:pt idx="2216">
                  <c:v>9.4768940174563214E-4</c:v>
                </c:pt>
                <c:pt idx="2217">
                  <c:v>9.4559292646032565E-4</c:v>
                </c:pt>
                <c:pt idx="2218">
                  <c:v>9.4345822410748538E-4</c:v>
                </c:pt>
                <c:pt idx="2219">
                  <c:v>9.4128539026763769E-4</c:v>
                </c:pt>
                <c:pt idx="2220">
                  <c:v>9.3907452219093321E-4</c:v>
                </c:pt>
                <c:pt idx="2221">
                  <c:v>9.3682571879160107E-4</c:v>
                </c:pt>
                <c:pt idx="2222">
                  <c:v>9.3453908064230768E-4</c:v>
                </c:pt>
                <c:pt idx="2223">
                  <c:v>9.3221470996841891E-4</c:v>
                </c:pt>
                <c:pt idx="2224">
                  <c:v>9.2985271064216881E-4</c:v>
                </c:pt>
                <c:pt idx="2225">
                  <c:v>9.2745318817673229E-4</c:v>
                </c:pt>
                <c:pt idx="2226">
                  <c:v>9.250162497202077E-4</c:v>
                </c:pt>
                <c:pt idx="2227">
                  <c:v>9.2254200404950947E-4</c:v>
                </c:pt>
                <c:pt idx="2228">
                  <c:v>9.2003056156416665E-4</c:v>
                </c:pt>
                <c:pt idx="2229">
                  <c:v>9.1748203428003146E-4</c:v>
                </c:pt>
                <c:pt idx="2230">
                  <c:v>9.1489653582290189E-4</c:v>
                </c:pt>
                <c:pt idx="2231">
                  <c:v>9.1227418142205915E-4</c:v>
                </c:pt>
                <c:pt idx="2232">
                  <c:v>9.0961508790372066E-4</c:v>
                </c:pt>
                <c:pt idx="2233">
                  <c:v>9.0691937368440802E-4</c:v>
                </c:pt>
                <c:pt idx="2234">
                  <c:v>9.0418715876423048E-4</c:v>
                </c:pt>
                <c:pt idx="2235">
                  <c:v>9.0141856472008403E-4</c:v>
                </c:pt>
                <c:pt idx="2236">
                  <c:v>8.9861371469876592E-4</c:v>
                </c:pt>
                <c:pt idx="2237">
                  <c:v>8.9577273341000523E-4</c:v>
                </c:pt>
                <c:pt idx="2238">
                  <c:v>8.9289574711940746E-4</c:v>
                </c:pt>
                <c:pt idx="2239">
                  <c:v>8.8998288364131159E-4</c:v>
                </c:pt>
                <c:pt idx="2240">
                  <c:v>8.8703427233156353E-4</c:v>
                </c:pt>
                <c:pt idx="2241">
                  <c:v>8.8405004408020807E-4</c:v>
                </c:pt>
                <c:pt idx="2242">
                  <c:v>8.8103033130409807E-4</c:v>
                </c:pt>
                <c:pt idx="2243">
                  <c:v>8.7797526793942219E-4</c:v>
                </c:pt>
                <c:pt idx="2244">
                  <c:v>8.7488498943414522E-4</c:v>
                </c:pt>
                <c:pt idx="2245">
                  <c:v>8.7175963274036753E-4</c:v>
                </c:pt>
                <c:pt idx="2246">
                  <c:v>8.6859933630660231E-4</c:v>
                </c:pt>
                <c:pt idx="2247">
                  <c:v>8.6540424006996983E-4</c:v>
                </c:pt>
                <c:pt idx="2248">
                  <c:v>8.6217448544831311E-4</c:v>
                </c:pt>
                <c:pt idx="2249">
                  <c:v>8.5891021533223832E-4</c:v>
                </c:pt>
                <c:pt idx="2250">
                  <c:v>8.556115740770778E-4</c:v>
                </c:pt>
                <c:pt idx="2251">
                  <c:v>8.5227870749478437E-4</c:v>
                </c:pt>
                <c:pt idx="2252">
                  <c:v>8.4891176284575503E-4</c:v>
                </c:pt>
                <c:pt idx="2253">
                  <c:v>8.4551088883058655E-4</c:v>
                </c:pt>
                <c:pt idx="2254">
                  <c:v>8.4207623558176306E-4</c:v>
                </c:pt>
                <c:pt idx="2255">
                  <c:v>8.386079546552728E-4</c:v>
                </c:pt>
                <c:pt idx="2256">
                  <c:v>8.3510619902215483E-4</c:v>
                </c:pt>
                <c:pt idx="2257">
                  <c:v>8.3157112305997402E-4</c:v>
                </c:pt>
                <c:pt idx="2258">
                  <c:v>8.2800288254422617E-4</c:v>
                </c:pt>
                <c:pt idx="2259">
                  <c:v>8.2440163463966818E-4</c:v>
                </c:pt>
                <c:pt idx="2260">
                  <c:v>8.2076753789158091E-4</c:v>
                </c:pt>
                <c:pt idx="2261">
                  <c:v>8.1710075221695807E-4</c:v>
                </c:pt>
                <c:pt idx="2262">
                  <c:v>8.1340143889562368E-4</c:v>
                </c:pt>
                <c:pt idx="2263">
                  <c:v>8.0966976056127992E-4</c:v>
                </c:pt>
                <c:pt idx="2264">
                  <c:v>8.0590588119248811E-4</c:v>
                </c:pt>
                <c:pt idx="2265">
                  <c:v>8.0210996610358078E-4</c:v>
                </c:pt>
                <c:pt idx="2266">
                  <c:v>7.9828218193550658E-4</c:v>
                </c:pt>
                <c:pt idx="2267">
                  <c:v>7.9442269664661152E-4</c:v>
                </c:pt>
                <c:pt idx="2268">
                  <c:v>7.9053167950335628E-4</c:v>
                </c:pt>
                <c:pt idx="2269">
                  <c:v>7.8660930107097703E-4</c:v>
                </c:pt>
                <c:pt idx="2270">
                  <c:v>7.8265573320408701E-4</c:v>
                </c:pt>
                <c:pt idx="2271">
                  <c:v>7.7867114903721983E-4</c:v>
                </c:pt>
                <c:pt idx="2272">
                  <c:v>7.7465572297531087E-4</c:v>
                </c:pt>
                <c:pt idx="2273">
                  <c:v>7.7060963068411919E-4</c:v>
                </c:pt>
                <c:pt idx="2274">
                  <c:v>7.6653304908059052E-4</c:v>
                </c:pt>
                <c:pt idx="2275">
                  <c:v>7.6242615632316022E-4</c:v>
                </c:pt>
                <c:pt idx="2276">
                  <c:v>7.5828913180200094E-4</c:v>
                </c:pt>
                <c:pt idx="2277">
                  <c:v>7.5412215612921652E-4</c:v>
                </c:pt>
                <c:pt idx="2278">
                  <c:v>7.4992541112897952E-4</c:v>
                </c:pt>
                <c:pt idx="2279">
                  <c:v>7.4569907982761582E-4</c:v>
                </c:pt>
                <c:pt idx="2280">
                  <c:v>7.4144334644363609E-4</c:v>
                </c:pt>
                <c:pt idx="2281">
                  <c:v>7.3715839637771929E-4</c:v>
                </c:pt>
                <c:pt idx="2282">
                  <c:v>7.3284441620264902E-4</c:v>
                </c:pt>
                <c:pt idx="2283">
                  <c:v>7.2850159365320125E-4</c:v>
                </c:pt>
                <c:pt idx="2284">
                  <c:v>7.2413011761598598E-4</c:v>
                </c:pt>
                <c:pt idx="2285">
                  <c:v>7.1973017811924019E-4</c:v>
                </c:pt>
                <c:pt idx="2286">
                  <c:v>7.1530196632257285E-4</c:v>
                </c:pt>
                <c:pt idx="2287">
                  <c:v>7.1084567450666524E-4</c:v>
                </c:pt>
                <c:pt idx="2288">
                  <c:v>7.0636149606292714E-4</c:v>
                </c:pt>
                <c:pt idx="2289">
                  <c:v>7.0184962548311056E-4</c:v>
                </c:pt>
                <c:pt idx="2290">
                  <c:v>6.9731025834888312E-4</c:v>
                </c:pt>
                <c:pt idx="2291">
                  <c:v>6.927435913213608E-4</c:v>
                </c:pt>
                <c:pt idx="2292">
                  <c:v>6.8814982213060208E-4</c:v>
                </c:pt>
                <c:pt idx="2293">
                  <c:v>6.8352914956506714E-4</c:v>
                </c:pt>
                <c:pt idx="2294">
                  <c:v>6.7888177346103989E-4</c:v>
                </c:pt>
                <c:pt idx="2295">
                  <c:v>6.7420789469201277E-4</c:v>
                </c:pt>
                <c:pt idx="2296">
                  <c:v>6.6950771515803485E-4</c:v>
                </c:pt>
                <c:pt idx="2297">
                  <c:v>6.6478143777502308E-4</c:v>
                </c:pt>
                <c:pt idx="2298">
                  <c:v>6.6002926646404031E-4</c:v>
                </c:pt>
                <c:pt idx="2299">
                  <c:v>6.5525140614053963E-4</c:v>
                </c:pt>
                <c:pt idx="2300">
                  <c:v>6.50448062703573E-4</c:v>
                </c:pt>
                <c:pt idx="2301">
                  <c:v>6.4561944302496594E-4</c:v>
                </c:pt>
                <c:pt idx="2302">
                  <c:v>6.4076575493845784E-4</c:v>
                </c:pt>
                <c:pt idx="2303">
                  <c:v>6.358872072288116E-4</c:v>
                </c:pt>
                <c:pt idx="2304">
                  <c:v>6.3098400962089112E-4</c:v>
                </c:pt>
                <c:pt idx="2305">
                  <c:v>6.2605637276871037E-4</c:v>
                </c:pt>
                <c:pt idx="2306">
                  <c:v>6.2110450824445177E-4</c:v>
                </c:pt>
                <c:pt idx="2307">
                  <c:v>6.1612862852745834E-4</c:v>
                </c:pt>
                <c:pt idx="2308">
                  <c:v>6.1112894699319985E-4</c:v>
                </c:pt>
                <c:pt idx="2309">
                  <c:v>6.0610567790220823E-4</c:v>
                </c:pt>
                <c:pt idx="2310">
                  <c:v>6.010590363889868E-4</c:v>
                </c:pt>
                <c:pt idx="2311">
                  <c:v>5.9598923845089748E-4</c:v>
                </c:pt>
                <c:pt idx="2312">
                  <c:v>5.9089650093702714E-4</c:v>
                </c:pt>
                <c:pt idx="2313">
                  <c:v>5.8578104153703516E-4</c:v>
                </c:pt>
                <c:pt idx="2314">
                  <c:v>5.80643078769987E-4</c:v>
                </c:pt>
                <c:pt idx="2315">
                  <c:v>5.7548283197317144E-4</c:v>
                </c:pt>
                <c:pt idx="2316">
                  <c:v>5.703005212909048E-4</c:v>
                </c:pt>
                <c:pt idx="2317">
                  <c:v>5.6509636766332043E-4</c:v>
                </c:pt>
                <c:pt idx="2318">
                  <c:v>5.598705928151408E-4</c:v>
                </c:pt>
                <c:pt idx="2319">
                  <c:v>5.5462341924443449E-4</c:v>
                </c:pt>
                <c:pt idx="2320">
                  <c:v>5.4935507021135709E-4</c:v>
                </c:pt>
                <c:pt idx="2321">
                  <c:v>5.4406576972688015E-4</c:v>
                </c:pt>
                <c:pt idx="2322">
                  <c:v>5.3875574254150986E-4</c:v>
                </c:pt>
                <c:pt idx="2323">
                  <c:v>5.3342521413399637E-4</c:v>
                </c:pt>
                <c:pt idx="2324">
                  <c:v>5.2807441070003573E-4</c:v>
                </c:pt>
                <c:pt idx="2325">
                  <c:v>5.2270355914096488E-4</c:v>
                </c:pt>
                <c:pt idx="2326">
                  <c:v>5.173128870524492E-4</c:v>
                </c:pt>
                <c:pt idx="2327">
                  <c:v>5.1190262271316289E-4</c:v>
                </c:pt>
                <c:pt idx="2328">
                  <c:v>5.0647299507346275E-4</c:v>
                </c:pt>
                <c:pt idx="2329">
                  <c:v>5.010242337440561E-4</c:v>
                </c:pt>
                <c:pt idx="2330">
                  <c:v>4.9555656898466198E-4</c:v>
                </c:pt>
                <c:pt idx="2331">
                  <c:v>4.9007023169266397E-4</c:v>
                </c:pt>
                <c:pt idx="2332">
                  <c:v>4.845654533917573E-4</c:v>
                </c:pt>
                <c:pt idx="2333">
                  <c:v>4.7904246622059322E-4</c:v>
                </c:pt>
                <c:pt idx="2334">
                  <c:v>4.7350150292141749E-4</c:v>
                </c:pt>
                <c:pt idx="2335">
                  <c:v>4.679427968287106E-4</c:v>
                </c:pt>
                <c:pt idx="2336">
                  <c:v>4.6236658185782377E-4</c:v>
                </c:pt>
                <c:pt idx="2337">
                  <c:v>4.567730924936165E-4</c:v>
                </c:pt>
                <c:pt idx="2338">
                  <c:v>4.5116256377909162E-4</c:v>
                </c:pt>
                <c:pt idx="2339">
                  <c:v>4.4553523130403392E-4</c:v>
                </c:pt>
                <c:pt idx="2340">
                  <c:v>4.3989133119365131E-4</c:v>
                </c:pt>
                <c:pt idx="2341">
                  <c:v>4.3423110009722048E-4</c:v>
                </c:pt>
                <c:pt idx="2342">
                  <c:v>4.2855477517673562E-4</c:v>
                </c:pt>
                <c:pt idx="2343">
                  <c:v>4.2286259409556249E-4</c:v>
                </c:pt>
                <c:pt idx="2344">
                  <c:v>4.1715479500709898E-4</c:v>
                </c:pt>
                <c:pt idx="2345">
                  <c:v>4.1143161654343932E-4</c:v>
                </c:pt>
                <c:pt idx="2346">
                  <c:v>4.0569329780404401E-4</c:v>
                </c:pt>
                <c:pt idx="2347">
                  <c:v>3.9994007834442128E-4</c:v>
                </c:pt>
                <c:pt idx="2348">
                  <c:v>3.9417219816481868E-4</c:v>
                </c:pt>
                <c:pt idx="2349">
                  <c:v>3.8838989769892561E-4</c:v>
                </c:pt>
                <c:pt idx="2350">
                  <c:v>3.8259341780258878E-4</c:v>
                </c:pt>
                <c:pt idx="2351">
                  <c:v>3.7678299974253858E-4</c:v>
                </c:pt>
                <c:pt idx="2352">
                  <c:v>3.7095888518512697E-4</c:v>
                </c:pt>
                <c:pt idx="2353">
                  <c:v>3.6512131618507849E-4</c:v>
                </c:pt>
                <c:pt idx="2354">
                  <c:v>3.5927053517425682E-4</c:v>
                </c:pt>
                <c:pt idx="2355">
                  <c:v>3.5340678495044591E-4</c:v>
                </c:pt>
                <c:pt idx="2356">
                  <c:v>3.4753030866614622E-4</c:v>
                </c:pt>
                <c:pt idx="2357">
                  <c:v>3.4164134981738638E-4</c:v>
                </c:pt>
                <c:pt idx="2358">
                  <c:v>3.3574015223254949E-4</c:v>
                </c:pt>
                <c:pt idx="2359">
                  <c:v>3.2982696006121669E-4</c:v>
                </c:pt>
                <c:pt idx="2360">
                  <c:v>3.2390201776302748E-4</c:v>
                </c:pt>
                <c:pt idx="2361">
                  <c:v>3.1796557009655641E-4</c:v>
                </c:pt>
                <c:pt idx="2362">
                  <c:v>3.1201786210820562E-4</c:v>
                </c:pt>
                <c:pt idx="2363">
                  <c:v>3.0605913912111319E-4</c:v>
                </c:pt>
                <c:pt idx="2364">
                  <c:v>3.0008964672408159E-4</c:v>
                </c:pt>
                <c:pt idx="2365">
                  <c:v>2.9410963076052598E-4</c:v>
                </c:pt>
                <c:pt idx="2366">
                  <c:v>2.8811933731744452E-4</c:v>
                </c:pt>
                <c:pt idx="2367">
                  <c:v>2.8211901271441161E-4</c:v>
                </c:pt>
                <c:pt idx="2368">
                  <c:v>2.7610890349259233E-4</c:v>
                </c:pt>
                <c:pt idx="2369">
                  <c:v>2.7008925640377912E-4</c:v>
                </c:pt>
                <c:pt idx="2370">
                  <c:v>2.640603183994517E-4</c:v>
                </c:pt>
                <c:pt idx="2371">
                  <c:v>2.5802233661986052E-4</c:v>
                </c:pt>
                <c:pt idx="2372">
                  <c:v>2.5197555838313269E-4</c:v>
                </c:pt>
                <c:pt idx="2373">
                  <c:v>2.4592023117440108E-4</c:v>
                </c:pt>
                <c:pt idx="2374">
                  <c:v>2.3985660263495519E-4</c:v>
                </c:pt>
                <c:pt idx="2375">
                  <c:v>2.3378492055141489E-4</c:v>
                </c:pt>
                <c:pt idx="2376">
                  <c:v>2.2770543284493009E-4</c:v>
                </c:pt>
                <c:pt idx="2377">
                  <c:v>2.2161838756040649E-4</c:v>
                </c:pt>
                <c:pt idx="2378">
                  <c:v>2.1552403285575941E-4</c:v>
                </c:pt>
                <c:pt idx="2379">
                  <c:v>2.0942261699119369E-4</c:v>
                </c:pt>
                <c:pt idx="2380">
                  <c:v>2.0331438831851191E-4</c:v>
                </c:pt>
                <c:pt idx="2381">
                  <c:v>1.971995952704511E-4</c:v>
                </c:pt>
                <c:pt idx="2382">
                  <c:v>1.910784863500531E-4</c:v>
                </c:pt>
                <c:pt idx="2383">
                  <c:v>1.849513101200663E-4</c:v>
                </c:pt>
                <c:pt idx="2384">
                  <c:v>1.788183151923813E-4</c:v>
                </c:pt>
                <c:pt idx="2385">
                  <c:v>1.7267975021750001E-4</c:v>
                </c:pt>
                <c:pt idx="2386">
                  <c:v>1.665358638740365E-4</c:v>
                </c:pt>
                <c:pt idx="2387">
                  <c:v>1.6038690485825071E-4</c:v>
                </c:pt>
                <c:pt idx="2388">
                  <c:v>1.542331218736127E-4</c:v>
                </c:pt>
                <c:pt idx="2389">
                  <c:v>1.4807476362039971E-4</c:v>
                </c:pt>
                <c:pt idx="2390">
                  <c:v>1.4191207878532411E-4</c:v>
                </c:pt>
                <c:pt idx="2391">
                  <c:v>1.3574531603119451E-4</c:v>
                </c:pt>
                <c:pt idx="2392">
                  <c:v>1.2957472398660849E-4</c:v>
                </c:pt>
                <c:pt idx="2393">
                  <c:v>1.234005512356784E-4</c:v>
                </c:pt>
                <c:pt idx="2394">
                  <c:v>1.172230463077886E-4</c:v>
                </c:pt>
                <c:pt idx="2395">
                  <c:v>1.110424576673848E-4</c:v>
                </c:pt>
                <c:pt idx="2396">
                  <c:v>1.0485903370379559E-4</c:v>
                </c:pt>
                <c:pt idx="2397">
                  <c:v>9.8673022721087553E-5</c:v>
                </c:pt>
                <c:pt idx="2398">
                  <c:v>9.248467292795616E-5</c:v>
                </c:pt>
                <c:pt idx="2399">
                  <c:v>8.6294232427652033E-5</c:v>
                </c:pt>
                <c:pt idx="2400">
                  <c:v>8.0101949207940192E-5</c:v>
                </c:pt>
                <c:pt idx="2401">
                  <c:v>7.3908071131090951E-5</c:v>
                </c:pt>
                <c:pt idx="2402">
                  <c:v>6.7712845923902722E-5</c:v>
                </c:pt>
                <c:pt idx="2403">
                  <c:v>6.1516521167758281E-5</c:v>
                </c:pt>
                <c:pt idx="2404">
                  <c:v>5.5319344288716192E-5</c:v>
                </c:pt>
                <c:pt idx="2405">
                  <c:v>4.9121562547639113E-5</c:v>
                </c:pt>
                <c:pt idx="2406">
                  <c:v>4.2923423030359842E-5</c:v>
                </c:pt>
                <c:pt idx="2407">
                  <c:v>3.6725172637884252E-5</c:v>
                </c:pt>
                <c:pt idx="2408">
                  <c:v>3.0527058076629973E-5</c:v>
                </c:pt>
                <c:pt idx="2409">
                  <c:v>2.4329325848700751E-5</c:v>
                </c:pt>
                <c:pt idx="2410">
                  <c:v>1.8132222242198089E-5</c:v>
                </c:pt>
                <c:pt idx="2411">
                  <c:v>1.1935993321572939E-5</c:v>
                </c:pt>
                <c:pt idx="2412">
                  <c:v>5.7408849180191456E-6</c:v>
                </c:pt>
                <c:pt idx="2413">
                  <c:v>-4.52857380091986E-7</c:v>
                </c:pt>
                <c:pt idx="2414">
                  <c:v>-6.6449882367374354E-6</c:v>
                </c:pt>
                <c:pt idx="2415">
                  <c:v>-1.2835262577728551E-5</c:v>
                </c:pt>
                <c:pt idx="2416">
                  <c:v>-1.902343560015622E-5</c:v>
                </c:pt>
                <c:pt idx="2417">
                  <c:v>-2.520926278179354E-5</c:v>
                </c:pt>
                <c:pt idx="2418">
                  <c:v>-3.1392499890454572E-5</c:v>
                </c:pt>
                <c:pt idx="2419">
                  <c:v>-3.7572902993307947E-5</c:v>
                </c:pt>
                <c:pt idx="2420">
                  <c:v>-4.3750228466147042E-5</c:v>
                </c:pt>
                <c:pt idx="2421">
                  <c:v>-4.9924233002618757E-5</c:v>
                </c:pt>
                <c:pt idx="2422">
                  <c:v>-5.6094673623412789E-5</c:v>
                </c:pt>
                <c:pt idx="2423">
                  <c:v>-6.226130768541086E-5</c:v>
                </c:pt>
                <c:pt idx="2424">
                  <c:v>-6.8423892890796773E-5</c:v>
                </c:pt>
                <c:pt idx="2425">
                  <c:v>-7.458218729612697E-5</c:v>
                </c:pt>
                <c:pt idx="2426">
                  <c:v>-8.07359493213605E-5</c:v>
                </c:pt>
                <c:pt idx="2427">
                  <c:v>-8.6884937758847737E-5</c:v>
                </c:pt>
                <c:pt idx="2428">
                  <c:v>-9.3028911782277072E-5</c:v>
                </c:pt>
                <c:pt idx="2429">
                  <c:v>-9.9167630955578672E-5</c:v>
                </c:pt>
                <c:pt idx="2430">
                  <c:v>-1.0530085524178561E-4</c:v>
                </c:pt>
                <c:pt idx="2431">
                  <c:v>-1.114283450118514E-4</c:v>
                </c:pt>
                <c:pt idx="2432">
                  <c:v>-1.175498610534247E-4</c:v>
                </c:pt>
                <c:pt idx="2433">
                  <c:v>-1.236651645795785E-4</c:v>
                </c:pt>
                <c:pt idx="2434">
                  <c:v>-1.2977401723749489E-4</c:v>
                </c:pt>
                <c:pt idx="2435">
                  <c:v>-1.35876181117103E-4</c:v>
                </c:pt>
                <c:pt idx="2436">
                  <c:v>-1.4197141875967319E-4</c:v>
                </c:pt>
                <c:pt idx="2437">
                  <c:v>-1.4805949316636999E-4</c:v>
                </c:pt>
                <c:pt idx="2438">
                  <c:v>-1.5414016780676559E-4</c:v>
                </c:pt>
                <c:pt idx="2439">
                  <c:v>-1.602132066273152E-4</c:v>
                </c:pt>
                <c:pt idx="2440">
                  <c:v>-1.6627837405979191E-4</c:v>
                </c:pt>
                <c:pt idx="2441">
                  <c:v>-1.7233543502968209E-4</c:v>
                </c:pt>
                <c:pt idx="2442">
                  <c:v>-1.7838415496453889E-4</c:v>
                </c:pt>
                <c:pt idx="2443">
                  <c:v>-1.8442429980229541E-4</c:v>
                </c:pt>
                <c:pt idx="2444">
                  <c:v>-1.9045563599953539E-4</c:v>
                </c:pt>
                <c:pt idx="2445">
                  <c:v>-1.964779305397209E-4</c:v>
                </c:pt>
                <c:pt idx="2446">
                  <c:v>-2.0249095094137859E-4</c:v>
                </c:pt>
                <c:pt idx="2447">
                  <c:v>-2.0849446526624281E-4</c:v>
                </c:pt>
                <c:pt idx="2448">
                  <c:v>-2.1448824212735781E-4</c:v>
                </c:pt>
                <c:pt idx="2449">
                  <c:v>-2.2047205069713601E-4</c:v>
                </c:pt>
                <c:pt idx="2450">
                  <c:v>-2.2644566071537161E-4</c:v>
                </c:pt>
                <c:pt idx="2451">
                  <c:v>-2.3240884249721059E-4</c:v>
                </c:pt>
                <c:pt idx="2452">
                  <c:v>-2.3836136694107489E-4</c:v>
                </c:pt>
                <c:pt idx="2453">
                  <c:v>-2.4430300553654298E-4</c:v>
                </c:pt>
                <c:pt idx="2454">
                  <c:v>-2.5023353037218323E-4</c:v>
                </c:pt>
                <c:pt idx="2455">
                  <c:v>-2.5615271414334108E-4</c:v>
                </c:pt>
                <c:pt idx="2456">
                  <c:v>-2.6206033015988391E-4</c:v>
                </c:pt>
                <c:pt idx="2457">
                  <c:v>-2.6795615235390192E-4</c:v>
                </c:pt>
                <c:pt idx="2458">
                  <c:v>-2.7383995528736929E-4</c:v>
                </c:pt>
                <c:pt idx="2459">
                  <c:v>-2.7971151415976238E-4</c:v>
                </c:pt>
                <c:pt idx="2460">
                  <c:v>-2.8557060481563428E-4</c:v>
                </c:pt>
                <c:pt idx="2461">
                  <c:v>-2.9141700375214468E-4</c:v>
                </c:pt>
                <c:pt idx="2462">
                  <c:v>-2.9725048812654622E-4</c:v>
                </c:pt>
                <c:pt idx="2463">
                  <c:v>-3.0307083576362639E-4</c:v>
                </c:pt>
                <c:pt idx="2464">
                  <c:v>-3.0887782516310949E-4</c:v>
                </c:pt>
                <c:pt idx="2465">
                  <c:v>-3.1467123550701139E-4</c:v>
                </c:pt>
                <c:pt idx="2466">
                  <c:v>-3.204508466669514E-4</c:v>
                </c:pt>
                <c:pt idx="2467">
                  <c:v>-3.262164392114188E-4</c:v>
                </c:pt>
                <c:pt idx="2468">
                  <c:v>-3.3196779441299319E-4</c:v>
                </c:pt>
                <c:pt idx="2469">
                  <c:v>-3.3770469425552029E-4</c:v>
                </c:pt>
                <c:pt idx="2470">
                  <c:v>-3.4342692144123931E-4</c:v>
                </c:pt>
                <c:pt idx="2471">
                  <c:v>-3.4913425939786682E-4</c:v>
                </c:pt>
                <c:pt idx="2472">
                  <c:v>-3.5482649228563552E-4</c:v>
                </c:pt>
                <c:pt idx="2473">
                  <c:v>-3.6050340500428941E-4</c:v>
                </c:pt>
                <c:pt idx="2474">
                  <c:v>-3.6616478320003368E-4</c:v>
                </c:pt>
                <c:pt idx="2475">
                  <c:v>-3.7181041327244272E-4</c:v>
                </c:pt>
                <c:pt idx="2476">
                  <c:v>-3.774400823813237E-4</c:v>
                </c:pt>
                <c:pt idx="2477">
                  <c:v>-3.8305357845353741E-4</c:v>
                </c:pt>
                <c:pt idx="2478">
                  <c:v>-3.8865069018977012E-4</c:v>
                </c:pt>
                <c:pt idx="2479">
                  <c:v>-3.9423120707125629E-4</c:v>
                </c:pt>
                <c:pt idx="2480">
                  <c:v>-3.997949193664485E-4</c:v>
                </c:pt>
                <c:pt idx="2481">
                  <c:v>-4.0534161813763871E-4</c:v>
                </c:pt>
                <c:pt idx="2482">
                  <c:v>-4.10871095247535E-4</c:v>
                </c:pt>
                <c:pt idx="2483">
                  <c:v>-4.1638314336579459E-4</c:v>
                </c:pt>
                <c:pt idx="2484">
                  <c:v>-4.2187755597551809E-4</c:v>
                </c:pt>
                <c:pt idx="2485">
                  <c:v>-4.2735412737970218E-4</c:v>
                </c:pt>
                <c:pt idx="2486">
                  <c:v>-4.328126527076467E-4</c:v>
                </c:pt>
                <c:pt idx="2487">
                  <c:v>-4.3825292792131631E-4</c:v>
                </c:pt>
                <c:pt idx="2488">
                  <c:v>-4.4367474982165509E-4</c:v>
                </c:pt>
                <c:pt idx="2489">
                  <c:v>-4.4907791605485511E-4</c:v>
                </c:pt>
                <c:pt idx="2490">
                  <c:v>-4.5446222511857768E-4</c:v>
                </c:pt>
                <c:pt idx="2491">
                  <c:v>-4.5982747636813049E-4</c:v>
                </c:pt>
                <c:pt idx="2492">
                  <c:v>-4.6517347002259868E-4</c:v>
                </c:pt>
                <c:pt idx="2493">
                  <c:v>-4.7050000717092981E-4</c:v>
                </c:pt>
                <c:pt idx="2494">
                  <c:v>-4.7580688977797071E-4</c:v>
                </c:pt>
                <c:pt idx="2495">
                  <c:v>-4.8109392069046108E-4</c:v>
                </c:pt>
                <c:pt idx="2496">
                  <c:v>-4.8636090364298051E-4</c:v>
                </c:pt>
                <c:pt idx="2497">
                  <c:v>-4.9160764326384857E-4</c:v>
                </c:pt>
                <c:pt idx="2498">
                  <c:v>-4.9683394508097996E-4</c:v>
                </c:pt>
                <c:pt idx="2499">
                  <c:v>-5.0203961552768982E-4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61AE-4AD7-AC66-B8874FAF743B}"/>
            </c:ext>
          </c:extLst>
        </c:ser>
        <c:ser>
          <c:idx val="1"/>
          <c:order val="1"/>
          <c:tx>
            <c:v>10 Hz</c:v>
          </c:tx>
          <c:spPr>
            <a:ln w="12700" cap="rnd" cmpd="sng" algn="ctr">
              <a:solidFill>
                <a:schemeClr val="accent1">
                  <a:shade val="70000"/>
                  <a:shade val="95000"/>
                  <a:satMod val="105000"/>
                </a:schemeClr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ref0p4_90min_v6_f10!$A$2:$A$251</c:f>
              <c:numCache>
                <c:formatCode>General</c:formatCode>
                <c:ptCount val="250"/>
                <c:pt idx="0">
                  <c:v>2.5847017374367858E-4</c:v>
                </c:pt>
                <c:pt idx="1">
                  <c:v>2.338784987318238E-4</c:v>
                </c:pt>
                <c:pt idx="2">
                  <c:v>2.0836008960992659E-4</c:v>
                </c:pt>
                <c:pt idx="3">
                  <c:v>1.820151839579497E-4</c:v>
                </c:pt>
                <c:pt idx="4">
                  <c:v>1.5494742535502619E-4</c:v>
                </c:pt>
                <c:pt idx="5">
                  <c:v>1.2726346849542059E-4</c:v>
                </c:pt>
                <c:pt idx="6">
                  <c:v>9.9072568634859539E-5</c:v>
                </c:pt>
                <c:pt idx="7">
                  <c:v>7.0486157087284223E-5</c:v>
                </c:pt>
                <c:pt idx="8">
                  <c:v>4.1617404482594328E-5</c:v>
                </c:pt>
                <c:pt idx="9">
                  <c:v>1.258077341376793E-5</c:v>
                </c:pt>
                <c:pt idx="10">
                  <c:v>-1.650843778352258E-5</c:v>
                </c:pt>
                <c:pt idx="11">
                  <c:v>-4.5534558115250638E-5</c:v>
                </c:pt>
                <c:pt idx="12">
                  <c:v>-7.4382011741937711E-5</c:v>
                </c:pt>
                <c:pt idx="13">
                  <c:v>-1.029357883764378E-4</c:v>
                </c:pt>
                <c:pt idx="14">
                  <c:v>-1.310819140168875E-4</c:v>
                </c:pt>
                <c:pt idx="15">
                  <c:v>-1.5870791954486989E-4</c:v>
                </c:pt>
                <c:pt idx="16">
                  <c:v>-1.857033045762497E-4</c:v>
                </c:pt>
                <c:pt idx="17">
                  <c:v>-2.1195999402881329E-4</c:v>
                </c:pt>
                <c:pt idx="18">
                  <c:v>-2.373727851659836E-4</c:v>
                </c:pt>
                <c:pt idx="19">
                  <c:v>-2.6183978325752349E-4</c:v>
                </c:pt>
                <c:pt idx="20">
                  <c:v>-2.8526282425420519E-4</c:v>
                </c:pt>
                <c:pt idx="21">
                  <c:v>-3.0754788285437378E-4</c:v>
                </c:pt>
                <c:pt idx="22">
                  <c:v>-3.2860546409157869E-4</c:v>
                </c:pt>
                <c:pt idx="23">
                  <c:v>-3.4835097631510329E-4</c:v>
                </c:pt>
                <c:pt idx="24">
                  <c:v>-3.6670508337559098E-4</c:v>
                </c:pt>
                <c:pt idx="25">
                  <c:v>-3.8359403397909023E-4</c:v>
                </c:pt>
                <c:pt idx="26">
                  <c:v>-3.9894996643725461E-4</c:v>
                </c:pt>
                <c:pt idx="27">
                  <c:v>-4.1271118741201891E-4</c:v>
                </c:pt>
                <c:pt idx="28">
                  <c:v>-4.2482242372981972E-4</c:v>
                </c:pt>
                <c:pt idx="29">
                  <c:v>-4.3523504671203302E-4</c:v>
                </c:pt>
                <c:pt idx="30">
                  <c:v>-4.4390726849026719E-4</c:v>
                </c:pt>
                <c:pt idx="31">
                  <c:v>-4.508043095554451E-4</c:v>
                </c:pt>
                <c:pt idx="32">
                  <c:v>-4.5589853670720628E-4</c:v>
                </c:pt>
                <c:pt idx="33">
                  <c:v>-4.5916957081148688E-4</c:v>
                </c:pt>
                <c:pt idx="34">
                  <c:v>-4.6060436417077392E-4</c:v>
                </c:pt>
                <c:pt idx="35">
                  <c:v>-4.6019724763584382E-4</c:v>
                </c:pt>
                <c:pt idx="36">
                  <c:v>-4.5794994781269208E-4</c:v>
                </c:pt>
                <c:pt idx="37">
                  <c:v>-4.5387157490169071E-4</c:v>
                </c:pt>
                <c:pt idx="38">
                  <c:v>-4.479785817733113E-4</c:v>
                </c:pt>
                <c:pt idx="39">
                  <c:v>-4.4029469470976301E-4</c:v>
                </c:pt>
                <c:pt idx="40">
                  <c:v>-4.3085081590409232E-4</c:v>
                </c:pt>
                <c:pt idx="41">
                  <c:v>-4.1968489760548221E-4</c:v>
                </c:pt>
                <c:pt idx="42">
                  <c:v>-4.0684178793947432E-4</c:v>
                </c:pt>
                <c:pt idx="43">
                  <c:v>-3.9237304879365971E-4</c:v>
                </c:pt>
                <c:pt idx="44">
                  <c:v>-3.7633674646361342E-4</c:v>
                </c:pt>
                <c:pt idx="45">
                  <c:v>-3.5879721590322791E-4</c:v>
                </c:pt>
                <c:pt idx="46">
                  <c:v>-3.3982479951953079E-4</c:v>
                </c:pt>
                <c:pt idx="47">
                  <c:v>-3.1949556154611591E-4</c:v>
                </c:pt>
                <c:pt idx="48">
                  <c:v>-2.9789097904319361E-4</c:v>
                </c:pt>
                <c:pt idx="49">
                  <c:v>-2.7509761044704971E-4</c:v>
                </c:pt>
                <c:pt idx="50">
                  <c:v>-2.5120674244038312E-4</c:v>
                </c:pt>
                <c:pt idx="51">
                  <c:v>-2.263140159882374E-4</c:v>
                </c:pt>
                <c:pt idx="52">
                  <c:v>-2.00519032787149E-4</c:v>
                </c:pt>
                <c:pt idx="53">
                  <c:v>-1.7392494388406821E-4</c:v>
                </c:pt>
                <c:pt idx="54">
                  <c:v>-1.4663802255325049E-4</c:v>
                </c:pt>
                <c:pt idx="55">
                  <c:v>-1.1876722365313021E-4</c:v>
                </c:pt>
                <c:pt idx="56">
                  <c:v>-9.0423731759731217E-5</c:v>
                </c:pt>
                <c:pt idx="57">
                  <c:v>-6.172050044283867E-5</c:v>
                </c:pt>
                <c:pt idx="58">
                  <c:v>-3.2771785079923043E-5</c:v>
                </c:pt>
                <c:pt idx="59">
                  <c:v>-3.6926715704454688E-6</c:v>
                </c:pt>
                <c:pt idx="60">
                  <c:v>2.5401396737750491E-5</c:v>
                </c:pt>
                <c:pt idx="61">
                  <c:v>5.4395091590911481E-5</c:v>
                </c:pt>
                <c:pt idx="62">
                  <c:v>8.3173669451045486E-5</c:v>
                </c:pt>
                <c:pt idx="63">
                  <c:v>1.116234357759487E-4</c:v>
                </c:pt>
                <c:pt idx="64">
                  <c:v>1.396322016097878E-4</c:v>
                </c:pt>
                <c:pt idx="65">
                  <c:v>1.6708973027501861E-4</c:v>
                </c:pt>
                <c:pt idx="66">
                  <c:v>1.9388817216138831E-4</c:v>
                </c:pt>
                <c:pt idx="67">
                  <c:v>2.1992248592142159E-4</c:v>
                </c:pt>
                <c:pt idx="68">
                  <c:v>2.4509084469579812E-4</c:v>
                </c:pt>
                <c:pt idx="69">
                  <c:v>2.6929502608579147E-4</c:v>
                </c:pt>
                <c:pt idx="70">
                  <c:v>2.9244078441050859E-4</c:v>
                </c:pt>
                <c:pt idx="71">
                  <c:v>3.1443820354504172E-4</c:v>
                </c:pt>
                <c:pt idx="72">
                  <c:v>3.3520202861873758E-4</c:v>
                </c:pt>
                <c:pt idx="73">
                  <c:v>3.5465197519065738E-4</c:v>
                </c:pt>
                <c:pt idx="74">
                  <c:v>3.7271301508059421E-4</c:v>
                </c:pt>
                <c:pt idx="75">
                  <c:v>3.893156385237785E-4</c:v>
                </c:pt>
                <c:pt idx="76">
                  <c:v>4.0439609255335599E-4</c:v>
                </c:pt>
                <c:pt idx="77">
                  <c:v>4.1789659559558209E-4</c:v>
                </c:pt>
                <c:pt idx="78">
                  <c:v>4.2976552836329081E-4</c:v>
                </c:pt>
                <c:pt idx="79">
                  <c:v>4.3995760122552031E-4</c:v>
                </c:pt>
                <c:pt idx="80">
                  <c:v>4.4843399818937169E-4</c:v>
                </c:pt>
                <c:pt idx="81">
                  <c:v>4.5516249751528532E-4</c:v>
                </c:pt>
                <c:pt idx="82">
                  <c:v>4.6011756901866168E-4</c:v>
                </c:pt>
                <c:pt idx="83">
                  <c:v>4.6328044837119688E-4</c:v>
                </c:pt>
                <c:pt idx="84">
                  <c:v>4.6463918901132399E-4</c:v>
                </c:pt>
                <c:pt idx="85">
                  <c:v>4.6418869233930653E-4</c:v>
                </c:pt>
                <c:pt idx="86">
                  <c:v>4.6193071665218989E-4</c:v>
                </c:pt>
                <c:pt idx="87">
                  <c:v>4.5787386493150269E-4</c:v>
                </c:pt>
                <c:pt idx="88">
                  <c:v>4.5203355131387049E-4</c:v>
                </c:pt>
                <c:pt idx="89">
                  <c:v>4.444319459495064E-4</c:v>
                </c:pt>
                <c:pt idx="90">
                  <c:v>4.3509789802983752E-4</c:v>
                </c:pt>
                <c:pt idx="91">
                  <c:v>4.2406683699810739E-4</c:v>
                </c:pt>
                <c:pt idx="92">
                  <c:v>4.1138065219277698E-4</c:v>
                </c:pt>
                <c:pt idx="93">
                  <c:v>3.9708755128911512E-4</c:v>
                </c:pt>
                <c:pt idx="94">
                  <c:v>3.8124189789114272E-4</c:v>
                </c:pt>
                <c:pt idx="95">
                  <c:v>3.639040285024946E-4</c:v>
                </c:pt>
                <c:pt idx="96">
                  <c:v>3.4514004888358519E-4</c:v>
                </c:pt>
                <c:pt idx="97">
                  <c:v>3.2502160958937029E-4</c:v>
                </c:pt>
                <c:pt idx="98">
                  <c:v>3.0362566046066659E-4</c:v>
                </c:pt>
                <c:pt idx="99">
                  <c:v>2.8103418406715902E-4</c:v>
                </c:pt>
                <c:pt idx="100">
                  <c:v>2.5733390838812568E-4</c:v>
                </c:pt>
                <c:pt idx="101">
                  <c:v>2.326159991725028E-4</c:v>
                </c:pt>
                <c:pt idx="102">
                  <c:v>2.069757325156909E-4</c:v>
                </c:pt>
                <c:pt idx="103">
                  <c:v>1.8051214841409091E-4</c:v>
                </c:pt>
                <c:pt idx="104">
                  <c:v>1.5332768634043249E-4</c:v>
                </c:pt>
                <c:pt idx="105">
                  <c:v>1.2552780398980521E-4</c:v>
                </c:pt>
                <c:pt idx="106">
                  <c:v>9.7220580313027078E-5</c:v>
                </c:pt>
                <c:pt idx="107">
                  <c:v>6.8516304068101528E-5</c:v>
                </c:pt>
                <c:pt idx="108">
                  <c:v>3.9527049461613112E-5</c:v>
                </c:pt>
                <c:pt idx="109">
                  <c:v>1.0366240764035691E-5</c:v>
                </c:pt>
                <c:pt idx="110">
                  <c:v>-1.8851792131731129E-5</c:v>
                </c:pt>
                <c:pt idx="111">
                  <c:v>-4.8012265254171533E-5</c:v>
                </c:pt>
                <c:pt idx="112">
                  <c:v>-7.7000397186840764E-5</c:v>
                </c:pt>
                <c:pt idx="113">
                  <c:v>-1.057018687549722E-4</c:v>
                </c:pt>
                <c:pt idx="114">
                  <c:v>-1.3400328390341301E-4</c:v>
                </c:pt>
                <c:pt idx="115">
                  <c:v>-1.617926301230082E-4</c:v>
                </c:pt>
                <c:pt idx="116">
                  <c:v>-1.8895973671676609E-4</c:v>
                </c:pt>
                <c:pt idx="117">
                  <c:v>-2.1539672879272999E-4</c:v>
                </c:pt>
                <c:pt idx="118">
                  <c:v>-2.409984744111273E-4</c:v>
                </c:pt>
                <c:pt idx="119">
                  <c:v>-2.656630221212667E-4</c:v>
                </c:pt>
                <c:pt idx="120">
                  <c:v>-2.8929202632625999E-4</c:v>
                </c:pt>
                <c:pt idx="121">
                  <c:v>-3.1179115836581852E-4</c:v>
                </c:pt>
                <c:pt idx="122">
                  <c:v>-3.3307050154805952E-4</c:v>
                </c:pt>
                <c:pt idx="123">
                  <c:v>-3.530449283464376E-4</c:v>
                </c:pt>
                <c:pt idx="124">
                  <c:v>-3.716344578091714E-4</c:v>
                </c:pt>
                <c:pt idx="125">
                  <c:v>-3.887645912947735E-4</c:v>
                </c:pt>
                <c:pt idx="126">
                  <c:v>-4.0436662496073369E-4</c:v>
                </c:pt>
                <c:pt idx="127">
                  <c:v>-4.1837793764682991E-4</c:v>
                </c:pt>
                <c:pt idx="128">
                  <c:v>-4.3074225276559938E-4</c:v>
                </c:pt>
                <c:pt idx="129">
                  <c:v>-4.4140987280118162E-4</c:v>
                </c:pt>
                <c:pt idx="130">
                  <c:v>-4.5033788527613152E-4</c:v>
                </c:pt>
                <c:pt idx="131">
                  <c:v>-4.5749033948834289E-4</c:v>
                </c:pt>
                <c:pt idx="132">
                  <c:v>-4.6283839372655632E-4</c:v>
                </c:pt>
                <c:pt idx="133">
                  <c:v>-4.6636043296142341E-4</c:v>
                </c:pt>
                <c:pt idx="134">
                  <c:v>-4.6804215716088132E-4</c:v>
                </c:pt>
                <c:pt idx="135">
                  <c:v>-4.6787664033593189E-4</c:v>
                </c:pt>
                <c:pt idx="136">
                  <c:v>-4.6586436023135313E-4</c:v>
                </c:pt>
                <c:pt idx="137">
                  <c:v>-4.6201319844165601E-4</c:v>
                </c:pt>
                <c:pt idx="138">
                  <c:v>-4.5633841081718711E-4</c:v>
                </c:pt>
                <c:pt idx="139">
                  <c:v>-4.488625682920849E-4</c:v>
                </c:pt>
                <c:pt idx="140">
                  <c:v>-4.3961546853802291E-4</c:v>
                </c:pt>
                <c:pt idx="141">
                  <c:v>-4.2863401894195987E-4</c:v>
                </c:pt>
                <c:pt idx="142">
                  <c:v>-4.1596209129503341E-4</c:v>
                </c:pt>
                <c:pt idx="143">
                  <c:v>-4.0165034846384727E-4</c:v>
                </c:pt>
                <c:pt idx="144">
                  <c:v>-3.8575604339396199E-4</c:v>
                </c:pt>
                <c:pt idx="145">
                  <c:v>-3.6834279098581137E-4</c:v>
                </c:pt>
                <c:pt idx="146">
                  <c:v>-3.494803134647729E-4</c:v>
                </c:pt>
                <c:pt idx="147">
                  <c:v>-3.2924415983459691E-4</c:v>
                </c:pt>
                <c:pt idx="148">
                  <c:v>-3.0771540004820568E-4</c:v>
                </c:pt>
                <c:pt idx="149">
                  <c:v>-2.8498029474568321E-4</c:v>
                </c:pt>
                <c:pt idx="150">
                  <c:v>-2.6112994171520601E-4</c:v>
                </c:pt>
                <c:pt idx="151">
                  <c:v>-2.3625990052120269E-4</c:v>
                </c:pt>
                <c:pt idx="152">
                  <c:v>-2.104697969804468E-4</c:v>
                </c:pt>
                <c:pt idx="153">
                  <c:v>-1.838629093852537E-4</c:v>
                </c:pt>
                <c:pt idx="154">
                  <c:v>-1.56545738611298E-4</c:v>
                </c:pt>
                <c:pt idx="155">
                  <c:v>-1.2862756445982841E-4</c:v>
                </c:pt>
                <c:pt idx="156">
                  <c:v>-1.00219990663368E-4</c:v>
                </c:pt>
                <c:pt idx="157">
                  <c:v>-7.1436480917077861E-5</c:v>
                </c:pt>
                <c:pt idx="158">
                  <c:v>-4.2391888202510979E-5</c:v>
                </c:pt>
                <c:pt idx="159">
                  <c:v>-1.320197962871249E-5</c:v>
                </c:pt>
                <c:pt idx="160">
                  <c:v>1.6017040993534148E-5</c:v>
                </c:pt>
                <c:pt idx="161">
                  <c:v>4.5149010617277813E-5</c:v>
                </c:pt>
                <c:pt idx="162">
                  <c:v>7.4078282204528102E-5</c:v>
                </c:pt>
                <c:pt idx="163">
                  <c:v>1.0269019548066829E-4</c:v>
                </c:pt>
                <c:pt idx="164">
                  <c:v>1.308715409455966E-4</c:v>
                </c:pt>
                <c:pt idx="165">
                  <c:v>1.5851101488986109E-4</c:v>
                </c:pt>
                <c:pt idx="166">
                  <c:v>1.8549966320677709E-4</c:v>
                </c:pt>
                <c:pt idx="167">
                  <c:v>2.1173131197042741E-4</c:v>
                </c:pt>
                <c:pt idx="168">
                  <c:v>2.371029829927929E-4</c:v>
                </c:pt>
                <c:pt idx="169">
                  <c:v>2.6151529275413428E-4</c:v>
                </c:pt>
                <c:pt idx="170">
                  <c:v>2.8487283323600529E-4</c:v>
                </c:pt>
                <c:pt idx="171">
                  <c:v>3.0708453333914992E-4</c:v>
                </c:pt>
                <c:pt idx="172">
                  <c:v>3.2806399973515091E-4</c:v>
                </c:pt>
                <c:pt idx="173">
                  <c:v>3.4772983617706158E-4</c:v>
                </c:pt>
                <c:pt idx="174">
                  <c:v>3.6600594045958638E-4</c:v>
                </c:pt>
                <c:pt idx="175">
                  <c:v>3.8282177829134959E-4</c:v>
                </c:pt>
                <c:pt idx="176">
                  <c:v>3.9811263332542888E-4</c:v>
                </c:pt>
                <c:pt idx="177">
                  <c:v>4.11819832640373E-4</c:v>
                </c:pt>
                <c:pt idx="178">
                  <c:v>4.2389094716217878E-4</c:v>
                </c:pt>
                <c:pt idx="179">
                  <c:v>4.342799668333647E-4</c:v>
                </c:pt>
                <c:pt idx="180">
                  <c:v>4.4294745074565029E-4</c:v>
                </c:pt>
                <c:pt idx="181">
                  <c:v>4.4986065285619321E-4</c:v>
                </c:pt>
                <c:pt idx="182">
                  <c:v>4.5499362400706011E-4</c:v>
                </c:pt>
                <c:pt idx="183">
                  <c:v>4.58327290619632E-4</c:v>
                </c:pt>
                <c:pt idx="184">
                  <c:v>4.598495099882796E-4</c:v>
                </c:pt>
                <c:pt idx="185">
                  <c:v>4.5955510203326281E-4</c:v>
                </c:pt>
                <c:pt idx="186">
                  <c:v>4.5744585770867829E-4</c:v>
                </c:pt>
                <c:pt idx="187">
                  <c:v>4.5353052456844158E-4</c:v>
                </c:pt>
                <c:pt idx="188">
                  <c:v>4.4782476995249612E-4</c:v>
                </c:pt>
                <c:pt idx="189">
                  <c:v>4.4035112199726701E-4</c:v>
                </c:pt>
                <c:pt idx="190">
                  <c:v>4.3113888852511781E-4</c:v>
                </c:pt>
                <c:pt idx="191">
                  <c:v>4.20224053889949E-4</c:v>
                </c:pt>
                <c:pt idx="192">
                  <c:v>4.0764915383788628E-4</c:v>
                </c:pt>
                <c:pt idx="193">
                  <c:v>3.9346312833328989E-4</c:v>
                </c:pt>
                <c:pt idx="194">
                  <c:v>3.7772115234928848E-4</c:v>
                </c:pt>
                <c:pt idx="195">
                  <c:v>3.6048444492598619E-4</c:v>
                </c:pt>
                <c:pt idx="196">
                  <c:v>3.4182005703778119E-4</c:v>
                </c:pt>
                <c:pt idx="197">
                  <c:v>3.2180063867068558E-4</c:v>
                </c:pt>
                <c:pt idx="198">
                  <c:v>3.0050418514207669E-4</c:v>
                </c:pt>
                <c:pt idx="199">
                  <c:v>2.780137625102222E-4</c:v>
                </c:pt>
                <c:pt idx="200">
                  <c:v>2.5441721207951411E-4</c:v>
                </c:pt>
                <c:pt idx="201">
                  <c:v>2.2980683430283199E-4</c:v>
                </c:pt>
                <c:pt idx="202">
                  <c:v>2.0427905256518319E-4</c:v>
                </c:pt>
                <c:pt idx="203">
                  <c:v>1.7793405740341859E-4</c:v>
                </c:pt>
                <c:pt idx="204">
                  <c:v>1.5087543187708571E-4</c:v>
                </c:pt>
                <c:pt idx="205">
                  <c:v>1.232097591721574E-4</c:v>
                </c:pt>
                <c:pt idx="206">
                  <c:v>9.5046213951811452E-5</c:v>
                </c:pt>
                <c:pt idx="207">
                  <c:v>6.6496139227575034E-5</c:v>
                </c:pt>
                <c:pt idx="208">
                  <c:v>3.7672610562926302E-5</c:v>
                </c:pt>
                <c:pt idx="209">
                  <c:v>8.6899894170378521E-6</c:v>
                </c:pt>
                <c:pt idx="210">
                  <c:v>-2.0336532470677989E-5</c:v>
                </c:pt>
                <c:pt idx="211">
                  <c:v>-4.9291395630046498E-5</c:v>
                </c:pt>
                <c:pt idx="212">
                  <c:v>-7.8059140291508221E-5</c:v>
                </c:pt>
                <c:pt idx="213">
                  <c:v>-1.0652487670612219E-4</c:v>
                </c:pt>
                <c:pt idx="214">
                  <c:v>-1.3457475634707041E-4</c:v>
                </c:pt>
                <c:pt idx="215">
                  <c:v>-1.6209644175735059E-4</c:v>
                </c:pt>
                <c:pt idx="216">
                  <c:v>-1.8897957244591769E-4</c:v>
                </c:pt>
                <c:pt idx="217">
                  <c:v>-2.151162240376274E-4</c:v>
                </c:pt>
                <c:pt idx="218">
                  <c:v>-2.4040135803218959E-4</c:v>
                </c:pt>
                <c:pt idx="219">
                  <c:v>-2.6473325986205718E-4</c:v>
                </c:pt>
                <c:pt idx="220">
                  <c:v>-2.8801396321959799E-4</c:v>
                </c:pt>
                <c:pt idx="221">
                  <c:v>-3.1014965883784692E-4</c:v>
                </c:pt>
                <c:pt idx="222">
                  <c:v>-3.3105108613652392E-4</c:v>
                </c:pt>
                <c:pt idx="223">
                  <c:v>-3.5063390629105158E-4</c:v>
                </c:pt>
                <c:pt idx="224">
                  <c:v>-3.6881905515610797E-4</c:v>
                </c:pt>
                <c:pt idx="225">
                  <c:v>-3.8553307411291109E-4</c:v>
                </c:pt>
                <c:pt idx="226">
                  <c:v>-4.0070841665211819E-4</c:v>
                </c:pt>
                <c:pt idx="227">
                  <c:v>-4.1428372866008728E-4</c:v>
                </c:pt>
                <c:pt idx="228">
                  <c:v>-4.2620410089322928E-4</c:v>
                </c:pt>
                <c:pt idx="229">
                  <c:v>-4.3642129269163893E-4</c:v>
                </c:pt>
                <c:pt idx="230">
                  <c:v>-4.4489392637021022E-4</c:v>
                </c:pt>
                <c:pt idx="231">
                  <c:v>-4.5158765192917691E-4</c:v>
                </c:pt>
                <c:pt idx="232">
                  <c:v>-4.5647528184153147E-4</c:v>
                </c:pt>
                <c:pt idx="233">
                  <c:v>-4.5953689575838698E-4</c:v>
                </c:pt>
                <c:pt idx="234">
                  <c:v>-4.6075991504897522E-4</c:v>
                </c:pt>
                <c:pt idx="235">
                  <c:v>-4.6013914720355288E-4</c:v>
                </c:pt>
                <c:pt idx="236">
                  <c:v>-4.5767680029090512E-4</c:v>
                </c:pt>
                <c:pt idx="237">
                  <c:v>-4.5338246779707289E-4</c:v>
                </c:pt>
                <c:pt idx="238">
                  <c:v>-4.4727308419314772E-4</c:v>
                </c:pt>
                <c:pt idx="239">
                  <c:v>-4.3937285153463653E-4</c:v>
                </c:pt>
                <c:pt idx="240">
                  <c:v>-4.297131374151761E-4</c:v>
                </c:pt>
                <c:pt idx="241">
                  <c:v>-4.183323447430891E-4</c:v>
                </c:pt>
                <c:pt idx="242">
                  <c:v>-4.0527575399671172E-4</c:v>
                </c:pt>
                <c:pt idx="243">
                  <c:v>-3.9059533869096821E-4</c:v>
                </c:pt>
                <c:pt idx="244">
                  <c:v>-3.7434955470981758E-4</c:v>
                </c:pt>
                <c:pt idx="245">
                  <c:v>-3.5660310407438468E-4</c:v>
                </c:pt>
                <c:pt idx="246">
                  <c:v>-3.3742667378092861E-4</c:v>
                </c:pt>
                <c:pt idx="247">
                  <c:v>-3.1689665049955878E-4</c:v>
                </c:pt>
                <c:pt idx="248">
                  <c:v>-2.9509481198891028E-4</c:v>
                </c:pt>
                <c:pt idx="249">
                  <c:v>-2.7210799604375301E-4</c:v>
                </c:pt>
              </c:numCache>
            </c:numRef>
          </c:xVal>
          <c:yVal>
            <c:numRef>
              <c:f>ref0p4_90min_v6_f10!$C$2:$C$251</c:f>
              <c:numCache>
                <c:formatCode>General</c:formatCode>
                <c:ptCount val="250"/>
                <c:pt idx="0">
                  <c:v>4.2730741023889828E-4</c:v>
                </c:pt>
                <c:pt idx="1">
                  <c:v>3.3347269441810648E-4</c:v>
                </c:pt>
                <c:pt idx="2">
                  <c:v>2.386153844603504E-4</c:v>
                </c:pt>
                <c:pt idx="3">
                  <c:v>1.4312208995317019E-4</c:v>
                </c:pt>
                <c:pt idx="4">
                  <c:v>4.7378469228638393E-5</c:v>
                </c:pt>
                <c:pt idx="5">
                  <c:v>-4.8232424714486157E-5</c:v>
                </c:pt>
                <c:pt idx="6">
                  <c:v>-1.4333173791653231E-4</c:v>
                </c:pt>
                <c:pt idx="7">
                  <c:v>-2.3754633615013989E-4</c:v>
                </c:pt>
                <c:pt idx="8">
                  <c:v>-3.305102415817275E-4</c:v>
                </c:pt>
                <c:pt idx="9">
                  <c:v>-4.2186597874191358E-4</c:v>
                </c:pt>
                <c:pt idx="10">
                  <c:v>-5.1126582831275411E-4</c:v>
                </c:pt>
                <c:pt idx="11">
                  <c:v>-5.9837299212855217E-4</c:v>
                </c:pt>
                <c:pt idx="12">
                  <c:v>-6.828626768901403E-4</c:v>
                </c:pt>
                <c:pt idx="13">
                  <c:v>-7.6442310512456321E-4</c:v>
                </c:pt>
                <c:pt idx="14">
                  <c:v>-8.4275645671970693E-4</c:v>
                </c:pt>
                <c:pt idx="15">
                  <c:v>-9.1757973567621566E-4</c:v>
                </c:pt>
                <c:pt idx="16">
                  <c:v>-9.8862555122689608E-4</c:v>
                </c:pt>
                <c:pt idx="17">
                  <c:v>-1.0556428031463241E-3</c:v>
                </c:pt>
                <c:pt idx="18">
                  <c:v>-1.118397266687908E-3</c:v>
                </c:pt>
                <c:pt idx="19">
                  <c:v>-1.17667208118801E-3</c:v>
                </c:pt>
                <c:pt idx="20">
                  <c:v>-1.23026815610324E-3</c:v>
                </c:pt>
                <c:pt idx="21">
                  <c:v>-1.279004514276159E-3</c:v>
                </c:pt>
                <c:pt idx="22">
                  <c:v>-1.3227185898701389E-3</c:v>
                </c:pt>
                <c:pt idx="23">
                  <c:v>-1.3612664887967319E-3</c:v>
                </c:pt>
                <c:pt idx="24">
                  <c:v>-1.3945232075516069E-3</c:v>
                </c:pt>
                <c:pt idx="25">
                  <c:v>-1.422382798552098E-3</c:v>
                </c:pt>
                <c:pt idx="26">
                  <c:v>-1.444758470196613E-3</c:v>
                </c:pt>
                <c:pt idx="27">
                  <c:v>-1.4615826176575749E-3</c:v>
                </c:pt>
                <c:pt idx="28">
                  <c:v>-1.4728067933764809E-3</c:v>
                </c:pt>
                <c:pt idx="29">
                  <c:v>-1.478401635815547E-3</c:v>
                </c:pt>
                <c:pt idx="30">
                  <c:v>-1.478356773617134E-3</c:v>
                </c:pt>
                <c:pt idx="31">
                  <c:v>-1.4726807143983121E-3</c:v>
                </c:pt>
                <c:pt idx="32">
                  <c:v>-1.4614007201247869E-3</c:v>
                </c:pt>
                <c:pt idx="33">
                  <c:v>-1.444562665783502E-3</c:v>
                </c:pt>
                <c:pt idx="34">
                  <c:v>-1.4222308753555669E-3</c:v>
                </c:pt>
                <c:pt idx="35">
                  <c:v>-1.3944879307185049E-3</c:v>
                </c:pt>
                <c:pt idx="36">
                  <c:v>-1.361434454404708E-3</c:v>
                </c:pt>
                <c:pt idx="37">
                  <c:v>-1.323188870715011E-3</c:v>
                </c:pt>
                <c:pt idx="38">
                  <c:v>-1.279887148960988E-3</c:v>
                </c:pt>
                <c:pt idx="39">
                  <c:v>-1.231682530106578E-3</c:v>
                </c:pt>
                <c:pt idx="40">
                  <c:v>-1.178745233842181E-3</c:v>
                </c:pt>
                <c:pt idx="41">
                  <c:v>-1.121262137369573E-3</c:v>
                </c:pt>
                <c:pt idx="42">
                  <c:v>-1.05943641437577E-3</c:v>
                </c:pt>
                <c:pt idx="43">
                  <c:v>-9.9348712524229368E-4</c:v>
                </c:pt>
                <c:pt idx="44">
                  <c:v>-9.236487541336093E-4</c:v>
                </c:pt>
                <c:pt idx="45">
                  <c:v>-8.5017069085683889E-4</c:v>
                </c:pt>
                <c:pt idx="46">
                  <c:v>-7.7331665596412017E-4</c:v>
                </c:pt>
                <c:pt idx="47">
                  <c:v>-6.9336406912345915E-4</c:v>
                </c:pt>
                <c:pt idx="48">
                  <c:v>-6.106033609971608E-4</c:v>
                </c:pt>
                <c:pt idx="49">
                  <c:v>-5.2533722523161056E-4</c:v>
                </c:pt>
                <c:pt idx="50">
                  <c:v>-4.3787980347259229E-4</c:v>
                </c:pt>
                <c:pt idx="51">
                  <c:v>-3.4855579644395751E-4</c:v>
                </c:pt>
                <c:pt idx="52">
                  <c:v>-2.5769949620492233E-4</c:v>
                </c:pt>
                <c:pt idx="53">
                  <c:v>-1.6565373683948451E-4</c:v>
                </c:pt>
                <c:pt idx="54">
                  <c:v>-7.2768764361037374E-5</c:v>
                </c:pt>
                <c:pt idx="55">
                  <c:v>2.059896916341317E-5</c:v>
                </c:pt>
                <c:pt idx="56">
                  <c:v>1.140880803564948E-4</c:v>
                </c:pt>
                <c:pt idx="57">
                  <c:v>2.0733359244692361E-4</c:v>
                </c:pt>
                <c:pt idx="58">
                  <c:v>2.9996833347755868E-4</c:v>
                </c:pt>
                <c:pt idx="59">
                  <c:v>3.9162439462560241E-4</c:v>
                </c:pt>
                <c:pt idx="60">
                  <c:v>4.8193464998956022E-4</c:v>
                </c:pt>
                <c:pt idx="61">
                  <c:v>5.7053433738010512E-4</c:v>
                </c:pt>
                <c:pt idx="62">
                  <c:v>6.5706269178552029E-4</c:v>
                </c:pt>
                <c:pt idx="63">
                  <c:v>7.4116461233677405E-4</c:v>
                </c:pt>
                <c:pt idx="64">
                  <c:v>8.2249233783965726E-4</c:v>
                </c:pt>
                <c:pt idx="65">
                  <c:v>9.0070710816358534E-4</c:v>
                </c:pt>
                <c:pt idx="66">
                  <c:v>9.7548079564139189E-4</c:v>
                </c:pt>
                <c:pt idx="67">
                  <c:v>1.046497499010912E-3</c:v>
                </c:pt>
                <c:pt idx="68">
                  <c:v>1.1134550995195349E-3</c:v>
                </c:pt>
                <c:pt idx="69">
                  <c:v>1.176066781986075E-3</c:v>
                </c:pt>
                <c:pt idx="70">
                  <c:v>1.234062521024899E-3</c:v>
                </c:pt>
                <c:pt idx="71">
                  <c:v>1.2871905239029841E-3</c:v>
                </c:pt>
                <c:pt idx="72">
                  <c:v>1.335218611363289E-3</c:v>
                </c:pt>
                <c:pt idx="73">
                  <c:v>1.3779355122645099E-3</c:v>
                </c:pt>
                <c:pt idx="74">
                  <c:v>1.415152048664024E-3</c:v>
                </c:pt>
                <c:pt idx="75">
                  <c:v>1.4467021941403689E-3</c:v>
                </c:pt>
                <c:pt idx="76">
                  <c:v>1.472443998323876E-3</c:v>
                </c:pt>
                <c:pt idx="77">
                  <c:v>1.492260381241729E-3</c:v>
                </c:pt>
                <c:pt idx="78">
                  <c:v>1.5060598041997211E-3</c:v>
                </c:pt>
                <c:pt idx="79">
                  <c:v>1.5137768166071171E-3</c:v>
                </c:pt>
                <c:pt idx="80">
                  <c:v>1.5153724708602901E-3</c:v>
                </c:pt>
                <c:pt idx="81">
                  <c:v>1.5108345967943929E-3</c:v>
                </c:pt>
                <c:pt idx="82">
                  <c:v>1.500177927866677E-3</c:v>
                </c:pt>
                <c:pt idx="83">
                  <c:v>1.483444071143992E-3</c:v>
                </c:pt>
                <c:pt idx="84">
                  <c:v>1.4607013165001039E-3</c:v>
                </c:pt>
                <c:pt idx="85">
                  <c:v>1.432044288286308E-3</c:v>
                </c:pt>
                <c:pt idx="86">
                  <c:v>1.3975934501952931E-3</c:v>
                </c:pt>
                <c:pt idx="87">
                  <c:v>1.3574944751713061E-3</c:v>
                </c:pt>
                <c:pt idx="88">
                  <c:v>1.3119174873079209E-3</c:v>
                </c:pt>
                <c:pt idx="89">
                  <c:v>1.2610561773336089E-3</c:v>
                </c:pt>
                <c:pt idx="90">
                  <c:v>1.205126792563549E-3</c:v>
                </c:pt>
                <c:pt idx="91">
                  <c:v>1.144367006331841E-3</c:v>
                </c:pt>
                <c:pt idx="92">
                  <c:v>1.079034676836276E-3</c:v>
                </c:pt>
                <c:pt idx="93">
                  <c:v>1.009406507941345E-3</c:v>
                </c:pt>
                <c:pt idx="94">
                  <c:v>9.3577662475697362E-4</c:v>
                </c:pt>
                <c:pt idx="95">
                  <c:v>8.5845507631958395E-4</c:v>
                </c:pt>
                <c:pt idx="96">
                  <c:v>7.7776627818334479E-4</c:v>
                </c:pt>
                <c:pt idx="97">
                  <c:v>6.9404740853473733E-4</c:v>
                </c:pt>
                <c:pt idx="98">
                  <c:v>6.0764676991168333E-4</c:v>
                </c:pt>
                <c:pt idx="99">
                  <c:v>5.1892212505598944E-4</c:v>
                </c:pt>
                <c:pt idx="100">
                  <c:v>4.2823901407496831E-4</c:v>
                </c:pt>
                <c:pt idx="101">
                  <c:v>3.3596906210609802E-4</c:v>
                </c:pt>
                <c:pt idx="102">
                  <c:v>2.424882887362547E-4</c:v>
                </c:pt>
                <c:pt idx="103">
                  <c:v>1.4817543148437309E-4</c:v>
                </c:pt>
                <c:pt idx="104">
                  <c:v>5.3410296624551038E-5</c:v>
                </c:pt>
                <c:pt idx="105">
                  <c:v>-4.1427849373922712E-5</c:v>
                </c:pt>
                <c:pt idx="106">
                  <c:v>-1.3596183677583019E-4</c:v>
                </c:pt>
                <c:pt idx="107">
                  <c:v>-2.2981809164111561E-4</c:v>
                </c:pt>
                <c:pt idx="108">
                  <c:v>-3.2262807555555632E-4</c:v>
                </c:pt>
                <c:pt idx="109">
                  <c:v>-4.1402966654196979E-4</c:v>
                </c:pt>
                <c:pt idx="110">
                  <c:v>-5.0366848216674097E-4</c:v>
                </c:pt>
                <c:pt idx="111">
                  <c:v>-5.9119914531785469E-4</c:v>
                </c:pt>
                <c:pt idx="112">
                  <c:v>-6.7628648905722908E-4</c:v>
                </c:pt>
                <c:pt idx="113">
                  <c:v>-7.5860669156907479E-4</c:v>
                </c:pt>
                <c:pt idx="114">
                  <c:v>-8.3784833165672094E-4</c:v>
                </c:pt>
                <c:pt idx="115">
                  <c:v>-9.1371336093224581E-4</c:v>
                </c:pt>
                <c:pt idx="116">
                  <c:v>-9.8591799697683789E-4</c:v>
                </c:pt>
                <c:pt idx="117">
                  <c:v>-1.054193548104206E-3</c:v>
                </c:pt>
                <c:pt idx="118">
                  <c:v>-1.1182871824640651E-3</c:v>
                </c:pt>
                <c:pt idx="119">
                  <c:v>-1.177962650612758E-3</c:v>
                </c:pt>
                <c:pt idx="120">
                  <c:v>-1.233000961564504E-3</c:v>
                </c:pt>
                <c:pt idx="121">
                  <c:v>-1.283201002827682E-3</c:v>
                </c:pt>
                <c:pt idx="122">
                  <c:v>-1.32838009150196E-3</c:v>
                </c:pt>
                <c:pt idx="123">
                  <c:v>-1.3683744478046769E-3</c:v>
                </c:pt>
                <c:pt idx="124">
                  <c:v>-1.4030395919008799E-3</c:v>
                </c:pt>
                <c:pt idx="125">
                  <c:v>-1.432250674954085E-3</c:v>
                </c:pt>
                <c:pt idx="126">
                  <c:v>-1.455902761708764E-3</c:v>
                </c:pt>
                <c:pt idx="127">
                  <c:v>-1.473911080754055E-3</c:v>
                </c:pt>
                <c:pt idx="128">
                  <c:v>-1.486211247416205E-3</c:v>
                </c:pt>
                <c:pt idx="129">
                  <c:v>-1.4927594503485271E-3</c:v>
                </c:pt>
                <c:pt idx="130">
                  <c:v>-1.4935325874683629E-3</c:v>
                </c:pt>
                <c:pt idx="131">
                  <c:v>-1.4885283408871781E-3</c:v>
                </c:pt>
                <c:pt idx="132">
                  <c:v>-1.4777651878051729E-3</c:v>
                </c:pt>
                <c:pt idx="133">
                  <c:v>-1.461282350426651E-3</c:v>
                </c:pt>
                <c:pt idx="134">
                  <c:v>-1.439139691331078E-3</c:v>
                </c:pt>
                <c:pt idx="135">
                  <c:v>-1.411417560132604E-3</c:v>
                </c:pt>
                <c:pt idx="136">
                  <c:v>-1.3782165930491879E-3</c:v>
                </c:pt>
                <c:pt idx="137">
                  <c:v>-1.3396574637719769E-3</c:v>
                </c:pt>
                <c:pt idx="138">
                  <c:v>-1.2958805829814499E-3</c:v>
                </c:pt>
                <c:pt idx="139">
                  <c:v>-1.2470457420822791E-3</c:v>
                </c:pt>
                <c:pt idx="140">
                  <c:v>-1.193331695618739E-3</c:v>
                </c:pt>
                <c:pt idx="141">
                  <c:v>-1.1349356796335999E-3</c:v>
                </c:pt>
                <c:pt idx="142">
                  <c:v>-1.072072868538185E-3</c:v>
                </c:pt>
                <c:pt idx="143">
                  <c:v>-1.004975776337319E-3</c:v>
                </c:pt>
                <c:pt idx="144">
                  <c:v>-9.3389360774112455E-4</c:v>
                </c:pt>
                <c:pt idx="145">
                  <c:v>-8.590915622375628E-4</c:v>
                </c:pt>
                <c:pt idx="146">
                  <c:v>-7.8085008985646031E-4</c:v>
                </c:pt>
                <c:pt idx="147">
                  <c:v>-6.9946409249659655E-4</c:v>
                </c:pt>
                <c:pt idx="148">
                  <c:v>-6.1524206219532604E-4</c:v>
                </c:pt>
                <c:pt idx="149">
                  <c:v>-5.2850514835941543E-4</c:v>
                </c:pt>
                <c:pt idx="150">
                  <c:v>-4.3958614895140498E-4</c:v>
                </c:pt>
                <c:pt idx="151">
                  <c:v>-3.4882842424289242E-4</c:v>
                </c:pt>
                <c:pt idx="152">
                  <c:v>-2.5658473422747512E-4</c:v>
                </c:pt>
                <c:pt idx="153">
                  <c:v>-1.6321600223783521E-4</c:v>
                </c:pt>
                <c:pt idx="154">
                  <c:v>-6.90900087179192E-5</c:v>
                </c:pt>
                <c:pt idx="155">
                  <c:v>2.5419979842247529E-5</c:v>
                </c:pt>
                <c:pt idx="156">
                  <c:v>1.1993664253980091E-4</c:v>
                </c:pt>
                <c:pt idx="157">
                  <c:v>2.14080094361232E-4</c:v>
                </c:pt>
                <c:pt idx="158">
                  <c:v>3.0746943441410462E-4</c:v>
                </c:pt>
                <c:pt idx="159">
                  <c:v>3.9972434905009521E-4</c:v>
                </c:pt>
                <c:pt idx="160">
                  <c:v>4.9046676197810621E-4</c:v>
                </c:pt>
                <c:pt idx="161">
                  <c:v>5.7932251798172723E-4</c:v>
                </c:pt>
                <c:pt idx="162">
                  <c:v>6.6592308306220838E-4</c:v>
                </c:pt>
                <c:pt idx="163">
                  <c:v>7.4990724580148644E-4</c:v>
                </c:pt>
                <c:pt idx="164">
                  <c:v>8.3092281165376048E-4</c:v>
                </c:pt>
                <c:pt idx="165">
                  <c:v>9.0862828593833277E-4</c:v>
                </c:pt>
                <c:pt idx="166">
                  <c:v>9.8269453972552826E-4</c:v>
                </c:pt>
                <c:pt idx="167">
                  <c:v>1.0528064494780499E-3</c:v>
                </c:pt>
                <c:pt idx="168">
                  <c:v>1.118664498154024E-3</c:v>
                </c:pt>
                <c:pt idx="169">
                  <c:v>1.179986321907249E-3</c:v>
                </c:pt>
                <c:pt idx="170">
                  <c:v>1.2365081830299589E-3</c:v>
                </c:pt>
                <c:pt idx="171">
                  <c:v>1.287986349161836E-3</c:v>
                </c:pt>
                <c:pt idx="172">
                  <c:v>1.334198363416873E-3</c:v>
                </c:pt>
                <c:pt idx="173">
                  <c:v>1.3749441980913E-3</c:v>
                </c:pt>
                <c:pt idx="174">
                  <c:v>1.4100472915789411E-3</c:v>
                </c:pt>
                <c:pt idx="175">
                  <c:v>1.439355471198784E-3</c:v>
                </c:pt>
                <c:pt idx="176">
                  <c:v>1.4627417617816931E-3</c:v>
                </c:pt>
                <c:pt idx="177">
                  <c:v>1.480105072633784E-3</c:v>
                </c:pt>
                <c:pt idx="178">
                  <c:v>1.491370752197797E-3</c:v>
                </c:pt>
                <c:pt idx="179">
                  <c:v>1.4964910018720821E-3</c:v>
                </c:pt>
                <c:pt idx="180">
                  <c:v>1.495445141042439E-3</c:v>
                </c:pt>
                <c:pt idx="181">
                  <c:v>1.4882397168004761E-3</c:v>
                </c:pt>
                <c:pt idx="182">
                  <c:v>1.4749084599255311E-3</c:v>
                </c:pt>
                <c:pt idx="183">
                  <c:v>1.4555120982062361E-3</c:v>
                </c:pt>
                <c:pt idx="184">
                  <c:v>1.430138040390603E-3</c:v>
                </c:pt>
                <c:pt idx="185">
                  <c:v>1.398899937161359E-3</c:v>
                </c:pt>
                <c:pt idx="186">
                  <c:v>1.3619371132509259E-3</c:v>
                </c:pt>
                <c:pt idx="187">
                  <c:v>1.319413854602095E-3</c:v>
                </c:pt>
                <c:pt idx="188">
                  <c:v>1.271518537213017E-3</c:v>
                </c:pt>
                <c:pt idx="189">
                  <c:v>1.218462600802176E-3</c:v>
                </c:pt>
                <c:pt idx="190">
                  <c:v>1.1604793853656249E-3</c:v>
                </c:pt>
                <c:pt idx="191">
                  <c:v>1.097822852294451E-3</c:v>
                </c:pt>
                <c:pt idx="192">
                  <c:v>1.03076620908182E-3</c:v>
                </c:pt>
                <c:pt idx="193">
                  <c:v>9.596004538506963E-4</c:v>
                </c:pt>
                <c:pt idx="194">
                  <c:v>8.8463285339115732E-4</c:v>
                </c:pt>
                <c:pt idx="195">
                  <c:v>8.0618536465637092E-4</c:v>
                </c:pt>
                <c:pt idx="196">
                  <c:v>7.245930063044969E-4</c:v>
                </c:pt>
                <c:pt idx="197">
                  <c:v>6.4020218638911571E-4</c:v>
                </c:pt>
                <c:pt idx="198">
                  <c:v>5.533689947051165E-4</c:v>
                </c:pt>
                <c:pt idx="199">
                  <c:v>4.6445747290538731E-4</c:v>
                </c:pt>
                <c:pt idx="200">
                  <c:v>3.7383787929874912E-4</c:v>
                </c:pt>
                <c:pt idx="201">
                  <c:v>2.8188496464405147E-4</c:v>
                </c:pt>
                <c:pt idx="202">
                  <c:v>1.889762720700163E-4</c:v>
                </c:pt>
                <c:pt idx="203">
                  <c:v>9.5490471395266269E-5</c:v>
                </c:pt>
                <c:pt idx="204">
                  <c:v>1.805734713588741E-6</c:v>
                </c:pt>
                <c:pt idx="205">
                  <c:v>-9.1701843439919695E-5</c:v>
                </c:pt>
                <c:pt idx="206">
                  <c:v>-1.8465977843358511E-4</c:v>
                </c:pt>
                <c:pt idx="207">
                  <c:v>-2.7670067446328861E-4</c:v>
                </c:pt>
                <c:pt idx="208">
                  <c:v>-3.6746364052384301E-4</c:v>
                </c:pt>
                <c:pt idx="209">
                  <c:v>-4.5659563243789591E-4</c:v>
                </c:pt>
                <c:pt idx="210">
                  <c:v>-5.4375271346481402E-4</c:v>
                </c:pt>
                <c:pt idx="211">
                  <c:v>-6.2860123350759434E-4</c:v>
                </c:pt>
                <c:pt idx="212">
                  <c:v>-7.108189314833941E-4</c:v>
                </c:pt>
                <c:pt idx="213">
                  <c:v>-7.9009596379742706E-4</c:v>
                </c:pt>
                <c:pt idx="214">
                  <c:v>-8.6613585853882508E-4</c:v>
                </c:pt>
                <c:pt idx="215">
                  <c:v>-9.3865639372020049E-4</c:v>
                </c:pt>
                <c:pt idx="216">
                  <c:v>-1.0073903985678759E-3</c:v>
                </c:pt>
                <c:pt idx="217">
                  <c:v>-1.07208647831333E-3</c:v>
                </c:pt>
                <c:pt idx="218">
                  <c:v>-1.132509662826413E-3</c:v>
                </c:pt>
                <c:pt idx="219">
                  <c:v>-1.188441977560491E-3</c:v>
                </c:pt>
                <c:pt idx="220">
                  <c:v>-1.2396829362019931E-3</c:v>
                </c:pt>
                <c:pt idx="221">
                  <c:v>-1.2860499608439611E-3</c:v>
                </c:pt>
                <c:pt idx="222">
                  <c:v>-1.3273787432433431E-3</c:v>
                </c:pt>
                <c:pt idx="223">
                  <c:v>-1.363523563767306E-3</c:v>
                </c:pt>
                <c:pt idx="224">
                  <c:v>-1.394357580426817E-3</c:v>
                </c:pt>
                <c:pt idx="225">
                  <c:v>-1.419773089800155E-3</c:v>
                </c:pt>
                <c:pt idx="226">
                  <c:v>-1.4396817496537711E-3</c:v>
                </c:pt>
                <c:pt idx="227">
                  <c:v>-1.4540147484831099E-3</c:v>
                </c:pt>
                <c:pt idx="228">
                  <c:v>-1.462722912970056E-3</c:v>
                </c:pt>
                <c:pt idx="229">
                  <c:v>-1.4657767537950351E-3</c:v>
                </c:pt>
                <c:pt idx="230">
                  <c:v>-1.4631664580278441E-3</c:v>
                </c:pt>
                <c:pt idx="231">
                  <c:v>-1.4549018408126009E-3</c:v>
                </c:pt>
                <c:pt idx="232">
                  <c:v>-1.441012268462293E-3</c:v>
                </c:pt>
                <c:pt idx="233">
                  <c:v>-1.421546560186923E-3</c:v>
                </c:pt>
                <c:pt idx="234">
                  <c:v>-1.3965728695205029E-3</c:v>
                </c:pt>
                <c:pt idx="235">
                  <c:v>-1.36617854134357E-3</c:v>
                </c:pt>
                <c:pt idx="236">
                  <c:v>-1.330469936166892E-3</c:v>
                </c:pt>
                <c:pt idx="237">
                  <c:v>-1.289572210839219E-3</c:v>
                </c:pt>
                <c:pt idx="238">
                  <c:v>-1.2436290478378049E-3</c:v>
                </c:pt>
                <c:pt idx="239">
                  <c:v>-1.1928023325967711E-3</c:v>
                </c:pt>
                <c:pt idx="240">
                  <c:v>-1.1372717837798041E-3</c:v>
                </c:pt>
                <c:pt idx="241">
                  <c:v>-1.0772345426949229E-3</c:v>
                </c:pt>
                <c:pt idx="242">
                  <c:v>-1.0129047253024451E-3</c:v>
                </c:pt>
                <c:pt idx="243">
                  <c:v>-9.4451293295999225E-4</c:v>
                </c:pt>
                <c:pt idx="244">
                  <c:v>-8.7230570903392194E-4</c:v>
                </c:pt>
                <c:pt idx="245">
                  <c:v>-7.965449253980138E-4</c:v>
                </c:pt>
                <c:pt idx="246">
                  <c:v>-7.1750708913516533E-4</c:v>
                </c:pt>
                <c:pt idx="247">
                  <c:v>-6.3548256911642557E-4</c:v>
                </c:pt>
                <c:pt idx="248">
                  <c:v>-5.5077474773106377E-4</c:v>
                </c:pt>
                <c:pt idx="249">
                  <c:v>-4.6369910421559799E-4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61AE-4AD7-AC66-B8874FAF743B}"/>
            </c:ext>
          </c:extLst>
        </c:ser>
        <c:ser>
          <c:idx val="2"/>
          <c:order val="2"/>
          <c:tx>
            <c:v>20 Hz</c:v>
          </c:tx>
          <c:spPr>
            <a:ln w="12700" cap="rnd" cmpd="sng" algn="ctr">
              <a:solidFill>
                <a:schemeClr val="accent1">
                  <a:shade val="90000"/>
                  <a:shade val="95000"/>
                  <a:satMod val="105000"/>
                </a:schemeClr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ref0p4_90min_v6_f20!$A$2:$A$251</c:f>
              <c:numCache>
                <c:formatCode>General</c:formatCode>
                <c:ptCount val="250"/>
                <c:pt idx="0">
                  <c:v>1.6065822922782121E-4</c:v>
                </c:pt>
                <c:pt idx="1">
                  <c:v>1.136322624727427E-4</c:v>
                </c:pt>
                <c:pt idx="2">
                  <c:v>6.48202395620323E-5</c:v>
                </c:pt>
                <c:pt idx="3">
                  <c:v>1.4992293884740721E-5</c:v>
                </c:pt>
                <c:pt idx="4">
                  <c:v>-3.5065414422602223E-5</c:v>
                </c:pt>
                <c:pt idx="5">
                  <c:v>-8.4563096726824002E-5</c:v>
                </c:pt>
                <c:pt idx="6">
                  <c:v>-1.3271979931702921E-4</c:v>
                </c:pt>
                <c:pt idx="7">
                  <c:v>-1.787757348996214E-4</c:v>
                </c:pt>
                <c:pt idx="8">
                  <c:v>-2.2200428618588929E-4</c:v>
                </c:pt>
                <c:pt idx="9">
                  <c:v>-2.6172348993808831E-4</c:v>
                </c:pt>
                <c:pt idx="10">
                  <c:v>-2.9730681774706928E-4</c:v>
                </c:pt>
                <c:pt idx="11">
                  <c:v>-3.2819308114304059E-4</c:v>
                </c:pt>
                <c:pt idx="12">
                  <c:v>-3.5389530283720612E-4</c:v>
                </c:pt>
                <c:pt idx="13">
                  <c:v>-3.7400841247613073E-4</c:v>
                </c:pt>
                <c:pt idx="14">
                  <c:v>-3.8821564412312812E-4</c:v>
                </c:pt>
                <c:pt idx="15">
                  <c:v>-3.9629353365437192E-4</c:v>
                </c:pt>
                <c:pt idx="16">
                  <c:v>-3.9811543697589372E-4</c:v>
                </c:pt>
                <c:pt idx="17">
                  <c:v>-3.9365351387196039E-4</c:v>
                </c:pt>
                <c:pt idx="18">
                  <c:v>-3.8297914690698498E-4</c:v>
                </c:pt>
                <c:pt idx="19">
                  <c:v>-3.6626178972827349E-4</c:v>
                </c:pt>
                <c:pt idx="20">
                  <c:v>-3.4376626396228163E-4</c:v>
                </c:pt>
                <c:pt idx="21">
                  <c:v>-3.1584854830063989E-4</c:v>
                </c:pt>
                <c:pt idx="22">
                  <c:v>-2.8295012708153791E-4</c:v>
                </c:pt>
                <c:pt idx="23">
                  <c:v>-2.4559098849632409E-4</c:v>
                </c:pt>
                <c:pt idx="24">
                  <c:v>-2.043613841540834E-4</c:v>
                </c:pt>
                <c:pt idx="25">
                  <c:v>-1.5991248156108369E-4</c:v>
                </c:pt>
                <c:pt idx="26">
                  <c:v>-1.1294605862658181E-4</c:v>
                </c:pt>
                <c:pt idx="27">
                  <c:v>-6.4203404420151483E-5</c:v>
                </c:pt>
                <c:pt idx="28">
                  <c:v>-1.445360300211734E-5</c:v>
                </c:pt>
                <c:pt idx="29">
                  <c:v>3.5518613059414602E-5</c:v>
                </c:pt>
                <c:pt idx="30">
                  <c:v>8.4925246237300953E-5</c:v>
                </c:pt>
                <c:pt idx="31">
                  <c:v>1.3298745806921929E-4</c:v>
                </c:pt>
                <c:pt idx="32">
                  <c:v>1.789478369744355E-4</c:v>
                </c:pt>
                <c:pt idx="33">
                  <c:v>2.2208231631074579E-4</c:v>
                </c:pt>
                <c:pt idx="34">
                  <c:v>2.6171155544647237E-4</c:v>
                </c:pt>
                <c:pt idx="35">
                  <c:v>2.9721160603370182E-4</c:v>
                </c:pt>
                <c:pt idx="36">
                  <c:v>3.2802369790457028E-4</c:v>
                </c:pt>
                <c:pt idx="37">
                  <c:v>3.536629936687737E-4</c:v>
                </c:pt>
                <c:pt idx="38">
                  <c:v>3.7372617768837411E-4</c:v>
                </c:pt>
                <c:pt idx="39">
                  <c:v>3.8789776324507988E-4</c:v>
                </c:pt>
                <c:pt idx="40">
                  <c:v>3.9595502124219249E-4</c:v>
                </c:pt>
                <c:pt idx="41">
                  <c:v>3.977714547663969E-4</c:v>
                </c:pt>
                <c:pt idx="42">
                  <c:v>3.9331876625374289E-4</c:v>
                </c:pt>
                <c:pt idx="43">
                  <c:v>3.8266728746207411E-4</c:v>
                </c:pt>
                <c:pt idx="44">
                  <c:v>3.659848662803089E-4</c:v>
                </c:pt>
                <c:pt idx="45">
                  <c:v>3.4353422808752971E-4</c:v>
                </c:pt>
                <c:pt idx="46">
                  <c:v>3.1566885272521961E-4</c:v>
                </c:pt>
                <c:pt idx="47">
                  <c:v>2.8282743094585711E-4</c:v>
                </c:pt>
                <c:pt idx="48">
                  <c:v>2.4552698594570332E-4</c:v>
                </c:pt>
                <c:pt idx="49">
                  <c:v>2.0435476586186811E-4</c:v>
                </c:pt>
                <c:pt idx="50">
                  <c:v>1.5995903187540489E-4</c:v>
                </c:pt>
                <c:pt idx="51">
                  <c:v>1.130388837933585E-4</c:v>
                </c:pt>
                <c:pt idx="52">
                  <c:v>6.4333280377017117E-5</c:v>
                </c:pt>
                <c:pt idx="53">
                  <c:v>1.4609424885393519E-5</c:v>
                </c:pt>
                <c:pt idx="54">
                  <c:v>-3.5349302913727653E-5</c:v>
                </c:pt>
                <c:pt idx="55">
                  <c:v>-8.4755678940905325E-5</c:v>
                </c:pt>
                <c:pt idx="56">
                  <c:v>-1.328310369252085E-4</c:v>
                </c:pt>
                <c:pt idx="57">
                  <c:v>-1.7881754452539719E-4</c:v>
                </c:pt>
                <c:pt idx="58">
                  <c:v>-2.2199015914250151E-4</c:v>
                </c:pt>
                <c:pt idx="59">
                  <c:v>-2.6166807382225398E-4</c:v>
                </c:pt>
                <c:pt idx="60">
                  <c:v>-2.9722547131256621E-4</c:v>
                </c:pt>
                <c:pt idx="61">
                  <c:v>-3.281014148293154E-4</c:v>
                </c:pt>
                <c:pt idx="62">
                  <c:v>-3.5380871735794952E-4</c:v>
                </c:pt>
                <c:pt idx="63">
                  <c:v>-3.7394164743286359E-4</c:v>
                </c:pt>
                <c:pt idx="64">
                  <c:v>-3.8818234813752742E-4</c:v>
                </c:pt>
                <c:pt idx="65">
                  <c:v>-3.963058670307958E-4</c:v>
                </c:pt>
                <c:pt idx="66">
                  <c:v>-3.9818371718480919E-4</c:v>
                </c:pt>
                <c:pt idx="67">
                  <c:v>-3.9378591304607642E-4</c:v>
                </c:pt>
                <c:pt idx="68">
                  <c:v>-3.8318144906293188E-4</c:v>
                </c:pt>
                <c:pt idx="69">
                  <c:v>-3.665372135994612E-4</c:v>
                </c:pt>
                <c:pt idx="70">
                  <c:v>-3.4411535525079968E-4</c:v>
                </c:pt>
                <c:pt idx="71">
                  <c:v>-3.1626914306312498E-4</c:v>
                </c:pt>
                <c:pt idx="72">
                  <c:v>-2.8343738608686099E-4</c:v>
                </c:pt>
                <c:pt idx="73">
                  <c:v>-2.4613750073914753E-4</c:v>
                </c:pt>
                <c:pt idx="74">
                  <c:v>-2.0495733613414561E-4</c:v>
                </c:pt>
                <c:pt idx="75">
                  <c:v>-1.605458874354974E-4</c:v>
                </c:pt>
                <c:pt idx="76">
                  <c:v>-1.136030450954989E-4</c:v>
                </c:pt>
                <c:pt idx="77">
                  <c:v>-6.4868543349727844E-5</c:v>
                </c:pt>
                <c:pt idx="78">
                  <c:v>-1.5110284218891711E-5</c:v>
                </c:pt>
                <c:pt idx="79">
                  <c:v>3.4887776947873862E-5</c:v>
                </c:pt>
                <c:pt idx="80">
                  <c:v>8.4337992012228224E-5</c:v>
                </c:pt>
                <c:pt idx="81">
                  <c:v>1.3246143126089281E-4</c:v>
                </c:pt>
                <c:pt idx="82">
                  <c:v>1.7850014975815911E-4</c:v>
                </c:pt>
                <c:pt idx="83">
                  <c:v>2.2172911588923521E-4</c:v>
                </c:pt>
                <c:pt idx="84">
                  <c:v>2.6146761462393842E-4</c:v>
                </c:pt>
                <c:pt idx="85">
                  <c:v>2.9708994657794499E-4</c:v>
                </c:pt>
                <c:pt idx="86">
                  <c:v>3.2803525551108821E-4</c:v>
                </c:pt>
                <c:pt idx="87">
                  <c:v>3.5381633125912708E-4</c:v>
                </c:pt>
                <c:pt idx="88">
                  <c:v>3.7402725192830409E-4</c:v>
                </c:pt>
                <c:pt idx="89">
                  <c:v>3.8834974798970632E-4</c:v>
                </c:pt>
                <c:pt idx="90">
                  <c:v>3.9655819110136589E-4</c:v>
                </c:pt>
                <c:pt idx="91">
                  <c:v>3.9852313165713741E-4</c:v>
                </c:pt>
                <c:pt idx="92">
                  <c:v>3.9421333107594468E-4</c:v>
                </c:pt>
                <c:pt idx="93">
                  <c:v>3.8369625765205452E-4</c:v>
                </c:pt>
                <c:pt idx="94">
                  <c:v>3.671370382003401E-4</c:v>
                </c:pt>
                <c:pt idx="95">
                  <c:v>3.4479588131043902E-4</c:v>
                </c:pt>
                <c:pt idx="96">
                  <c:v>3.1702401126296718E-4</c:v>
                </c:pt>
                <c:pt idx="97">
                  <c:v>2.8425817434602168E-4</c:v>
                </c:pt>
                <c:pt idx="98">
                  <c:v>2.4701380142033269E-4</c:v>
                </c:pt>
                <c:pt idx="99">
                  <c:v>2.0587693174830269E-4</c:v>
                </c:pt>
                <c:pt idx="100">
                  <c:v>1.6149502259142639E-4</c:v>
                </c:pt>
                <c:pt idx="101">
                  <c:v>1.1456678647118139E-4</c:v>
                </c:pt>
                <c:pt idx="102">
                  <c:v>6.5831213415300488E-5</c:v>
                </c:pt>
                <c:pt idx="103">
                  <c:v>1.6055948994055269E-5</c:v>
                </c:pt>
                <c:pt idx="104">
                  <c:v>-3.3974790066008212E-5</c:v>
                </c:pt>
                <c:pt idx="105">
                  <c:v>-8.347257301183113E-5</c:v>
                </c:pt>
                <c:pt idx="106">
                  <c:v>-1.3165719047829381E-4</c:v>
                </c:pt>
                <c:pt idx="107">
                  <c:v>-1.777689718002455E-4</c:v>
                </c:pt>
                <c:pt idx="108">
                  <c:v>-2.2108078877203311E-4</c:v>
                </c:pt>
                <c:pt idx="109">
                  <c:v>-2.6090955445182438E-4</c:v>
                </c:pt>
                <c:pt idx="110">
                  <c:v>-2.9662703294232578E-4</c:v>
                </c:pt>
                <c:pt idx="111">
                  <c:v>-3.2766978673226722E-4</c:v>
                </c:pt>
                <c:pt idx="112">
                  <c:v>-3.5354810197509267E-4</c:v>
                </c:pt>
                <c:pt idx="113">
                  <c:v>-3.7385374857312102E-4</c:v>
                </c:pt>
                <c:pt idx="114">
                  <c:v>-3.8826645065632379E-4</c:v>
                </c:pt>
                <c:pt idx="115">
                  <c:v>-3.9655896372327748E-4</c:v>
                </c:pt>
                <c:pt idx="116">
                  <c:v>-3.9860067716388409E-4</c:v>
                </c:pt>
                <c:pt idx="117">
                  <c:v>-3.9435968476413428E-4</c:v>
                </c:pt>
                <c:pt idx="118">
                  <c:v>-3.839032905308458E-4</c:v>
                </c:pt>
                <c:pt idx="119">
                  <c:v>-3.6739694216607002E-4</c:v>
                </c:pt>
                <c:pt idx="120">
                  <c:v>-3.4510160938614972E-4</c:v>
                </c:pt>
                <c:pt idx="121">
                  <c:v>-3.1736964882809912E-4</c:v>
                </c:pt>
                <c:pt idx="122">
                  <c:v>-2.8463922124774202E-4</c:v>
                </c:pt>
                <c:pt idx="123">
                  <c:v>-2.4742734966954488E-4</c:v>
                </c:pt>
                <c:pt idx="124">
                  <c:v>-2.063217287074414E-4</c:v>
                </c:pt>
                <c:pt idx="125">
                  <c:v>-1.6197141520749161E-4</c:v>
                </c:pt>
                <c:pt idx="126">
                  <c:v>-1.150765485037376E-4</c:v>
                </c:pt>
                <c:pt idx="127">
                  <c:v>-6.6377264606057068E-5</c:v>
                </c:pt>
                <c:pt idx="128">
                  <c:v>-1.664198197217933E-5</c:v>
                </c:pt>
                <c:pt idx="129">
                  <c:v>3.3344753427204839E-5</c:v>
                </c:pt>
                <c:pt idx="130">
                  <c:v>8.2794669480656222E-5</c:v>
                </c:pt>
                <c:pt idx="131">
                  <c:v>1.309282182624904E-4</c:v>
                </c:pt>
                <c:pt idx="132">
                  <c:v>1.7698687775609409E-4</c:v>
                </c:pt>
                <c:pt idx="133">
                  <c:v>2.2024511042376609E-4</c:v>
                </c:pt>
                <c:pt idx="134">
                  <c:v>2.6002179018373592E-4</c:v>
                </c:pt>
                <c:pt idx="135">
                  <c:v>2.956909184517923E-4</c:v>
                </c:pt>
                <c:pt idx="136">
                  <c:v>3.266914616678282E-4</c:v>
                </c:pt>
                <c:pt idx="137">
                  <c:v>3.5253615689723292E-4</c:v>
                </c:pt>
                <c:pt idx="138">
                  <c:v>3.7281914867510319E-4</c:v>
                </c:pt>
                <c:pt idx="139">
                  <c:v>3.8722233921365359E-4</c:v>
                </c:pt>
                <c:pt idx="140">
                  <c:v>3.9552035495863492E-4</c:v>
                </c:pt>
                <c:pt idx="141">
                  <c:v>3.9758405452448809E-4</c:v>
                </c:pt>
                <c:pt idx="142">
                  <c:v>3.9338252568883492E-4</c:v>
                </c:pt>
                <c:pt idx="143">
                  <c:v>3.8298354209704568E-4</c:v>
                </c:pt>
                <c:pt idx="144">
                  <c:v>3.6655247349131991E-4</c:v>
                </c:pt>
                <c:pt idx="145">
                  <c:v>3.4434966655418699E-4</c:v>
                </c:pt>
                <c:pt idx="146">
                  <c:v>3.1672633665339291E-4</c:v>
                </c:pt>
                <c:pt idx="147">
                  <c:v>2.8411903354908928E-4</c:v>
                </c:pt>
                <c:pt idx="148">
                  <c:v>2.4704276615175049E-4</c:v>
                </c:pt>
                <c:pt idx="149">
                  <c:v>2.0608289245877649E-4</c:v>
                </c:pt>
                <c:pt idx="150">
                  <c:v>1.61885900505232E-4</c:v>
                </c:pt>
                <c:pt idx="151">
                  <c:v>1.151492240550533E-4</c:v>
                </c:pt>
                <c:pt idx="152">
                  <c:v>6.6610252399900541E-5</c:v>
                </c:pt>
                <c:pt idx="153">
                  <c:v>1.703470669593912E-5</c:v>
                </c:pt>
                <c:pt idx="154">
                  <c:v>-3.2795434544929703E-5</c:v>
                </c:pt>
                <c:pt idx="155">
                  <c:v>-8.2094271057943117E-5</c:v>
                </c:pt>
                <c:pt idx="156">
                  <c:v>-1.3008438359178671E-4</c:v>
                </c:pt>
                <c:pt idx="157">
                  <c:v>-1.7600910844705909E-4</c:v>
                </c:pt>
                <c:pt idx="158">
                  <c:v>-2.1914448957090861E-4</c:v>
                </c:pt>
                <c:pt idx="159">
                  <c:v>-2.5881071800335192E-4</c:v>
                </c:pt>
                <c:pt idx="160">
                  <c:v>-2.9438287566817999E-4</c:v>
                </c:pt>
                <c:pt idx="161">
                  <c:v>-3.2530081110022588E-4</c:v>
                </c:pt>
                <c:pt idx="162">
                  <c:v>-3.5107798855917239E-4</c:v>
                </c:pt>
                <c:pt idx="163">
                  <c:v>-3.7130916869131732E-4</c:v>
                </c:pt>
                <c:pt idx="164">
                  <c:v>-3.8567679808621978E-4</c:v>
                </c:pt>
                <c:pt idx="165">
                  <c:v>-3.9395600638918621E-4</c:v>
                </c:pt>
                <c:pt idx="166">
                  <c:v>-3.9601813251007468E-4</c:v>
                </c:pt>
                <c:pt idx="167">
                  <c:v>-3.9183272520640128E-4</c:v>
                </c:pt>
                <c:pt idx="168">
                  <c:v>-3.814679874513997E-4</c:v>
                </c:pt>
                <c:pt idx="169">
                  <c:v>-3.6508965841437481E-4</c:v>
                </c:pt>
                <c:pt idx="170">
                  <c:v>-3.4295835152304887E-4</c:v>
                </c:pt>
                <c:pt idx="171">
                  <c:v>-3.1542539165977702E-4</c:v>
                </c:pt>
                <c:pt idx="172">
                  <c:v>-2.8292721855061362E-4</c:v>
                </c:pt>
                <c:pt idx="173">
                  <c:v>-2.4597844629911528E-4</c:v>
                </c:pt>
                <c:pt idx="174">
                  <c:v>-2.0516369041858259E-4</c:v>
                </c:pt>
                <c:pt idx="175">
                  <c:v>-1.6112829336869711E-4</c:v>
                </c:pt>
                <c:pt idx="176">
                  <c:v>-1.1456809717840521E-4</c:v>
                </c:pt>
                <c:pt idx="177">
                  <c:v>-6.6218426824087259E-5</c:v>
                </c:pt>
                <c:pt idx="178">
                  <c:v>-1.684246031839232E-5</c:v>
                </c:pt>
                <c:pt idx="179">
                  <c:v>3.2780829158988493E-5</c:v>
                </c:pt>
                <c:pt idx="180">
                  <c:v>8.1868967341839981E-5</c:v>
                </c:pt>
                <c:pt idx="181">
                  <c:v>1.296483141449347E-4</c:v>
                </c:pt>
                <c:pt idx="182">
                  <c:v>1.7536624515752139E-4</c:v>
                </c:pt>
                <c:pt idx="183">
                  <c:v>2.1830298772836459E-4</c:v>
                </c:pt>
                <c:pt idx="184">
                  <c:v>2.5778292624726641E-4</c:v>
                </c:pt>
                <c:pt idx="185">
                  <c:v>2.9318520012949458E-4</c:v>
                </c:pt>
                <c:pt idx="186">
                  <c:v>3.2395342958489709E-4</c:v>
                </c:pt>
                <c:pt idx="187">
                  <c:v>3.4960441852819479E-4</c:v>
                </c:pt>
                <c:pt idx="188">
                  <c:v>3.6973570072265828E-4</c:v>
                </c:pt>
                <c:pt idx="189">
                  <c:v>3.8403181392441518E-4</c:v>
                </c:pt>
                <c:pt idx="190">
                  <c:v>3.9226920687462393E-4</c:v>
                </c:pt>
                <c:pt idx="191">
                  <c:v>3.9431970520339239E-4</c:v>
                </c:pt>
                <c:pt idx="192">
                  <c:v>3.9015248450801081E-4</c:v>
                </c:pt>
                <c:pt idx="193">
                  <c:v>3.7983452168977548E-4</c:v>
                </c:pt>
                <c:pt idx="194">
                  <c:v>3.6352951866785451E-4</c:v>
                </c:pt>
                <c:pt idx="195">
                  <c:v>3.4149531565745252E-4</c:v>
                </c:pt>
                <c:pt idx="196">
                  <c:v>3.1407983414535499E-4</c:v>
                </c:pt>
                <c:pt idx="197">
                  <c:v>2.8171561211885461E-4</c:v>
                </c:pt>
                <c:pt idx="198">
                  <c:v>2.4491301557147719E-4</c:v>
                </c:pt>
                <c:pt idx="199">
                  <c:v>2.0425223058443041E-4</c:v>
                </c:pt>
                <c:pt idx="200">
                  <c:v>1.6037415919949101E-4</c:v>
                </c:pt>
                <c:pt idx="201">
                  <c:v>1.1397035962891709E-4</c:v>
                </c:pt>
                <c:pt idx="202">
                  <c:v>6.5772186826036446E-5</c:v>
                </c:pt>
                <c:pt idx="203">
                  <c:v>1.6539302661566899E-5</c:v>
                </c:pt>
                <c:pt idx="204">
                  <c:v>-3.2952264692690467E-5</c:v>
                </c:pt>
                <c:pt idx="205">
                  <c:v>-8.1922325470689265E-5</c:v>
                </c:pt>
                <c:pt idx="206">
                  <c:v>-1.2959880631554591E-4</c:v>
                </c:pt>
                <c:pt idx="207">
                  <c:v>-1.7522990921954359E-4</c:v>
                </c:pt>
                <c:pt idx="208">
                  <c:v>-2.1809596000390519E-4</c:v>
                </c:pt>
                <c:pt idx="209">
                  <c:v>-2.5752075885811211E-4</c:v>
                </c:pt>
                <c:pt idx="210">
                  <c:v>-2.9288225258092488E-4</c:v>
                </c:pt>
                <c:pt idx="211">
                  <c:v>-3.2362235842475767E-4</c:v>
                </c:pt>
                <c:pt idx="212">
                  <c:v>-3.49255782672351E-4</c:v>
                </c:pt>
                <c:pt idx="213">
                  <c:v>-3.6937769304440778E-4</c:v>
                </c:pt>
                <c:pt idx="214">
                  <c:v>-3.8367012244681199E-4</c:v>
                </c:pt>
                <c:pt idx="215">
                  <c:v>-3.9190700207944468E-4</c:v>
                </c:pt>
                <c:pt idx="216">
                  <c:v>-3.9395774409819442E-4</c:v>
                </c:pt>
                <c:pt idx="217">
                  <c:v>-3.8978931726208588E-4</c:v>
                </c:pt>
                <c:pt idx="218">
                  <c:v>-3.7946678279781172E-4</c:v>
                </c:pt>
                <c:pt idx="219">
                  <c:v>-3.6315228179680762E-4</c:v>
                </c:pt>
                <c:pt idx="220">
                  <c:v>-3.4110248967646439E-4</c:v>
                </c:pt>
                <c:pt idx="221">
                  <c:v>-3.1366457740740288E-4</c:v>
                </c:pt>
                <c:pt idx="222">
                  <c:v>-2.8127074306338369E-4</c:v>
                </c:pt>
                <c:pt idx="223">
                  <c:v>-2.4443140036242581E-4</c:v>
                </c:pt>
                <c:pt idx="224">
                  <c:v>-2.0372713257908371E-4</c:v>
                </c:pt>
                <c:pt idx="225">
                  <c:v>-1.5979953982231889E-4</c:v>
                </c:pt>
                <c:pt idx="226">
                  <c:v>-1.133411248696998E-4</c:v>
                </c:pt>
                <c:pt idx="227">
                  <c:v>-6.508437761738097E-5</c:v>
                </c:pt>
                <c:pt idx="228">
                  <c:v>-1.5790230757645691E-5</c:v>
                </c:pt>
                <c:pt idx="229">
                  <c:v>3.3763930798650858E-5</c:v>
                </c:pt>
                <c:pt idx="230">
                  <c:v>8.2796517304959555E-5</c:v>
                </c:pt>
                <c:pt idx="231">
                  <c:v>1.305340450100048E-4</c:v>
                </c:pt>
                <c:pt idx="232">
                  <c:v>1.762233162012564E-4</c:v>
                </c:pt>
                <c:pt idx="233">
                  <c:v>2.191432765311057E-4</c:v>
                </c:pt>
                <c:pt idx="234">
                  <c:v>2.5861636331200031E-4</c:v>
                </c:pt>
                <c:pt idx="235">
                  <c:v>2.9401916724940092E-4</c:v>
                </c:pt>
                <c:pt idx="236">
                  <c:v>3.2479224161411767E-4</c:v>
                </c:pt>
                <c:pt idx="237">
                  <c:v>3.5044890667519971E-4</c:v>
                </c:pt>
                <c:pt idx="238">
                  <c:v>3.7058291305345868E-4</c:v>
                </c:pt>
                <c:pt idx="239">
                  <c:v>3.8487484543576187E-4</c:v>
                </c:pt>
                <c:pt idx="240">
                  <c:v>3.9309716768623878E-4</c:v>
                </c:pt>
                <c:pt idx="241">
                  <c:v>3.9511783144994758E-4</c:v>
                </c:pt>
                <c:pt idx="242">
                  <c:v>3.9090239235322418E-4</c:v>
                </c:pt>
                <c:pt idx="243">
                  <c:v>3.8051460043866128E-4</c:v>
                </c:pt>
                <c:pt idx="244">
                  <c:v>3.6411545437022361E-4</c:v>
                </c:pt>
                <c:pt idx="245">
                  <c:v>3.4196073218507319E-4</c:v>
                </c:pt>
                <c:pt idx="246">
                  <c:v>3.1439703479730621E-4</c:v>
                </c:pt>
                <c:pt idx="247">
                  <c:v>2.8185640167227219E-4</c:v>
                </c:pt>
                <c:pt idx="248">
                  <c:v>2.4484958054827699E-4</c:v>
                </c:pt>
                <c:pt idx="249">
                  <c:v>2.03958054240251E-4</c:v>
                </c:pt>
              </c:numCache>
            </c:numRef>
          </c:xVal>
          <c:yVal>
            <c:numRef>
              <c:f>ref0p4_90min_v6_f20!$C$2:$C$251</c:f>
              <c:numCache>
                <c:formatCode>General</c:formatCode>
                <c:ptCount val="250"/>
                <c:pt idx="0">
                  <c:v>1.2806520104635081E-4</c:v>
                </c:pt>
                <c:pt idx="1">
                  <c:v>-1.6817024253448528E-5</c:v>
                </c:pt>
                <c:pt idx="2">
                  <c:v>-1.6146751046995281E-4</c:v>
                </c:pt>
                <c:pt idx="3">
                  <c:v>-3.0360842078648652E-4</c:v>
                </c:pt>
                <c:pt idx="4">
                  <c:v>-4.4100052941286032E-4</c:v>
                </c:pt>
                <c:pt idx="5">
                  <c:v>-5.7147846241144523E-4</c:v>
                </c:pt>
                <c:pt idx="6">
                  <c:v>-6.9298476061688448E-4</c:v>
                </c:pt>
                <c:pt idx="7">
                  <c:v>-8.0360223836702127E-4</c:v>
                </c:pt>
                <c:pt idx="8">
                  <c:v>-9.0158414570393349E-4</c:v>
                </c:pt>
                <c:pt idx="9">
                  <c:v>-9.8538167542881468E-4</c:v>
                </c:pt>
                <c:pt idx="10">
                  <c:v>-1.0536683920923039E-3</c:v>
                </c:pt>
                <c:pt idx="11">
                  <c:v>-1.1053612031212011E-3</c:v>
                </c:pt>
                <c:pt idx="12">
                  <c:v>-1.1396375439961201E-3</c:v>
                </c:pt>
                <c:pt idx="13">
                  <c:v>-1.1559485075306581E-3</c:v>
                </c:pt>
                <c:pt idx="14">
                  <c:v>-1.154027709993233E-3</c:v>
                </c:pt>
                <c:pt idx="15">
                  <c:v>-1.133895753167975E-3</c:v>
                </c:pt>
                <c:pt idx="16">
                  <c:v>-1.0958602096324151E-3</c:v>
                </c:pt>
                <c:pt idx="17">
                  <c:v>-1.0405111259089519E-3</c:v>
                </c:pt>
                <c:pt idx="18">
                  <c:v>-9.6871210346828216E-4</c:v>
                </c:pt>
                <c:pt idx="19">
                  <c:v>-8.8158708155470708E-4</c:v>
                </c:pt>
                <c:pt idx="20">
                  <c:v>-7.805030105473476E-4</c:v>
                </c:pt>
                <c:pt idx="21">
                  <c:v>-6.6704867017336358E-4</c:v>
                </c:pt>
                <c:pt idx="22">
                  <c:v>-5.4300994953830942E-4</c:v>
                </c:pt>
                <c:pt idx="23">
                  <c:v>-4.1034196246634522E-4</c:v>
                </c:pt>
                <c:pt idx="24">
                  <c:v>-2.7113842230879241E-4</c:v>
                </c:pt>
                <c:pt idx="25">
                  <c:v>-1.2759874562930039E-4</c:v>
                </c:pt>
                <c:pt idx="26">
                  <c:v>1.8006607106630251E-5</c:v>
                </c:pt>
                <c:pt idx="27">
                  <c:v>1.6337201478985519E-4</c:v>
                </c:pt>
                <c:pt idx="28">
                  <c:v>3.0619324141979351E-4</c:v>
                </c:pt>
                <c:pt idx="29">
                  <c:v>4.4420406907116612E-4</c:v>
                </c:pt>
                <c:pt idx="30">
                  <c:v>5.7521243670412585E-4</c:v>
                </c:pt>
                <c:pt idx="31">
                  <c:v>6.971355044298683E-4</c:v>
                </c:pt>
                <c:pt idx="32">
                  <c:v>8.0803307172048599E-4</c:v>
                </c:pt>
                <c:pt idx="33">
                  <c:v>9.0613879540810691E-4</c:v>
                </c:pt>
                <c:pt idx="34">
                  <c:v>9.8988867953197124E-4</c:v>
                </c:pt>
                <c:pt idx="35">
                  <c:v>1.0579463493816639E-3</c:v>
                </c:pt>
                <c:pt idx="36">
                  <c:v>1.1092246819483979E-3</c:v>
                </c:pt>
                <c:pt idx="37">
                  <c:v>1.1429034378600529E-3</c:v>
                </c:pt>
                <c:pt idx="38">
                  <c:v>1.1584426129634289E-3</c:v>
                </c:pt>
                <c:pt idx="39">
                  <c:v>1.155591296969685E-3</c:v>
                </c:pt>
                <c:pt idx="40">
                  <c:v>1.1343918951201111E-3</c:v>
                </c:pt>
                <c:pt idx="41">
                  <c:v>1.0951796373632641E-3</c:v>
                </c:pt>
                <c:pt idx="42">
                  <c:v>1.0385773669991029E-3</c:v>
                </c:pt>
                <c:pt idx="43">
                  <c:v>9.6548567171832569E-4</c:v>
                </c:pt>
                <c:pt idx="44">
                  <c:v>8.7706849982401394E-4</c:v>
                </c:pt>
                <c:pt idx="45">
                  <c:v>7.7473449041417879E-4</c:v>
                </c:pt>
                <c:pt idx="46">
                  <c:v>6.6011433133756942E-4</c:v>
                </c:pt>
                <c:pt idx="47">
                  <c:v>5.3503453453840864E-4</c:v>
                </c:pt>
                <c:pt idx="48">
                  <c:v>4.0148807791756132E-4</c:v>
                </c:pt>
                <c:pt idx="49">
                  <c:v>2.6160240602566729E-4</c:v>
                </c:pt>
                <c:pt idx="50">
                  <c:v>1.176053130429021E-4</c:v>
                </c:pt>
                <c:pt idx="51">
                  <c:v>-2.8210745613764821E-5</c:v>
                </c:pt>
                <c:pt idx="52">
                  <c:v>-1.7352534839909671E-4</c:v>
                </c:pt>
                <c:pt idx="53">
                  <c:v>-3.1602722667801E-4</c:v>
                </c:pt>
                <c:pt idx="54">
                  <c:v>-4.5345120715020439E-4</c:v>
                </c:pt>
                <c:pt idx="55">
                  <c:v>-5.8361437058360958E-4</c:v>
                </c:pt>
                <c:pt idx="56">
                  <c:v>-7.0445083417978809E-4</c:v>
                </c:pt>
                <c:pt idx="57">
                  <c:v>-8.1404459656999315E-4</c:v>
                </c:pt>
                <c:pt idx="58">
                  <c:v>-9.1065992598224658E-4</c:v>
                </c:pt>
                <c:pt idx="59">
                  <c:v>-9.9276882063794973E-4</c:v>
                </c:pt>
                <c:pt idx="60">
                  <c:v>-1.0590751230199311E-3</c:v>
                </c:pt>
                <c:pt idx="61">
                  <c:v>-1.108534921977673E-3</c:v>
                </c:pt>
                <c:pt idx="62">
                  <c:v>-1.140372929291636E-3</c:v>
                </c:pt>
                <c:pt idx="63">
                  <c:v>-1.154094576206538E-3</c:v>
                </c:pt>
                <c:pt idx="64">
                  <c:v>-1.14949364195617E-3</c:v>
                </c:pt>
                <c:pt idx="65">
                  <c:v>-1.1266552961417551E-3</c:v>
                </c:pt>
                <c:pt idx="66">
                  <c:v>-1.085954508407407E-3</c:v>
                </c:pt>
                <c:pt idx="67">
                  <c:v>-1.0280498537284511E-3</c:v>
                </c:pt>
                <c:pt idx="68">
                  <c:v>-9.5387281816547876E-4</c:v>
                </c:pt>
                <c:pt idx="69">
                  <c:v>-8.6461278239017831E-4</c:v>
                </c:pt>
                <c:pt idx="70">
                  <c:v>-7.616979261509298E-4</c:v>
                </c:pt>
                <c:pt idx="71">
                  <c:v>-6.467723589219192E-4</c:v>
                </c:pt>
                <c:pt idx="72">
                  <c:v>-5.2166983997009662E-4</c:v>
                </c:pt>
                <c:pt idx="73">
                  <c:v>-3.8838450182278599E-4</c:v>
                </c:pt>
                <c:pt idx="74">
                  <c:v>-2.4903903606352792E-4</c:v>
                </c:pt>
                <c:pt idx="75">
                  <c:v>-1.0585084179605259E-4</c:v>
                </c:pt>
                <c:pt idx="76">
                  <c:v>3.8903326948900608E-5</c:v>
                </c:pt>
                <c:pt idx="77">
                  <c:v>1.82923650731922E-4</c:v>
                </c:pt>
                <c:pt idx="78">
                  <c:v>3.2392388937842659E-4</c:v>
                </c:pt>
                <c:pt idx="79">
                  <c:v>4.5966779458230379E-4</c:v>
                </c:pt>
                <c:pt idx="80">
                  <c:v>5.8800470842762401E-4</c:v>
                </c:pt>
                <c:pt idx="81">
                  <c:v>7.0690377942317904E-4</c:v>
                </c:pt>
                <c:pt idx="82">
                  <c:v>8.1448625038797956E-4</c:v>
                </c:pt>
                <c:pt idx="83">
                  <c:v>9.0905530285139791E-4</c:v>
                </c:pt>
                <c:pt idx="84">
                  <c:v>9.891229762973425E-4</c:v>
                </c:pt>
                <c:pt idx="85">
                  <c:v>1.05343371880995E-3</c:v>
                </c:pt>
                <c:pt idx="86">
                  <c:v>1.1009841754488581E-3</c:v>
                </c:pt>
                <c:pt idx="87">
                  <c:v>1.1310388852737001E-3</c:v>
                </c:pt>
                <c:pt idx="88">
                  <c:v>1.1431416330042841E-3</c:v>
                </c:pt>
                <c:pt idx="89">
                  <c:v>1.1371222815543321E-3</c:v>
                </c:pt>
                <c:pt idx="90">
                  <c:v>1.1130989936766311E-3</c:v>
                </c:pt>
                <c:pt idx="91">
                  <c:v>1.0714758301631089E-3</c:v>
                </c:pt>
                <c:pt idx="92">
                  <c:v>1.012935784813387E-3</c:v>
                </c:pt>
                <c:pt idx="93">
                  <c:v>9.384293837113013E-4</c:v>
                </c:pt>
                <c:pt idx="94">
                  <c:v>8.4915904074777098E-4</c:v>
                </c:pt>
                <c:pt idx="95">
                  <c:v>7.4655942261130364E-4</c:v>
                </c:pt>
                <c:pt idx="96">
                  <c:v>6.3227413699656508E-4</c:v>
                </c:pt>
                <c:pt idx="97">
                  <c:v>5.0812912263159093E-4</c:v>
                </c:pt>
                <c:pt idx="98">
                  <c:v>3.7610318599333328E-4</c:v>
                </c:pt>
                <c:pt idx="99">
                  <c:v>2.3829618706102889E-4</c:v>
                </c:pt>
                <c:pt idx="100">
                  <c:v>9.6895416386207699E-5</c:v>
                </c:pt>
                <c:pt idx="101">
                  <c:v>-4.5859274192583863E-5</c:v>
                </c:pt>
                <c:pt idx="102">
                  <c:v>-1.8771101964962269E-4</c:v>
                </c:pt>
                <c:pt idx="103">
                  <c:v>-3.2642160525725629E-4</c:v>
                </c:pt>
                <c:pt idx="104">
                  <c:v>-4.5980669274476189E-4</c:v>
                </c:pt>
                <c:pt idx="105">
                  <c:v>-5.8577007030136585E-4</c:v>
                </c:pt>
                <c:pt idx="106">
                  <c:v>-7.023364031130614E-4</c:v>
                </c:pt>
                <c:pt idx="107">
                  <c:v>-8.0768198178064504E-4</c:v>
                </c:pt>
                <c:pt idx="108">
                  <c:v>-9.0016299609960387E-4</c:v>
                </c:pt>
                <c:pt idx="109">
                  <c:v>-9.7834090162007576E-4</c:v>
                </c:pt>
                <c:pt idx="110">
                  <c:v>-1.041004494415503E-3</c:v>
                </c:pt>
                <c:pt idx="111">
                  <c:v>-1.0871883653980671E-3</c:v>
                </c:pt>
                <c:pt idx="112">
                  <c:v>-1.1161874682325439E-3</c:v>
                </c:pt>
                <c:pt idx="113">
                  <c:v>-1.1275676003493209E-3</c:v>
                </c:pt>
                <c:pt idx="114">
                  <c:v>-1.1211716600554561E-3</c:v>
                </c:pt>
                <c:pt idx="115">
                  <c:v>-1.0971216023984249E-3</c:v>
                </c:pt>
                <c:pt idx="116">
                  <c:v>-1.055816074754844E-3</c:v>
                </c:pt>
                <c:pt idx="117">
                  <c:v>-9.9792377363672235E-4</c:v>
                </c:pt>
                <c:pt idx="118">
                  <c:v>-9.2437262799191337E-4</c:v>
                </c:pt>
                <c:pt idx="119">
                  <c:v>-8.3633497939587689E-4</c:v>
                </c:pt>
                <c:pt idx="120">
                  <c:v>-7.3520899253754141E-4</c:v>
                </c:pt>
                <c:pt idx="121">
                  <c:v>-6.2259658805595571E-4</c:v>
                </c:pt>
                <c:pt idx="122">
                  <c:v>-5.0027824240013918E-4</c:v>
                </c:pt>
                <c:pt idx="123">
                  <c:v>-3.7018504469268681E-4</c:v>
                </c:pt>
                <c:pt idx="124">
                  <c:v>-2.343684392851755E-4</c:v>
                </c:pt>
                <c:pt idx="125">
                  <c:v>-9.4968115225617299E-5</c:v>
                </c:pt>
                <c:pt idx="126">
                  <c:v>4.5821469930724238E-5</c:v>
                </c:pt>
                <c:pt idx="127">
                  <c:v>1.857854237326865E-4</c:v>
                </c:pt>
                <c:pt idx="128">
                  <c:v>3.2272308523063512E-4</c:v>
                </c:pt>
                <c:pt idx="129">
                  <c:v>4.5448248796948901E-4</c:v>
                </c:pt>
                <c:pt idx="130">
                  <c:v>5.789940800675188E-4</c:v>
                </c:pt>
                <c:pt idx="131">
                  <c:v>6.9430317062064214E-4</c:v>
                </c:pt>
                <c:pt idx="132">
                  <c:v>7.986005920042708E-4</c:v>
                </c:pt>
                <c:pt idx="133">
                  <c:v>8.9025109550879271E-4</c:v>
                </c:pt>
                <c:pt idx="134">
                  <c:v>9.6781903073153372E-4</c:v>
                </c:pt>
                <c:pt idx="135">
                  <c:v>1.030090899394834E-3</c:v>
                </c:pt>
                <c:pt idx="136">
                  <c:v>1.07609442357006E-3</c:v>
                </c:pt>
                <c:pt idx="137">
                  <c:v>1.1051138219815169E-3</c:v>
                </c:pt>
                <c:pt idx="138">
                  <c:v>1.11670104142827E-3</c:v>
                </c:pt>
                <c:pt idx="139">
                  <c:v>1.110682748535221E-3</c:v>
                </c:pt>
                <c:pt idx="140">
                  <c:v>1.087162956920372E-3</c:v>
                </c:pt>
                <c:pt idx="141">
                  <c:v>1.0465212438895821E-3</c:v>
                </c:pt>
                <c:pt idx="142">
                  <c:v>9.8940659202715643E-4</c:v>
                </c:pt>
                <c:pt idx="143">
                  <c:v>9.1672696885102022E-4</c:v>
                </c:pt>
                <c:pt idx="144">
                  <c:v>8.2963482897409476E-4</c:v>
                </c:pt>
                <c:pt idx="145">
                  <c:v>7.2950878638121668E-4</c:v>
                </c:pt>
                <c:pt idx="146">
                  <c:v>6.1793175637875309E-4</c:v>
                </c:pt>
                <c:pt idx="147">
                  <c:v>4.966659098621898E-4</c:v>
                </c:pt>
                <c:pt idx="148">
                  <c:v>3.6762482557616791E-4</c:v>
                </c:pt>
                <c:pt idx="149">
                  <c:v>2.32843272556438E-4</c:v>
                </c:pt>
                <c:pt idx="150">
                  <c:v>9.4445101091176657E-5</c:v>
                </c:pt>
                <c:pt idx="151">
                  <c:v>-4.5390239273640422E-5</c:v>
                </c:pt>
                <c:pt idx="152">
                  <c:v>-1.8446200726697639E-4</c:v>
                </c:pt>
                <c:pt idx="153">
                  <c:v>-3.2058274411910789E-4</c:v>
                </c:pt>
                <c:pt idx="154">
                  <c:v>-4.5161256303065817E-4</c:v>
                </c:pt>
                <c:pt idx="155">
                  <c:v>-5.7549262063062549E-4</c:v>
                </c:pt>
                <c:pt idx="156">
                  <c:v>-6.9027726042767952E-4</c:v>
                </c:pt>
                <c:pt idx="157">
                  <c:v>-7.9416434622086012E-4</c:v>
                </c:pt>
                <c:pt idx="158">
                  <c:v>-8.8552333201696919E-4</c:v>
                </c:pt>
                <c:pt idx="159">
                  <c:v>-9.6292064251042142E-4</c:v>
                </c:pt>
                <c:pt idx="160">
                  <c:v>-1.0251419723853611E-3</c:v>
                </c:pt>
                <c:pt idx="161">
                  <c:v>-1.07121116009246E-3</c:v>
                </c:pt>
                <c:pt idx="162">
                  <c:v>-1.100405347996197E-3</c:v>
                </c:pt>
                <c:pt idx="163">
                  <c:v>-1.1122661998591711E-3</c:v>
                </c:pt>
                <c:pt idx="164">
                  <c:v>-1.106607009236699E-3</c:v>
                </c:pt>
                <c:pt idx="165">
                  <c:v>-1.0835155979235351E-3</c:v>
                </c:pt>
                <c:pt idx="166">
                  <c:v>-1.0433529677373961E-3</c:v>
                </c:pt>
                <c:pt idx="167">
                  <c:v>-9.8674772991193282E-4</c:v>
                </c:pt>
                <c:pt idx="168">
                  <c:v>-9.1458639586189296E-4</c:v>
                </c:pt>
                <c:pt idx="169">
                  <c:v>-8.2799967318841967E-4</c:v>
                </c:pt>
                <c:pt idx="170">
                  <c:v>-7.2834496946755595E-4</c:v>
                </c:pt>
                <c:pt idx="171">
                  <c:v>-6.17185359175653E-4</c:v>
                </c:pt>
                <c:pt idx="172">
                  <c:v>-4.9626531901876927E-4</c:v>
                </c:pt>
                <c:pt idx="173">
                  <c:v>-3.6748359142729938E-4</c:v>
                </c:pt>
                <c:pt idx="174">
                  <c:v>-2.328635917855991E-4</c:v>
                </c:pt>
                <c:pt idx="175">
                  <c:v>-9.4521819229343256E-5</c:v>
                </c:pt>
                <c:pt idx="176">
                  <c:v>4.5365240425943508E-5</c:v>
                </c:pt>
                <c:pt idx="177">
                  <c:v>1.845952101055468E-4</c:v>
                </c:pt>
                <c:pt idx="178">
                  <c:v>3.2097438808719071E-4</c:v>
                </c:pt>
                <c:pt idx="179">
                  <c:v>4.5235224745087738E-4</c:v>
                </c:pt>
                <c:pt idx="180">
                  <c:v>5.7665532776584542E-4</c:v>
                </c:pt>
                <c:pt idx="181">
                  <c:v>6.9191998370536861E-4</c:v>
                </c:pt>
                <c:pt idx="182">
                  <c:v>7.9632346694290094E-4</c:v>
                </c:pt>
                <c:pt idx="183">
                  <c:v>8.8821283782696144E-4</c:v>
                </c:pt>
                <c:pt idx="184">
                  <c:v>9.6613123493629032E-4</c:v>
                </c:pt>
                <c:pt idx="185">
                  <c:v>1.0288410747448481E-3</c:v>
                </c:pt>
                <c:pt idx="186">
                  <c:v>1.0753438088696981E-3</c:v>
                </c:pt>
                <c:pt idx="187">
                  <c:v>1.1048959267718321E-3</c:v>
                </c:pt>
                <c:pt idx="188">
                  <c:v>1.117020949415703E-3</c:v>
                </c:pt>
                <c:pt idx="189">
                  <c:v>1.111517214477791E-3</c:v>
                </c:pt>
                <c:pt idx="190">
                  <c:v>1.088461313262452E-3</c:v>
                </c:pt>
                <c:pt idx="191">
                  <c:v>1.0482071057599099E-3</c:v>
                </c:pt>
                <c:pt idx="192">
                  <c:v>9.9138031164803511E-4</c:v>
                </c:pt>
                <c:pt idx="193">
                  <c:v>9.1886875112194089E-4</c:v>
                </c:pt>
                <c:pt idx="194">
                  <c:v>8.3180838918851655E-4</c:v>
                </c:pt>
                <c:pt idx="195">
                  <c:v>7.3156541690115443E-4</c:v>
                </c:pt>
                <c:pt idx="196">
                  <c:v>6.1971467493411646E-4</c:v>
                </c:pt>
                <c:pt idx="197">
                  <c:v>4.9801478260162431E-4</c:v>
                </c:pt>
                <c:pt idx="198">
                  <c:v>3.6838038092411259E-4</c:v>
                </c:pt>
                <c:pt idx="199">
                  <c:v>2.3285193490689681E-4</c:v>
                </c:pt>
                <c:pt idx="200">
                  <c:v>9.3563569452859228E-5</c:v>
                </c:pt>
                <c:pt idx="201">
                  <c:v>-4.729056146645211E-5</c:v>
                </c:pt>
                <c:pt idx="202">
                  <c:v>-1.87490848538622E-4</c:v>
                </c:pt>
                <c:pt idx="203">
                  <c:v>-3.2482719743303831E-4</c:v>
                </c:pt>
                <c:pt idx="204">
                  <c:v>-4.5713383536379509E-4</c:v>
                </c:pt>
                <c:pt idx="205">
                  <c:v>-5.8232339472572719E-4</c:v>
                </c:pt>
                <c:pt idx="206">
                  <c:v>-6.984197321158633E-4</c:v>
                </c:pt>
                <c:pt idx="207">
                  <c:v>-8.0358897115865885E-4</c:v>
                </c:pt>
                <c:pt idx="208">
                  <c:v>-8.9616829405835365E-4</c:v>
                </c:pt>
                <c:pt idx="209">
                  <c:v>-9.7469204599898076E-4</c:v>
                </c:pt>
                <c:pt idx="210">
                  <c:v>-1.037914759205748E-3</c:v>
                </c:pt>
                <c:pt idx="211">
                  <c:v>-1.084830749845635E-3</c:v>
                </c:pt>
                <c:pt idx="212">
                  <c:v>-1.1146899883826571E-3</c:v>
                </c:pt>
                <c:pt idx="213">
                  <c:v>-1.1270099924126781E-3</c:v>
                </c:pt>
                <c:pt idx="214">
                  <c:v>-1.121583546829133E-3</c:v>
                </c:pt>
                <c:pt idx="215">
                  <c:v>-1.098482123343642E-3</c:v>
                </c:pt>
                <c:pt idx="216">
                  <c:v>-1.0580549445408009E-3</c:v>
                </c:pt>
                <c:pt idx="217">
                  <c:v>-1.000923710403687E-3</c:v>
                </c:pt>
                <c:pt idx="218">
                  <c:v>-9.2797307461933015E-4</c:v>
                </c:pt>
                <c:pt idx="219">
                  <c:v>-8.4033702224795232E-4</c:v>
                </c:pt>
                <c:pt idx="220">
                  <c:v>-7.3938135842794835E-4</c:v>
                </c:pt>
                <c:pt idx="221">
                  <c:v>-6.2668257018596012E-4</c:v>
                </c:pt>
                <c:pt idx="222">
                  <c:v>-5.0400337397135512E-4</c:v>
                </c:pt>
                <c:pt idx="223">
                  <c:v>-3.7326531238666288E-4</c:v>
                </c:pt>
                <c:pt idx="224">
                  <c:v>-2.3651881187879961E-4</c:v>
                </c:pt>
                <c:pt idx="225">
                  <c:v>-9.5911156518167795E-5</c:v>
                </c:pt>
                <c:pt idx="226">
                  <c:v>4.6347129376129617E-5</c:v>
                </c:pt>
                <c:pt idx="227">
                  <c:v>1.8801696603950129E-4</c:v>
                </c:pt>
                <c:pt idx="228">
                  <c:v>3.2686592457460809E-4</c:v>
                </c:pt>
                <c:pt idx="229">
                  <c:v>4.6070339958412943E-4</c:v>
                </c:pt>
                <c:pt idx="230">
                  <c:v>5.8741519620784857E-4</c:v>
                </c:pt>
                <c:pt idx="231">
                  <c:v>7.0499698931590659E-4</c:v>
                </c:pt>
                <c:pt idx="232">
                  <c:v>8.1158612638303814E-4</c:v>
                </c:pt>
                <c:pt idx="233">
                  <c:v>9.0549126564036552E-4</c:v>
                </c:pt>
                <c:pt idx="234">
                  <c:v>9.8521936856929516E-4</c:v>
                </c:pt>
                <c:pt idx="235">
                  <c:v>1.049499601560895E-3</c:v>
                </c:pt>
                <c:pt idx="236">
                  <c:v>1.097303747639799E-3</c:v>
                </c:pt>
                <c:pt idx="237">
                  <c:v>1.127862786413591E-3</c:v>
                </c:pt>
                <c:pt idx="238">
                  <c:v>1.1406793667243979E-3</c:v>
                </c:pt>
                <c:pt idx="239">
                  <c:v>1.1355359681227181E-3</c:v>
                </c:pt>
                <c:pt idx="240">
                  <c:v>1.1124986204663981E-3</c:v>
                </c:pt>
                <c:pt idx="241">
                  <c:v>1.0719161217734099E-3</c:v>
                </c:pt>
                <c:pt idx="242">
                  <c:v>1.0144147613216109E-3</c:v>
                </c:pt>
                <c:pt idx="243">
                  <c:v>9.4088862050291865E-4</c:v>
                </c:pt>
                <c:pt idx="244">
                  <c:v>8.5248559247999849E-4</c:v>
                </c:pt>
                <c:pt idx="245">
                  <c:v>7.5058933486689893E-4</c:v>
                </c:pt>
                <c:pt idx="246">
                  <c:v>6.3679744249613536E-4</c:v>
                </c:pt>
                <c:pt idx="247">
                  <c:v>5.1289619424200485E-4</c:v>
                </c:pt>
                <c:pt idx="248">
                  <c:v>3.8083228988043281E-4</c:v>
                </c:pt>
                <c:pt idx="249">
                  <c:v>2.4268204890208649E-4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61AE-4AD7-AC66-B8874FAF743B}"/>
            </c:ext>
          </c:extLst>
        </c:ser>
        <c:ser>
          <c:idx val="3"/>
          <c:order val="3"/>
          <c:tx>
            <c:v>30 Hz</c:v>
          </c:tx>
          <c:spPr>
            <a:ln w="12700" cap="rnd" cmpd="sng" algn="ctr">
              <a:solidFill>
                <a:schemeClr val="accent1">
                  <a:tint val="90000"/>
                  <a:shade val="95000"/>
                  <a:satMod val="105000"/>
                </a:schemeClr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ref0p4_90min_v6_f30!$A$2:$A$251</c:f>
              <c:numCache>
                <c:formatCode>General</c:formatCode>
                <c:ptCount val="250"/>
                <c:pt idx="0">
                  <c:v>2.0605102955589339E-4</c:v>
                </c:pt>
                <c:pt idx="1">
                  <c:v>1.202367857611577E-4</c:v>
                </c:pt>
                <c:pt idx="2">
                  <c:v>3.018410442132881E-5</c:v>
                </c:pt>
                <c:pt idx="3">
                  <c:v>-6.0919718398712572E-5</c:v>
                </c:pt>
                <c:pt idx="4">
                  <c:v>-1.4985037791107389E-4</c:v>
                </c:pt>
                <c:pt idx="5">
                  <c:v>-2.3346063470328689E-4</c:v>
                </c:pt>
                <c:pt idx="6">
                  <c:v>-3.0879167826316259E-4</c:v>
                </c:pt>
                <c:pt idx="7">
                  <c:v>-3.7317783841484908E-4</c:v>
                </c:pt>
                <c:pt idx="8">
                  <c:v>-4.2434093642713738E-4</c:v>
                </c:pt>
                <c:pt idx="9">
                  <c:v>-4.604709327635695E-4</c:v>
                </c:pt>
                <c:pt idx="10">
                  <c:v>-4.8029001276771811E-4</c:v>
                </c:pt>
                <c:pt idx="11">
                  <c:v>-4.8309783780612031E-4</c:v>
                </c:pt>
                <c:pt idx="12">
                  <c:v>-4.6879635661586179E-4</c:v>
                </c:pt>
                <c:pt idx="13">
                  <c:v>-4.3789329591223478E-4</c:v>
                </c:pt>
                <c:pt idx="14">
                  <c:v>-3.9148420462695697E-4</c:v>
                </c:pt>
                <c:pt idx="15">
                  <c:v>-3.3121368539134358E-4</c:v>
                </c:pt>
                <c:pt idx="16">
                  <c:v>-2.5921718327093462E-4</c:v>
                </c:pt>
                <c:pt idx="17">
                  <c:v>-1.780453897772845E-4</c:v>
                </c:pt>
                <c:pt idx="18">
                  <c:v>-9.0573936028779851E-5</c:v>
                </c:pt>
                <c:pt idx="19">
                  <c:v>9.842913691745224E-8</c:v>
                </c:pt>
                <c:pt idx="20">
                  <c:v>9.0759571215739683E-5</c:v>
                </c:pt>
                <c:pt idx="21">
                  <c:v>1.7819772612378339E-4</c:v>
                </c:pt>
                <c:pt idx="22">
                  <c:v>2.5931525095777348E-4</c:v>
                </c:pt>
                <c:pt idx="23">
                  <c:v>3.312383400929548E-4</c:v>
                </c:pt>
                <c:pt idx="24">
                  <c:v>3.9141882076217007E-4</c:v>
                </c:pt>
                <c:pt idx="25">
                  <c:v>4.3772442398845877E-4</c:v>
                </c:pt>
                <c:pt idx="26">
                  <c:v>4.6851433601921647E-4</c:v>
                </c:pt>
                <c:pt idx="27">
                  <c:v>4.8269735684450721E-4</c:v>
                </c:pt>
                <c:pt idx="28">
                  <c:v>4.7977060710018449E-4</c:v>
                </c:pt>
                <c:pt idx="29">
                  <c:v>4.5983741116684042E-4</c:v>
                </c:pt>
                <c:pt idx="30">
                  <c:v>4.2360371896889878E-4</c:v>
                </c:pt>
                <c:pt idx="31">
                  <c:v>3.7235318655475072E-4</c:v>
                </c:pt>
                <c:pt idx="32">
                  <c:v>3.0790178962255882E-4</c:v>
                </c:pt>
                <c:pt idx="33">
                  <c:v>2.3253356825120609E-4</c:v>
                </c:pt>
                <c:pt idx="34">
                  <c:v>1.4891976968790609E-4</c:v>
                </c:pt>
                <c:pt idx="35">
                  <c:v>6.0024245478670858E-5</c:v>
                </c:pt>
                <c:pt idx="36">
                  <c:v>-3.1001551566888947E-5</c:v>
                </c:pt>
                <c:pt idx="37">
                  <c:v>-1.209302537585324E-4</c:v>
                </c:pt>
                <c:pt idx="38">
                  <c:v>-2.0657299142407589E-4</c:v>
                </c:pt>
                <c:pt idx="39">
                  <c:v>-2.8489247554966412E-4</c:v>
                </c:pt>
                <c:pt idx="40">
                  <c:v>-3.53110737391938E-4</c:v>
                </c:pt>
                <c:pt idx="41">
                  <c:v>-4.088076990857304E-4</c:v>
                </c:pt>
                <c:pt idx="42">
                  <c:v>-4.500070726154076E-4</c:v>
                </c:pt>
                <c:pt idx="43">
                  <c:v>-4.7524653318952408E-4</c:v>
                </c:pt>
                <c:pt idx="44">
                  <c:v>-4.8362967107284699E-4</c:v>
                </c:pt>
                <c:pt idx="45">
                  <c:v>-4.7485787307817087E-4</c:v>
                </c:pt>
                <c:pt idx="46">
                  <c:v>-4.4924099779300469E-4</c:v>
                </c:pt>
                <c:pt idx="47">
                  <c:v>-4.0768646178877501E-4</c:v>
                </c:pt>
                <c:pt idx="48">
                  <c:v>-3.516671208801387E-4</c:v>
                </c:pt>
                <c:pt idx="49">
                  <c:v>-2.8316908362867739E-4</c:v>
                </c:pt>
                <c:pt idx="50">
                  <c:v>-2.0462130672624189E-4</c:v>
                </c:pt>
                <c:pt idx="51">
                  <c:v>-1.188094684861704E-4</c:v>
                </c:pt>
                <c:pt idx="52">
                  <c:v>-2.8777175010325689E-5</c:v>
                </c:pt>
                <c:pt idx="53">
                  <c:v>6.2281995837959236E-5</c:v>
                </c:pt>
                <c:pt idx="54">
                  <c:v>1.5113778109651451E-4</c:v>
                </c:pt>
                <c:pt idx="55">
                  <c:v>2.346378283929198E-4</c:v>
                </c:pt>
                <c:pt idx="56">
                  <c:v>3.0981953255262491E-4</c:v>
                </c:pt>
                <c:pt idx="57">
                  <c:v>3.7401514379379052E-4</c:v>
                </c:pt>
                <c:pt idx="58">
                  <c:v>4.2494641850670758E-4</c:v>
                </c:pt>
                <c:pt idx="59">
                  <c:v>4.6080545654152778E-4</c:v>
                </c:pt>
                <c:pt idx="60">
                  <c:v>4.8031886055778208E-4</c:v>
                </c:pt>
                <c:pt idx="61">
                  <c:v>4.8279294511753258E-4</c:v>
                </c:pt>
                <c:pt idx="62">
                  <c:v>4.6813839433900898E-4</c:v>
                </c:pt>
                <c:pt idx="63">
                  <c:v>4.3687349350835783E-4</c:v>
                </c:pt>
                <c:pt idx="64">
                  <c:v>3.9010581724446239E-4</c:v>
                </c:pt>
                <c:pt idx="65">
                  <c:v>3.2949301870547422E-4</c:v>
                </c:pt>
                <c:pt idx="66">
                  <c:v>2.5718410424314361E-4</c:v>
                </c:pt>
                <c:pt idx="67">
                  <c:v>1.757432695847855E-4</c:v>
                </c:pt>
                <c:pt idx="68">
                  <c:v>8.8058992570383174E-5</c:v>
                </c:pt>
                <c:pt idx="69">
                  <c:v>-2.7583982072411E-6</c:v>
                </c:pt>
                <c:pt idx="70">
                  <c:v>-9.3487048634125665E-5</c:v>
                </c:pt>
                <c:pt idx="71">
                  <c:v>-1.809078854531939E-4</c:v>
                </c:pt>
                <c:pt idx="72">
                  <c:v>-2.6191884721715958E-4</c:v>
                </c:pt>
                <c:pt idx="73">
                  <c:v>-3.3364498346056398E-4</c:v>
                </c:pt>
                <c:pt idx="74">
                  <c:v>-3.9354051053142438E-4</c:v>
                </c:pt>
                <c:pt idx="75">
                  <c:v>-4.3947919717852887E-4</c:v>
                </c:pt>
                <c:pt idx="76">
                  <c:v>-4.6982986730597308E-4</c:v>
                </c:pt>
                <c:pt idx="77">
                  <c:v>-4.8351433615837001E-4</c:v>
                </c:pt>
                <c:pt idx="78">
                  <c:v>-4.8004572052612782E-4</c:v>
                </c:pt>
                <c:pt idx="79">
                  <c:v>-4.595457610626947E-4</c:v>
                </c:pt>
                <c:pt idx="80">
                  <c:v>-4.2274054052811099E-4</c:v>
                </c:pt>
                <c:pt idx="81">
                  <c:v>-3.7093474905237591E-4</c:v>
                </c:pt>
                <c:pt idx="82">
                  <c:v>-3.0596540916223822E-4</c:v>
                </c:pt>
                <c:pt idx="83">
                  <c:v>-2.3013670261692599E-4</c:v>
                </c:pt>
                <c:pt idx="84">
                  <c:v>-1.4613821252278309E-4</c:v>
                </c:pt>
                <c:pt idx="85">
                  <c:v>-5.6949483978062142E-5</c:v>
                </c:pt>
                <c:pt idx="86">
                  <c:v>3.4265706718249857E-5</c:v>
                </c:pt>
                <c:pt idx="87">
                  <c:v>1.242716183556013E-4</c:v>
                </c:pt>
                <c:pt idx="88">
                  <c:v>2.0987535882811581E-4</c:v>
                </c:pt>
                <c:pt idx="89">
                  <c:v>2.880401694118721E-4</c:v>
                </c:pt>
                <c:pt idx="90">
                  <c:v>3.5599315752697999E-4</c:v>
                </c:pt>
                <c:pt idx="91">
                  <c:v>4.1132365558978347E-4</c:v>
                </c:pt>
                <c:pt idx="92">
                  <c:v>4.5206871927104742E-4</c:v>
                </c:pt>
                <c:pt idx="93">
                  <c:v>4.7678273744137281E-4</c:v>
                </c:pt>
                <c:pt idx="94">
                  <c:v>4.8458869078701699E-4</c:v>
                </c:pt>
                <c:pt idx="95">
                  <c:v>4.7520924613578708E-4</c:v>
                </c:pt>
                <c:pt idx="96">
                  <c:v>4.4897658655154618E-4</c:v>
                </c:pt>
                <c:pt idx="97">
                  <c:v>4.0682062906540861E-4</c:v>
                </c:pt>
                <c:pt idx="98">
                  <c:v>3.5023604673921029E-4</c:v>
                </c:pt>
                <c:pt idx="99">
                  <c:v>2.8122926267399651E-4</c:v>
                </c:pt>
                <c:pt idx="100">
                  <c:v>2.0224729353851529E-4</c:v>
                </c:pt>
                <c:pt idx="101">
                  <c:v>1.1609096369490059E-4</c:v>
                </c:pt>
                <c:pt idx="102">
                  <c:v>2.5815565440105219E-5</c:v>
                </c:pt>
                <c:pt idx="103">
                  <c:v>-6.5377513036518847E-5</c:v>
                </c:pt>
                <c:pt idx="104">
                  <c:v>-1.5425434849778E-4</c:v>
                </c:pt>
                <c:pt idx="105">
                  <c:v>-2.3766320289904369E-4</c:v>
                </c:pt>
                <c:pt idx="106">
                  <c:v>-3.1264633067245971E-4</c:v>
                </c:pt>
                <c:pt idx="107">
                  <c:v>-3.765449027184933E-4</c:v>
                </c:pt>
                <c:pt idx="108">
                  <c:v>-4.2709332047779342E-4</c:v>
                </c:pt>
                <c:pt idx="109">
                  <c:v>-4.6249957030616292E-4</c:v>
                </c:pt>
                <c:pt idx="110">
                  <c:v>-4.8150876487763872E-4</c:v>
                </c:pt>
                <c:pt idx="111">
                  <c:v>-4.8344761660547059E-4</c:v>
                </c:pt>
                <c:pt idx="112">
                  <c:v>-4.682482664557148E-4</c:v>
                </c:pt>
                <c:pt idx="113">
                  <c:v>-4.3645062559832419E-4</c:v>
                </c:pt>
                <c:pt idx="114">
                  <c:v>-3.8918315088862259E-4</c:v>
                </c:pt>
                <c:pt idx="115">
                  <c:v>-3.2812274101667611E-4</c:v>
                </c:pt>
                <c:pt idx="116">
                  <c:v>-2.5543518108470022E-4</c:v>
                </c:pt>
                <c:pt idx="117">
                  <c:v>-1.7369825333599711E-4</c:v>
                </c:pt>
                <c:pt idx="118">
                  <c:v>-8.5810246763198152E-5</c:v>
                </c:pt>
                <c:pt idx="119">
                  <c:v>5.1128833092337346E-6</c:v>
                </c:pt>
                <c:pt idx="120">
                  <c:v>9.5848051702913673E-5</c:v>
                </c:pt>
                <c:pt idx="121">
                  <c:v>1.8317934951191469E-4</c:v>
                </c:pt>
                <c:pt idx="122">
                  <c:v>2.6401206138475068E-4</c:v>
                </c:pt>
                <c:pt idx="123">
                  <c:v>3.3548234835503732E-4</c:v>
                </c:pt>
                <c:pt idx="124">
                  <c:v>3.9505870779000862E-4</c:v>
                </c:pt>
                <c:pt idx="125">
                  <c:v>4.4063161750348159E-4</c:v>
                </c:pt>
                <c:pt idx="126">
                  <c:v>4.7058819360129941E-4</c:v>
                </c:pt>
                <c:pt idx="127">
                  <c:v>4.8386922531497149E-4</c:v>
                </c:pt>
                <c:pt idx="128">
                  <c:v>4.8000657555318568E-4</c:v>
                </c:pt>
                <c:pt idx="129">
                  <c:v>4.5913963116608973E-4</c:v>
                </c:pt>
                <c:pt idx="130">
                  <c:v>4.2201022784894442E-4</c:v>
                </c:pt>
                <c:pt idx="131">
                  <c:v>3.6993623553171698E-4</c:v>
                </c:pt>
                <c:pt idx="132">
                  <c:v>3.0476474460266692E-4</c:v>
                </c:pt>
                <c:pt idx="133">
                  <c:v>2.2880651501392421E-4</c:v>
                </c:pt>
                <c:pt idx="134">
                  <c:v>1.4475401356840031E-4</c:v>
                </c:pt>
                <c:pt idx="135">
                  <c:v>5.5585945636132303E-5</c:v>
                </c:pt>
                <c:pt idx="136">
                  <c:v>-3.553833453040051E-5</c:v>
                </c:pt>
                <c:pt idx="137">
                  <c:v>-1.2539079246072339E-4</c:v>
                </c:pt>
                <c:pt idx="138">
                  <c:v>-2.107890925131627E-4</c:v>
                </c:pt>
                <c:pt idx="139">
                  <c:v>-2.8870933285772983E-4</c:v>
                </c:pt>
                <c:pt idx="140">
                  <c:v>-3.5639314005571831E-4</c:v>
                </c:pt>
                <c:pt idx="141">
                  <c:v>-4.1144532726831241E-4</c:v>
                </c:pt>
                <c:pt idx="142">
                  <c:v>-4.519186556878927E-4</c:v>
                </c:pt>
                <c:pt idx="143">
                  <c:v>-4.7638269755595312E-4</c:v>
                </c:pt>
                <c:pt idx="144">
                  <c:v>-4.839743646898415E-4</c:v>
                </c:pt>
                <c:pt idx="145">
                  <c:v>-4.7442831844020058E-4</c:v>
                </c:pt>
                <c:pt idx="146">
                  <c:v>-4.4808619192667588E-4</c:v>
                </c:pt>
                <c:pt idx="147">
                  <c:v>-4.0588430747135829E-4</c:v>
                </c:pt>
                <c:pt idx="148">
                  <c:v>-3.4932033441506972E-4</c:v>
                </c:pt>
                <c:pt idx="149">
                  <c:v>-2.8040007806734039E-4</c:v>
                </c:pt>
                <c:pt idx="150">
                  <c:v>-2.015662934833009E-4</c:v>
                </c:pt>
                <c:pt idx="151">
                  <c:v>-1.1561205357805749E-4</c:v>
                </c:pt>
                <c:pt idx="152">
                  <c:v>-2.5581747246733031E-5</c:v>
                </c:pt>
                <c:pt idx="153">
                  <c:v>6.5336779926548094E-5</c:v>
                </c:pt>
                <c:pt idx="154">
                  <c:v>1.5392511775586261E-4</c:v>
                </c:pt>
                <c:pt idx="155">
                  <c:v>2.370482157416358E-4</c:v>
                </c:pt>
                <c:pt idx="156">
                  <c:v>3.1176530544359601E-4</c:v>
                </c:pt>
                <c:pt idx="157">
                  <c:v>3.7543389699849007E-4</c:v>
                </c:pt>
                <c:pt idx="158">
                  <c:v>4.2580317542092571E-4</c:v>
                </c:pt>
                <c:pt idx="159">
                  <c:v>4.6109350161507482E-4</c:v>
                </c:pt>
                <c:pt idx="160">
                  <c:v>4.8005921764497671E-4</c:v>
                </c:pt>
                <c:pt idx="161">
                  <c:v>4.8203254763818618E-4</c:v>
                </c:pt>
                <c:pt idx="162">
                  <c:v>4.6694705372168709E-4</c:v>
                </c:pt>
                <c:pt idx="163">
                  <c:v>4.3533982741397021E-4</c:v>
                </c:pt>
                <c:pt idx="164">
                  <c:v>3.8833234618399398E-4</c:v>
                </c:pt>
                <c:pt idx="165">
                  <c:v>3.2759067678010461E-4</c:v>
                </c:pt>
                <c:pt idx="166">
                  <c:v>2.5526643539944591E-4</c:v>
                </c:pt>
                <c:pt idx="167">
                  <c:v>1.7392059404421509E-4</c:v>
                </c:pt>
                <c:pt idx="168">
                  <c:v>8.6432828099414373E-5</c:v>
                </c:pt>
                <c:pt idx="169">
                  <c:v>-4.1003893614984759E-6</c:v>
                </c:pt>
                <c:pt idx="170">
                  <c:v>-9.4475343670351718E-5</c:v>
                </c:pt>
                <c:pt idx="171">
                  <c:v>-1.8149441172018589E-4</c:v>
                </c:pt>
                <c:pt idx="172">
                  <c:v>-2.6207916482314181E-4</c:v>
                </c:pt>
                <c:pt idx="173">
                  <c:v>-3.3337924136810489E-4</c:v>
                </c:pt>
                <c:pt idx="174">
                  <c:v>-3.9287313854195831E-4</c:v>
                </c:pt>
                <c:pt idx="175">
                  <c:v>-4.384573583413122E-4</c:v>
                </c:pt>
                <c:pt idx="176">
                  <c:v>-4.6852075573144823E-4</c:v>
                </c:pt>
                <c:pt idx="177">
                  <c:v>-4.8200146122736519E-4</c:v>
                </c:pt>
                <c:pt idx="178">
                  <c:v>-4.7842436759147242E-4</c:v>
                </c:pt>
                <c:pt idx="179">
                  <c:v>-4.579178587701969E-4</c:v>
                </c:pt>
                <c:pt idx="180">
                  <c:v>-4.2120919398481213E-4</c:v>
                </c:pt>
                <c:pt idx="181">
                  <c:v>-3.6959871469443472E-4</c:v>
                </c:pt>
                <c:pt idx="182">
                  <c:v>-3.0491379025516938E-4</c:v>
                </c:pt>
                <c:pt idx="183">
                  <c:v>-2.2944413353935349E-4</c:v>
                </c:pt>
                <c:pt idx="184">
                  <c:v>-1.4586077577644031E-4</c:v>
                </c:pt>
                <c:pt idx="185">
                  <c:v>-5.7121567264720478E-5</c:v>
                </c:pt>
                <c:pt idx="186">
                  <c:v>3.3633453249530601E-5</c:v>
                </c:pt>
                <c:pt idx="187">
                  <c:v>1.231931198441085E-4</c:v>
                </c:pt>
                <c:pt idx="188">
                  <c:v>2.0838870383012271E-4</c:v>
                </c:pt>
                <c:pt idx="189">
                  <c:v>2.8620596623127678E-4</c:v>
                </c:pt>
                <c:pt idx="190">
                  <c:v>3.5389173822945121E-4</c:v>
                </c:pt>
                <c:pt idx="191">
                  <c:v>4.0905126483869092E-4</c:v>
                </c:pt>
                <c:pt idx="192">
                  <c:v>4.4973287540256532E-4</c:v>
                </c:pt>
                <c:pt idx="193">
                  <c:v>4.7449699350971257E-4</c:v>
                </c:pt>
                <c:pt idx="194">
                  <c:v>4.8246705223196651E-4</c:v>
                </c:pt>
                <c:pt idx="195">
                  <c:v>4.7336051861934179E-4</c:v>
                </c:pt>
                <c:pt idx="196">
                  <c:v>4.4749893183465962E-4</c:v>
                </c:pt>
                <c:pt idx="197">
                  <c:v>4.0579659779770309E-4</c:v>
                </c:pt>
                <c:pt idx="198">
                  <c:v>3.4972833434874611E-4</c:v>
                </c:pt>
                <c:pt idx="199">
                  <c:v>2.8127739911210802E-4</c:v>
                </c:pt>
                <c:pt idx="200">
                  <c:v>2.0286543175940101E-4</c:v>
                </c:pt>
                <c:pt idx="201">
                  <c:v>1.172668782024657E-4</c:v>
                </c:pt>
                <c:pt idx="202">
                  <c:v>2.7510913625034841E-5</c:v>
                </c:pt>
                <c:pt idx="203">
                  <c:v>-6.3225675079844854E-5</c:v>
                </c:pt>
                <c:pt idx="204">
                  <c:v>-1.5173086456533161E-4</c:v>
                </c:pt>
                <c:pt idx="205">
                  <c:v>-2.348710558354181E-4</c:v>
                </c:pt>
                <c:pt idx="206">
                  <c:v>-3.0970199954422967E-4</c:v>
                </c:pt>
                <c:pt idx="207">
                  <c:v>-3.7357305831878761E-4</c:v>
                </c:pt>
                <c:pt idx="208">
                  <c:v>-4.2422111170165879E-4</c:v>
                </c:pt>
                <c:pt idx="209">
                  <c:v>-4.5985077380792722E-4</c:v>
                </c:pt>
                <c:pt idx="210">
                  <c:v>-4.7919807692757999E-4</c:v>
                </c:pt>
                <c:pt idx="211">
                  <c:v>-4.8157535899184659E-4</c:v>
                </c:pt>
                <c:pt idx="212">
                  <c:v>-4.6689575818090878E-4</c:v>
                </c:pt>
                <c:pt idx="213">
                  <c:v>-4.3567644008206012E-4</c:v>
                </c:pt>
                <c:pt idx="214">
                  <c:v>-3.8902043588358678E-4</c:v>
                </c:pt>
                <c:pt idx="215">
                  <c:v>-3.2857772742464318E-4</c:v>
                </c:pt>
                <c:pt idx="216">
                  <c:v>-2.5648694984434098E-4</c:v>
                </c:pt>
                <c:pt idx="217">
                  <c:v>-1.7529976927159409E-4</c:v>
                </c:pt>
                <c:pt idx="218">
                  <c:v>-8.789060741384306E-5</c:v>
                </c:pt>
                <c:pt idx="219">
                  <c:v>2.645094538968396E-6</c:v>
                </c:pt>
                <c:pt idx="220">
                  <c:v>9.3100472185169084E-5</c:v>
                </c:pt>
                <c:pt idx="221">
                  <c:v>1.8027081319226679E-4</c:v>
                </c:pt>
                <c:pt idx="222">
                  <c:v>2.6106708762212768E-4</c:v>
                </c:pt>
                <c:pt idx="223">
                  <c:v>3.3262540970017469E-4</c:v>
                </c:pt>
                <c:pt idx="224">
                  <c:v>3.924085511918012E-4</c:v>
                </c:pt>
                <c:pt idx="225">
                  <c:v>4.3829590868321239E-4</c:v>
                </c:pt>
                <c:pt idx="226">
                  <c:v>4.6865873693178599E-4</c:v>
                </c:pt>
                <c:pt idx="227">
                  <c:v>4.8241798239249099E-4</c:v>
                </c:pt>
                <c:pt idx="228">
                  <c:v>4.7908266592948829E-4</c:v>
                </c:pt>
                <c:pt idx="229">
                  <c:v>4.5876745017533002E-4</c:v>
                </c:pt>
                <c:pt idx="230">
                  <c:v>4.2218876149614413E-4</c:v>
                </c:pt>
                <c:pt idx="231">
                  <c:v>3.7063959370246309E-4</c:v>
                </c:pt>
                <c:pt idx="232">
                  <c:v>3.0594387418269231E-4</c:v>
                </c:pt>
                <c:pt idx="233">
                  <c:v>2.303919966864385E-4</c:v>
                </c:pt>
                <c:pt idx="234">
                  <c:v>1.4665979297662961E-4</c:v>
                </c:pt>
                <c:pt idx="235">
                  <c:v>5.7713804196627132E-5</c:v>
                </c:pt>
                <c:pt idx="236">
                  <c:v>-3.3293798903062528E-5</c:v>
                </c:pt>
                <c:pt idx="237">
                  <c:v>-1.231369272221634E-4</c:v>
                </c:pt>
                <c:pt idx="238">
                  <c:v>-2.0862995717128589E-4</c:v>
                </c:pt>
                <c:pt idx="239">
                  <c:v>-2.8674072925659203E-4</c:v>
                </c:pt>
                <c:pt idx="240">
                  <c:v>-3.5469814870420452E-4</c:v>
                </c:pt>
                <c:pt idx="241">
                  <c:v>-4.1009056378184347E-4</c:v>
                </c:pt>
                <c:pt idx="242">
                  <c:v>-4.5095142273646302E-4</c:v>
                </c:pt>
                <c:pt idx="243">
                  <c:v>-4.75829160890071E-4</c:v>
                </c:pt>
                <c:pt idx="244">
                  <c:v>-4.8383882909410831E-4</c:v>
                </c:pt>
                <c:pt idx="245">
                  <c:v>-4.7469362333484993E-4</c:v>
                </c:pt>
                <c:pt idx="246">
                  <c:v>-4.487151896350695E-4</c:v>
                </c:pt>
                <c:pt idx="247">
                  <c:v>-4.0682233285186292E-4</c:v>
                </c:pt>
                <c:pt idx="248">
                  <c:v>-3.5049852539141308E-4</c:v>
                </c:pt>
                <c:pt idx="249">
                  <c:v>-2.8173936496550073E-4</c:v>
                </c:pt>
              </c:numCache>
            </c:numRef>
          </c:xVal>
          <c:yVal>
            <c:numRef>
              <c:f>ref0p4_90min_v6_f30!$C$2:$C$251</c:f>
              <c:numCache>
                <c:formatCode>General</c:formatCode>
                <c:ptCount val="250"/>
                <c:pt idx="0">
                  <c:v>-6.8493191492059063E-5</c:v>
                </c:pt>
                <c:pt idx="1">
                  <c:v>-3.6101596465881432E-4</c:v>
                </c:pt>
                <c:pt idx="2">
                  <c:v>-6.4060865985923754E-4</c:v>
                </c:pt>
                <c:pt idx="3">
                  <c:v>-8.9737043977549606E-4</c:v>
                </c:pt>
                <c:pt idx="4">
                  <c:v>-1.1222136895007811E-3</c:v>
                </c:pt>
                <c:pt idx="5">
                  <c:v>-1.3071853001528791E-3</c:v>
                </c:pt>
                <c:pt idx="6">
                  <c:v>-1.4457476362432289E-3</c:v>
                </c:pt>
                <c:pt idx="7">
                  <c:v>-1.53300929059877E-3</c:v>
                </c:pt>
                <c:pt idx="8">
                  <c:v>-1.565897512516438E-3</c:v>
                </c:pt>
                <c:pt idx="9">
                  <c:v>-1.54326625616841E-3</c:v>
                </c:pt>
                <c:pt idx="10">
                  <c:v>-1.465936064875942E-3</c:v>
                </c:pt>
                <c:pt idx="11">
                  <c:v>-1.3366644067476919E-3</c:v>
                </c:pt>
                <c:pt idx="12">
                  <c:v>-1.160047526460987E-3</c:v>
                </c:pt>
                <c:pt idx="13">
                  <c:v>-9.4235729102393781E-4</c:v>
                </c:pt>
                <c:pt idx="14">
                  <c:v>-6.9131879963421226E-4</c:v>
                </c:pt>
                <c:pt idx="15">
                  <c:v>-4.1583661776540382E-4</c:v>
                </c:pt>
                <c:pt idx="16">
                  <c:v>-1.256793095465568E-4</c:v>
                </c:pt>
                <c:pt idx="17">
                  <c:v>1.6886658230636539E-4</c:v>
                </c:pt>
                <c:pt idx="18">
                  <c:v>4.5736087575526998E-4</c:v>
                </c:pt>
                <c:pt idx="19">
                  <c:v>7.2957952114495515E-4</c:v>
                </c:pt>
                <c:pt idx="20">
                  <c:v>9.7587671975354776E-4</c:v>
                </c:pt>
                <c:pt idx="21">
                  <c:v>1.187526569299945E-3</c:v>
                </c:pt>
                <c:pt idx="22">
                  <c:v>1.3570321377186501E-3</c:v>
                </c:pt>
                <c:pt idx="23">
                  <c:v>1.4783910151004241E-3</c:v>
                </c:pt>
                <c:pt idx="24">
                  <c:v>1.547307928359179E-3</c:v>
                </c:pt>
                <c:pt idx="25">
                  <c:v>1.561346871154976E-3</c:v>
                </c:pt>
                <c:pt idx="26">
                  <c:v>1.5200173411122921E-3</c:v>
                </c:pt>
                <c:pt idx="27">
                  <c:v>1.424791614362036E-3</c:v>
                </c:pt>
                <c:pt idx="28">
                  <c:v>1.279052435826376E-3</c:v>
                </c:pt>
                <c:pt idx="29">
                  <c:v>1.087972972796556E-3</c:v>
                </c:pt>
                <c:pt idx="30">
                  <c:v>8.5833328690544425E-4</c:v>
                </c:pt>
                <c:pt idx="31">
                  <c:v>5.9827983854118349E-4</c:v>
                </c:pt>
                <c:pt idx="32">
                  <c:v>3.170365592223301E-4</c:v>
                </c:pt>
                <c:pt idx="33">
                  <c:v>2.45777421560789E-5</c:v>
                </c:pt>
                <c:pt idx="34">
                  <c:v>-2.6872564331109259E-4</c:v>
                </c:pt>
                <c:pt idx="35">
                  <c:v>-5.5247366261553378E-4</c:v>
                </c:pt>
                <c:pt idx="36">
                  <c:v>-8.1660610702575945E-4</c:v>
                </c:pt>
                <c:pt idx="37">
                  <c:v>-1.051759091541229E-3</c:v>
                </c:pt>
                <c:pt idx="38">
                  <c:v>-1.2495969227421049E-3</c:v>
                </c:pt>
                <c:pt idx="39">
                  <c:v>-1.403107483282482E-3</c:v>
                </c:pt>
                <c:pt idx="40">
                  <c:v>-1.506850676655031E-3</c:v>
                </c:pt>
                <c:pt idx="41">
                  <c:v>-1.5571511402489521E-3</c:v>
                </c:pt>
                <c:pt idx="42">
                  <c:v>-1.5522284098883491E-3</c:v>
                </c:pt>
                <c:pt idx="43">
                  <c:v>-1.492259934365652E-3</c:v>
                </c:pt>
                <c:pt idx="44">
                  <c:v>-1.3793747132681011E-3</c:v>
                </c:pt>
                <c:pt idx="45">
                  <c:v>-1.2175777832359571E-3</c:v>
                </c:pt>
                <c:pt idx="46">
                  <c:v>-1.01260822311546E-3</c:v>
                </c:pt>
                <c:pt idx="47">
                  <c:v>-7.7173570011718391E-4</c:v>
                </c:pt>
                <c:pt idx="48">
                  <c:v>-5.0350275355207108E-4</c:v>
                </c:pt>
                <c:pt idx="49">
                  <c:v>-2.1742193588899771E-4</c:v>
                </c:pt>
                <c:pt idx="50">
                  <c:v>7.6361465085397572E-5</c:v>
                </c:pt>
                <c:pt idx="51">
                  <c:v>3.6742917355593059E-4</c:v>
                </c:pt>
                <c:pt idx="52">
                  <c:v>6.4545939002835871E-4</c:v>
                </c:pt>
                <c:pt idx="53">
                  <c:v>9.0059286923772149E-4</c:v>
                </c:pt>
                <c:pt idx="54">
                  <c:v>1.123782622019428E-3</c:v>
                </c:pt>
                <c:pt idx="55">
                  <c:v>1.3071148263593829E-3</c:v>
                </c:pt>
                <c:pt idx="56">
                  <c:v>1.444089549655251E-3</c:v>
                </c:pt>
                <c:pt idx="57">
                  <c:v>1.529851309601401E-3</c:v>
                </c:pt>
                <c:pt idx="58">
                  <c:v>1.5613612824130071E-3</c:v>
                </c:pt>
                <c:pt idx="59">
                  <c:v>1.537505036209644E-3</c:v>
                </c:pt>
                <c:pt idx="60">
                  <c:v>1.459131953814242E-3</c:v>
                </c:pt>
                <c:pt idx="61">
                  <c:v>1.329024937806925E-3</c:v>
                </c:pt>
                <c:pt idx="62">
                  <c:v>1.15180147271901E-3</c:v>
                </c:pt>
                <c:pt idx="63">
                  <c:v>9.3374956412618651E-4</c:v>
                </c:pt>
                <c:pt idx="64">
                  <c:v>6.8260439739155972E-4</c:v>
                </c:pt>
                <c:pt idx="65">
                  <c:v>4.0727367445156381E-4</c:v>
                </c:pt>
                <c:pt idx="66">
                  <c:v>1.1752141389039771E-4</c:v>
                </c:pt>
                <c:pt idx="67">
                  <c:v>-1.7637852914974771E-4</c:v>
                </c:pt>
                <c:pt idx="68">
                  <c:v>-4.6400690202791768E-4</c:v>
                </c:pt>
                <c:pt idx="69">
                  <c:v>-7.3516850947625677E-4</c:v>
                </c:pt>
                <c:pt idx="70">
                  <c:v>-9.8025358024486186E-4</c:v>
                </c:pt>
                <c:pt idx="71">
                  <c:v>-1.1905782432049419E-3</c:v>
                </c:pt>
                <c:pt idx="72">
                  <c:v>-1.3586920628946529E-3</c:v>
                </c:pt>
                <c:pt idx="73">
                  <c:v>-1.4786417611495309E-3</c:v>
                </c:pt>
                <c:pt idx="74">
                  <c:v>-1.5461818101838161E-3</c:v>
                </c:pt>
                <c:pt idx="75">
                  <c:v>-1.5589244682330289E-3</c:v>
                </c:pt>
                <c:pt idx="76">
                  <c:v>-1.5164239777828081E-3</c:v>
                </c:pt>
                <c:pt idx="77">
                  <c:v>-1.420191980914588E-3</c:v>
                </c:pt>
                <c:pt idx="78">
                  <c:v>-1.2736436351855061E-3</c:v>
                </c:pt>
                <c:pt idx="79">
                  <c:v>-1.081976351097887E-3</c:v>
                </c:pt>
                <c:pt idx="80">
                  <c:v>-8.5198544553379777E-4</c:v>
                </c:pt>
                <c:pt idx="81">
                  <c:v>-5.9182323660099628E-4</c:v>
                </c:pt>
                <c:pt idx="82">
                  <c:v>-3.1071010926414619E-4</c:v>
                </c:pt>
                <c:pt idx="83">
                  <c:v>-1.8607782132508539E-5</c:v>
                </c:pt>
                <c:pt idx="84">
                  <c:v>2.7413365691613631E-4</c:v>
                </c:pt>
                <c:pt idx="85">
                  <c:v>5.5714245134470754E-4</c:v>
                </c:pt>
                <c:pt idx="86">
                  <c:v>8.2039263124846591E-4</c:v>
                </c:pt>
                <c:pt idx="87">
                  <c:v>1.054559211793818E-3</c:v>
                </c:pt>
                <c:pt idx="88">
                  <c:v>1.251348551721939E-3</c:v>
                </c:pt>
                <c:pt idx="89">
                  <c:v>1.403792162096632E-3</c:v>
                </c:pt>
                <c:pt idx="90">
                  <c:v>1.5064935467740609E-3</c:v>
                </c:pt>
                <c:pt idx="91">
                  <c:v>1.5558193207834269E-3</c:v>
                </c:pt>
                <c:pt idx="92">
                  <c:v>1.550027825227553E-3</c:v>
                </c:pt>
                <c:pt idx="93">
                  <c:v>1.4893306682430591E-3</c:v>
                </c:pt>
                <c:pt idx="94">
                  <c:v>1.375885001599687E-3</c:v>
                </c:pt>
                <c:pt idx="95">
                  <c:v>1.213716805051859E-3</c:v>
                </c:pt>
                <c:pt idx="96">
                  <c:v>1.0085779024929761E-3</c:v>
                </c:pt>
                <c:pt idx="97">
                  <c:v>7.6774179142115057E-4</c:v>
                </c:pt>
                <c:pt idx="98">
                  <c:v>4.9974554595104176E-4</c:v>
                </c:pt>
                <c:pt idx="99">
                  <c:v>2.1408697041676159E-4</c:v>
                </c:pt>
                <c:pt idx="100">
                  <c:v>-7.9112232143868918E-5</c:v>
                </c:pt>
                <c:pt idx="101">
                  <c:v>-3.694653084234455E-4</c:v>
                </c:pt>
                <c:pt idx="102">
                  <c:v>-6.4668857702227965E-4</c:v>
                </c:pt>
                <c:pt idx="103">
                  <c:v>-9.0096576467065632E-4</c:v>
                </c:pt>
                <c:pt idx="104">
                  <c:v>-1.123295645282417E-3</c:v>
                </c:pt>
                <c:pt idx="105">
                  <c:v>-1.3058106738338281E-3</c:v>
                </c:pt>
                <c:pt idx="106">
                  <c:v>-1.4420553439093869E-3</c:v>
                </c:pt>
                <c:pt idx="107">
                  <c:v>-1.527214432378711E-3</c:v>
                </c:pt>
                <c:pt idx="108">
                  <c:v>-1.5582830741726901E-3</c:v>
                </c:pt>
                <c:pt idx="109">
                  <c:v>-1.5341726712745239E-3</c:v>
                </c:pt>
                <c:pt idx="110">
                  <c:v>-1.455748912428861E-3</c:v>
                </c:pt>
                <c:pt idx="111">
                  <c:v>-1.325800584746488E-3</c:v>
                </c:pt>
                <c:pt idx="112">
                  <c:v>-1.148940310599365E-3</c:v>
                </c:pt>
                <c:pt idx="113">
                  <c:v>-9.3144075349105705E-4</c:v>
                </c:pt>
                <c:pt idx="114">
                  <c:v>-6.8101211456781166E-4</c:v>
                </c:pt>
                <c:pt idx="115">
                  <c:v>-4.0652880724394852E-4</c:v>
                </c:pt>
                <c:pt idx="116">
                  <c:v>-1.1771498417784711E-4</c:v>
                </c:pt>
                <c:pt idx="117">
                  <c:v>1.7519996000733281E-4</c:v>
                </c:pt>
                <c:pt idx="118">
                  <c:v>4.6184372502604612E-4</c:v>
                </c:pt>
                <c:pt idx="119">
                  <c:v>7.3206845881870351E-4</c:v>
                </c:pt>
                <c:pt idx="120">
                  <c:v>9.7631012130385019E-4</c:v>
                </c:pt>
                <c:pt idx="121">
                  <c:v>1.185927123499055E-3</c:v>
                </c:pt>
                <c:pt idx="122">
                  <c:v>1.3535062358360551E-3</c:v>
                </c:pt>
                <c:pt idx="123">
                  <c:v>1.473124920414292E-3</c:v>
                </c:pt>
                <c:pt idx="124">
                  <c:v>1.540560789880579E-3</c:v>
                </c:pt>
                <c:pt idx="125">
                  <c:v>1.553440769684041E-3</c:v>
                </c:pt>
                <c:pt idx="126">
                  <c:v>1.5113246785162741E-3</c:v>
                </c:pt>
                <c:pt idx="127">
                  <c:v>1.415720273707741E-3</c:v>
                </c:pt>
                <c:pt idx="128">
                  <c:v>1.2700292446719259E-3</c:v>
                </c:pt>
                <c:pt idx="129">
                  <c:v>1.0794260867193011E-3</c:v>
                </c:pt>
                <c:pt idx="130">
                  <c:v>8.5067417063172267E-4</c:v>
                </c:pt>
                <c:pt idx="131">
                  <c:v>5.918855587963369E-4</c:v>
                </c:pt>
                <c:pt idx="132">
                  <c:v>3.1223311847759078E-4</c:v>
                </c:pt>
                <c:pt idx="133">
                  <c:v>2.1625172067272801E-5</c:v>
                </c:pt>
                <c:pt idx="134">
                  <c:v>-2.6964575336210279E-4</c:v>
                </c:pt>
                <c:pt idx="135">
                  <c:v>-5.5126760638713422E-4</c:v>
                </c:pt>
                <c:pt idx="136">
                  <c:v>-8.1327398919998981E-4</c:v>
                </c:pt>
                <c:pt idx="137">
                  <c:v>-1.046396898937263E-3</c:v>
                </c:pt>
                <c:pt idx="138">
                  <c:v>-1.2423945541997221E-3</c:v>
                </c:pt>
                <c:pt idx="139">
                  <c:v>-1.3943427264956931E-3</c:v>
                </c:pt>
                <c:pt idx="140">
                  <c:v>-1.4968792994838279E-3</c:v>
                </c:pt>
                <c:pt idx="141">
                  <c:v>-1.546393438044237E-3</c:v>
                </c:pt>
                <c:pt idx="142">
                  <c:v>-1.5411527080297621E-3</c:v>
                </c:pt>
                <c:pt idx="143">
                  <c:v>-1.4813636801505499E-3</c:v>
                </c:pt>
                <c:pt idx="144">
                  <c:v>-1.3691639014422219E-3</c:v>
                </c:pt>
                <c:pt idx="145">
                  <c:v>-1.208545541833855E-3</c:v>
                </c:pt>
                <c:pt idx="146">
                  <c:v>-1.0052134361536659E-3</c:v>
                </c:pt>
                <c:pt idx="147">
                  <c:v>-7.6638255831761384E-4</c:v>
                </c:pt>
                <c:pt idx="148">
                  <c:v>-5.0052210257993347E-4</c:v>
                </c:pt>
                <c:pt idx="149">
                  <c:v>-2.1705523253706939E-4</c:v>
                </c:pt>
                <c:pt idx="150">
                  <c:v>7.3974874072863466E-5</c:v>
                </c:pt>
                <c:pt idx="151">
                  <c:v>3.6226086495773699E-4</c:v>
                </c:pt>
                <c:pt idx="152">
                  <c:v>6.375963424216668E-4</c:v>
                </c:pt>
                <c:pt idx="153">
                  <c:v>8.902373522087963E-4</c:v>
                </c:pt>
                <c:pt idx="154">
                  <c:v>1.111247420230871E-3</c:v>
                </c:pt>
                <c:pt idx="155">
                  <c:v>1.2928138998746039E-3</c:v>
                </c:pt>
                <c:pt idx="156">
                  <c:v>1.4285244069919059E-3</c:v>
                </c:pt>
                <c:pt idx="157">
                  <c:v>1.513593537589565E-3</c:v>
                </c:pt>
                <c:pt idx="158">
                  <c:v>1.545031832536849E-3</c:v>
                </c:pt>
                <c:pt idx="159">
                  <c:v>1.521751007454875E-3</c:v>
                </c:pt>
                <c:pt idx="160">
                  <c:v>1.444601731085239E-3</c:v>
                </c:pt>
                <c:pt idx="161">
                  <c:v>1.3163426335894349E-3</c:v>
                </c:pt>
                <c:pt idx="162">
                  <c:v>1.141541668907338E-3</c:v>
                </c:pt>
                <c:pt idx="163">
                  <c:v>9.2641335460974755E-4</c:v>
                </c:pt>
                <c:pt idx="164">
                  <c:v>6.7859768913778944E-4</c:v>
                </c:pt>
                <c:pt idx="165">
                  <c:v>4.0688862118997798E-4</c:v>
                </c:pt>
                <c:pt idx="166">
                  <c:v>1.209217424922092E-4</c:v>
                </c:pt>
                <c:pt idx="167">
                  <c:v>-1.6916767533030141E-4</c:v>
                </c:pt>
                <c:pt idx="168">
                  <c:v>-4.5310413365035962E-4</c:v>
                </c:pt>
                <c:pt idx="169">
                  <c:v>-7.2083607845097389E-4</c:v>
                </c:pt>
                <c:pt idx="170">
                  <c:v>-9.6289187069289529E-4</c:v>
                </c:pt>
                <c:pt idx="171">
                  <c:v>-1.170714945697764E-3</c:v>
                </c:pt>
                <c:pt idx="172">
                  <c:v>-1.3369663085003179E-3</c:v>
                </c:pt>
                <c:pt idx="173">
                  <c:v>-1.4557836841626981E-3</c:v>
                </c:pt>
                <c:pt idx="174">
                  <c:v>-1.522988186674266E-3</c:v>
                </c:pt>
                <c:pt idx="175">
                  <c:v>-1.536231234586677E-3</c:v>
                </c:pt>
                <c:pt idx="176">
                  <c:v>-1.4950765604904511E-3</c:v>
                </c:pt>
                <c:pt idx="177">
                  <c:v>-1.401014458786266E-3</c:v>
                </c:pt>
                <c:pt idx="178">
                  <c:v>-1.2574078113426271E-3</c:v>
                </c:pt>
                <c:pt idx="179">
                  <c:v>-1.0693718413738969E-3</c:v>
                </c:pt>
                <c:pt idx="180">
                  <c:v>-8.4359188866605696E-4</c:v>
                </c:pt>
                <c:pt idx="181">
                  <c:v>-5.8808569168998927E-4</c:v>
                </c:pt>
                <c:pt idx="182">
                  <c:v>-3.1191862536419159E-4</c:v>
                </c:pt>
                <c:pt idx="183">
                  <c:v>-2.4882005501336599E-5</c:v>
                </c:pt>
                <c:pt idx="184">
                  <c:v>2.6285412691591541E-4</c:v>
                </c:pt>
                <c:pt idx="185">
                  <c:v>5.4110143110674752E-4</c:v>
                </c:pt>
                <c:pt idx="186">
                  <c:v>8.0001412843989418E-4</c:v>
                </c:pt>
                <c:pt idx="187">
                  <c:v>1.0304375159820179E-3</c:v>
                </c:pt>
                <c:pt idx="188">
                  <c:v>1.2242317859715429E-3</c:v>
                </c:pt>
                <c:pt idx="189">
                  <c:v>1.374559681811929E-3</c:v>
                </c:pt>
                <c:pt idx="190">
                  <c:v>1.476127809132972E-3</c:v>
                </c:pt>
                <c:pt idx="191">
                  <c:v>1.525373075618325E-3</c:v>
                </c:pt>
                <c:pt idx="192">
                  <c:v>1.5205876871353301E-3</c:v>
                </c:pt>
                <c:pt idx="193">
                  <c:v>1.4619783098466E-3</c:v>
                </c:pt>
                <c:pt idx="194">
                  <c:v>1.3516573487239219E-3</c:v>
                </c:pt>
                <c:pt idx="195">
                  <c:v>1.193566703050334E-3</c:v>
                </c:pt>
                <c:pt idx="196">
                  <c:v>9.9333674915264708E-4</c:v>
                </c:pt>
                <c:pt idx="197">
                  <c:v>7.5808559745604929E-4</c:v>
                </c:pt>
                <c:pt idx="198">
                  <c:v>4.9616579615880502E-4</c:v>
                </c:pt>
                <c:pt idx="199">
                  <c:v>2.1686751910958191E-4</c:v>
                </c:pt>
                <c:pt idx="200">
                  <c:v>-6.9911189163684474E-5</c:v>
                </c:pt>
                <c:pt idx="201">
                  <c:v>-3.5401538237483623E-4</c:v>
                </c:pt>
                <c:pt idx="202">
                  <c:v>-6.2539293174395337E-4</c:v>
                </c:pt>
                <c:pt idx="203">
                  <c:v>-8.7445024454506305E-4</c:v>
                </c:pt>
                <c:pt idx="204">
                  <c:v>-1.092391392610895E-3</c:v>
                </c:pt>
                <c:pt idx="205">
                  <c:v>-1.27152866345883E-3</c:v>
                </c:pt>
                <c:pt idx="206">
                  <c:v>-1.4055535740369711E-3</c:v>
                </c:pt>
                <c:pt idx="207">
                  <c:v>-1.489758804473023E-3</c:v>
                </c:pt>
                <c:pt idx="208">
                  <c:v>-1.521203260716842E-3</c:v>
                </c:pt>
                <c:pt idx="209">
                  <c:v>-1.498814497347191E-3</c:v>
                </c:pt>
                <c:pt idx="210">
                  <c:v>-1.423424954761252E-3</c:v>
                </c:pt>
                <c:pt idx="211">
                  <c:v>-1.2977408078917571E-3</c:v>
                </c:pt>
                <c:pt idx="212">
                  <c:v>-1.126244602420325E-3</c:v>
                </c:pt>
                <c:pt idx="213">
                  <c:v>-9.1503518772030818E-4</c:v>
                </c:pt>
                <c:pt idx="214">
                  <c:v>-6.7161066481640072E-4</c:v>
                </c:pt>
                <c:pt idx="215">
                  <c:v>-4.0460207633185219E-4</c:v>
                </c:pt>
                <c:pt idx="216">
                  <c:v>-1.2346730109681769E-4</c:v>
                </c:pt>
                <c:pt idx="217">
                  <c:v>1.618439865962476E-4</c:v>
                </c:pt>
                <c:pt idx="218">
                  <c:v>4.4124242421683028E-4</c:v>
                </c:pt>
                <c:pt idx="219">
                  <c:v>7.0485567674376845E-4</c:v>
                </c:pt>
                <c:pt idx="220">
                  <c:v>9.4337715177006713E-4</c:v>
                </c:pt>
                <c:pt idx="221">
                  <c:v>1.1483943974808879E-3</c:v>
                </c:pt>
                <c:pt idx="222">
                  <c:v>1.3126855954589409E-3</c:v>
                </c:pt>
                <c:pt idx="223">
                  <c:v>1.430473701056477E-3</c:v>
                </c:pt>
                <c:pt idx="224">
                  <c:v>1.497629294391505E-3</c:v>
                </c:pt>
                <c:pt idx="225">
                  <c:v>1.511815026031897E-3</c:v>
                </c:pt>
                <c:pt idx="226">
                  <c:v>1.4725666106334839E-3</c:v>
                </c:pt>
                <c:pt idx="227">
                  <c:v>1.381307571899078E-3</c:v>
                </c:pt>
                <c:pt idx="228">
                  <c:v>1.241297291017755E-3</c:v>
                </c:pt>
                <c:pt idx="229">
                  <c:v>1.0575142702926651E-3</c:v>
                </c:pt>
                <c:pt idx="230">
                  <c:v>8.3647881407264966E-4</c:v>
                </c:pt>
                <c:pt idx="231">
                  <c:v>5.8602147030509309E-4</c:v>
                </c:pt>
                <c:pt idx="232">
                  <c:v>3.1500548427478329E-4</c:v>
                </c:pt>
                <c:pt idx="233">
                  <c:v>3.3013122717140903E-5</c:v>
                </c:pt>
                <c:pt idx="234">
                  <c:v>-2.4999301749281601E-4</c:v>
                </c:pt>
                <c:pt idx="235">
                  <c:v>-5.2402173973008215E-4</c:v>
                </c:pt>
                <c:pt idx="236">
                  <c:v>-7.7940560615928005E-4</c:v>
                </c:pt>
                <c:pt idx="237">
                  <c:v>-1.007141518254643E-3</c:v>
                </c:pt>
                <c:pt idx="238">
                  <c:v>-1.1992075510472539E-3</c:v>
                </c:pt>
                <c:pt idx="239">
                  <c:v>-1.3488449263344871E-3</c:v>
                </c:pt>
                <c:pt idx="240">
                  <c:v>-1.450795249693961E-3</c:v>
                </c:pt>
                <c:pt idx="241">
                  <c:v>-1.501484720447008E-3</c:v>
                </c:pt>
                <c:pt idx="242">
                  <c:v>-1.49914889847055E-3</c:v>
                </c:pt>
                <c:pt idx="243">
                  <c:v>-1.443893708129832E-3</c:v>
                </c:pt>
                <c:pt idx="244">
                  <c:v>-1.3376905993315741E-3</c:v>
                </c:pt>
                <c:pt idx="245">
                  <c:v>-1.1843060912407699E-3</c:v>
                </c:pt>
                <c:pt idx="246">
                  <c:v>-9.8916822017234359E-4</c:v>
                </c:pt>
                <c:pt idx="247">
                  <c:v>-7.5917462079160914E-4</c:v>
                </c:pt>
                <c:pt idx="248">
                  <c:v>-5.0244901058208867E-4</c:v>
                </c:pt>
                <c:pt idx="249">
                  <c:v>-2.2805465158797869E-4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61AE-4AD7-AC66-B8874FAF743B}"/>
            </c:ext>
          </c:extLst>
        </c:ser>
        <c:ser>
          <c:idx val="4"/>
          <c:order val="4"/>
          <c:tx>
            <c:v>40 Hz</c:v>
          </c:tx>
          <c:spPr>
            <a:ln w="12700" cap="rnd" cmpd="sng" algn="ctr">
              <a:solidFill>
                <a:schemeClr val="accent1">
                  <a:tint val="70000"/>
                  <a:shade val="95000"/>
                  <a:satMod val="105000"/>
                </a:schemeClr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ref0p4_90min_v6_f40!$A$2:$A$251</c:f>
              <c:numCache>
                <c:formatCode>General</c:formatCode>
                <c:ptCount val="250"/>
                <c:pt idx="0">
                  <c:v>3.5530491169213799E-4</c:v>
                </c:pt>
                <c:pt idx="1">
                  <c:v>2.8901511877241361E-4</c:v>
                </c:pt>
                <c:pt idx="2">
                  <c:v>2.0457211741540691E-4</c:v>
                </c:pt>
                <c:pt idx="3">
                  <c:v>1.072836691473812E-4</c:v>
                </c:pt>
                <c:pt idx="4">
                  <c:v>3.2640357262309179E-6</c:v>
                </c:pt>
                <c:pt idx="5">
                  <c:v>-1.009502175918952E-4</c:v>
                </c:pt>
                <c:pt idx="6">
                  <c:v>-1.988109161771685E-4</c:v>
                </c:pt>
                <c:pt idx="7">
                  <c:v>-2.84169668776982E-4</c:v>
                </c:pt>
                <c:pt idx="8">
                  <c:v>-3.516641160770776E-4</c:v>
                </c:pt>
                <c:pt idx="9">
                  <c:v>-3.9705477128749691E-4</c:v>
                </c:pt>
                <c:pt idx="10">
                  <c:v>-4.1749129264202371E-4</c:v>
                </c:pt>
                <c:pt idx="11">
                  <c:v>-4.1169146179432533E-4</c:v>
                </c:pt>
                <c:pt idx="12">
                  <c:v>-3.8002162804924962E-4</c:v>
                </c:pt>
                <c:pt idx="13">
                  <c:v>-3.2447357071800458E-4</c:v>
                </c:pt>
                <c:pt idx="14">
                  <c:v>-2.4853924076793742E-4</c:v>
                </c:pt>
                <c:pt idx="15">
                  <c:v>-1.5699125914984231E-4</c:v>
                </c:pt>
                <c:pt idx="16">
                  <c:v>-5.5582969685199823E-5</c:v>
                </c:pt>
                <c:pt idx="17">
                  <c:v>4.9313102655491882E-5</c:v>
                </c:pt>
                <c:pt idx="18">
                  <c:v>1.5110566905996529E-4</c:v>
                </c:pt>
                <c:pt idx="19">
                  <c:v>2.4339881006417069E-4</c:v>
                </c:pt>
                <c:pt idx="20">
                  <c:v>3.2039380519445449E-4</c:v>
                </c:pt>
                <c:pt idx="21">
                  <c:v>3.7725341527120748E-4</c:v>
                </c:pt>
                <c:pt idx="22">
                  <c:v>4.1040573583113401E-4</c:v>
                </c:pt>
                <c:pt idx="23">
                  <c:v>4.1776853959831081E-4</c:v>
                </c:pt>
                <c:pt idx="24">
                  <c:v>3.9888002257100632E-4</c:v>
                </c:pt>
                <c:pt idx="25">
                  <c:v>3.5492774761995872E-4</c:v>
                </c:pt>
                <c:pt idx="26">
                  <c:v>2.8867397286448638E-4</c:v>
                </c:pt>
                <c:pt idx="27">
                  <c:v>2.0428205908635169E-4</c:v>
                </c:pt>
                <c:pt idx="28">
                  <c:v>1.070548630028541E-4</c:v>
                </c:pt>
                <c:pt idx="29">
                  <c:v>3.101551107595204E-6</c:v>
                </c:pt>
                <c:pt idx="30">
                  <c:v>-1.010462353415963E-4</c:v>
                </c:pt>
                <c:pt idx="31">
                  <c:v>-1.9884475196529171E-4</c:v>
                </c:pt>
                <c:pt idx="32">
                  <c:v>-2.8414927951884268E-4</c:v>
                </c:pt>
                <c:pt idx="33">
                  <c:v>-3.5160017975371542E-4</c:v>
                </c:pt>
                <c:pt idx="34">
                  <c:v>-3.9695962337385081E-4</c:v>
                </c:pt>
                <c:pt idx="35">
                  <c:v>-4.1737783236024027E-4</c:v>
                </c:pt>
                <c:pt idx="36">
                  <c:v>-4.1157210682414851E-4</c:v>
                </c:pt>
                <c:pt idx="37">
                  <c:v>-3.7990738658809679E-4</c:v>
                </c:pt>
                <c:pt idx="38">
                  <c:v>-3.2437328561392127E-4</c:v>
                </c:pt>
                <c:pt idx="39">
                  <c:v>-2.4845904417691812E-4</c:v>
                </c:pt>
                <c:pt idx="40">
                  <c:v>-1.569342599602081E-4</c:v>
                </c:pt>
                <c:pt idx="41">
                  <c:v>-5.5549181099279839E-5</c:v>
                </c:pt>
                <c:pt idx="42">
                  <c:v>4.9326601137361767E-5</c:v>
                </c:pt>
                <c:pt idx="43">
                  <c:v>1.511043527005307E-4</c:v>
                </c:pt>
                <c:pt idx="44">
                  <c:v>2.4339014105225081E-4</c:v>
                </c:pt>
                <c:pt idx="45">
                  <c:v>3.2038651357188449E-4</c:v>
                </c:pt>
                <c:pt idx="46">
                  <c:v>3.7725667458586169E-4</c:v>
                </c:pt>
                <c:pt idx="47">
                  <c:v>4.1042828605134722E-4</c:v>
                </c:pt>
                <c:pt idx="48">
                  <c:v>4.1781781442510338E-4</c:v>
                </c:pt>
                <c:pt idx="49">
                  <c:v>3.9896134074154487E-4</c:v>
                </c:pt>
                <c:pt idx="50">
                  <c:v>3.5504362758329548E-4</c:v>
                </c:pt>
                <c:pt idx="51">
                  <c:v>2.8882362642222899E-4</c:v>
                </c:pt>
                <c:pt idx="52">
                  <c:v>2.0446111160030809E-4</c:v>
                </c:pt>
                <c:pt idx="53">
                  <c:v>1.072553358195468E-4</c:v>
                </c:pt>
                <c:pt idx="54">
                  <c:v>3.3121268130656948E-6</c:v>
                </c:pt>
                <c:pt idx="55">
                  <c:v>-1.008396615218446E-4</c:v>
                </c:pt>
                <c:pt idx="56">
                  <c:v>-1.986582503616771E-4</c:v>
                </c:pt>
                <c:pt idx="57">
                  <c:v>-2.8399982979033101E-4</c:v>
                </c:pt>
                <c:pt idx="58">
                  <c:v>-3.5150443658396672E-4</c:v>
                </c:pt>
                <c:pt idx="59">
                  <c:v>-3.96932579366737E-4</c:v>
                </c:pt>
                <c:pt idx="60">
                  <c:v>-4.1743146910244461E-4</c:v>
                </c:pt>
                <c:pt idx="61">
                  <c:v>-4.1171413568614047E-4</c:v>
                </c:pt>
                <c:pt idx="62">
                  <c:v>-3.8014018462494419E-4</c:v>
                </c:pt>
                <c:pt idx="63">
                  <c:v>-3.2469312754513269E-4</c:v>
                </c:pt>
                <c:pt idx="64">
                  <c:v>-2.4885571810499358E-4</c:v>
                </c:pt>
                <c:pt idx="65">
                  <c:v>-1.573911322566974E-4</c:v>
                </c:pt>
                <c:pt idx="66">
                  <c:v>-5.6043745808125359E-5</c:v>
                </c:pt>
                <c:pt idx="67">
                  <c:v>4.8821688728289602E-5</c:v>
                </c:pt>
                <c:pt idx="68">
                  <c:v>1.5061979688377219E-4</c:v>
                </c:pt>
                <c:pt idx="69">
                  <c:v>2.429581568271221E-4</c:v>
                </c:pt>
                <c:pt idx="70">
                  <c:v>3.2003871728755149E-4</c:v>
                </c:pt>
                <c:pt idx="71">
                  <c:v>3.7702184996910308E-4</c:v>
                </c:pt>
                <c:pt idx="72">
                  <c:v>4.1033017949179641E-4</c:v>
                </c:pt>
                <c:pt idx="73">
                  <c:v>4.1787312123857791E-4</c:v>
                </c:pt>
                <c:pt idx="74">
                  <c:v>3.9917804070835529E-4</c:v>
                </c:pt>
                <c:pt idx="75">
                  <c:v>3.5541981285544619E-4</c:v>
                </c:pt>
                <c:pt idx="76">
                  <c:v>2.8934693824703579E-4</c:v>
                </c:pt>
                <c:pt idx="77">
                  <c:v>2.051088653610277E-4</c:v>
                </c:pt>
                <c:pt idx="78">
                  <c:v>1.0799536854394611E-4</c:v>
                </c:pt>
                <c:pt idx="79">
                  <c:v>4.1043504107571513E-6</c:v>
                </c:pt>
                <c:pt idx="80">
                  <c:v>-1.000410705285725E-4</c:v>
                </c:pt>
                <c:pt idx="81">
                  <c:v>-1.979021434886624E-4</c:v>
                </c:pt>
                <c:pt idx="82">
                  <c:v>-2.8333502326968361E-4</c:v>
                </c:pt>
                <c:pt idx="83">
                  <c:v>-3.5097648656537151E-4</c:v>
                </c:pt>
                <c:pt idx="84">
                  <c:v>-3.965806107239457E-4</c:v>
                </c:pt>
                <c:pt idx="85">
                  <c:v>-4.1728527937179028E-4</c:v>
                </c:pt>
                <c:pt idx="86">
                  <c:v>-4.1179178688527959E-4</c:v>
                </c:pt>
                <c:pt idx="87">
                  <c:v>-3.8044627175458752E-4</c:v>
                </c:pt>
                <c:pt idx="88">
                  <c:v>-3.2521787447417589E-4</c:v>
                </c:pt>
                <c:pt idx="89">
                  <c:v>-2.4957500101994052E-4</c:v>
                </c:pt>
                <c:pt idx="90">
                  <c:v>-1.5826747064584101E-4</c:v>
                </c:pt>
                <c:pt idx="91">
                  <c:v>-5.7028234989816522E-5</c:v>
                </c:pt>
                <c:pt idx="92">
                  <c:v>4.7786596516987477E-5</c:v>
                </c:pt>
                <c:pt idx="93">
                  <c:v>1.4959681910436091E-4</c:v>
                </c:pt>
                <c:pt idx="94">
                  <c:v>2.4201122643312489E-4</c:v>
                </c:pt>
                <c:pt idx="95">
                  <c:v>3.1922880228035089E-4</c:v>
                </c:pt>
                <c:pt idx="96">
                  <c:v>3.7640282861532118E-4</c:v>
                </c:pt>
                <c:pt idx="97">
                  <c:v>4.0994506138158113E-4</c:v>
                </c:pt>
                <c:pt idx="98">
                  <c:v>4.1775089142116582E-4</c:v>
                </c:pt>
                <c:pt idx="99">
                  <c:v>3.9933136953643281E-4</c:v>
                </c:pt>
                <c:pt idx="100">
                  <c:v>3.5584381967105092E-4</c:v>
                </c:pt>
                <c:pt idx="101">
                  <c:v>2.9001912650894918E-4</c:v>
                </c:pt>
                <c:pt idx="102">
                  <c:v>2.0599026550509829E-4</c:v>
                </c:pt>
                <c:pt idx="103">
                  <c:v>1.090328385974932E-4</c:v>
                </c:pt>
                <c:pt idx="104">
                  <c:v>5.2338991484189534E-6</c:v>
                </c:pt>
                <c:pt idx="105">
                  <c:v>-9.8890151032178392E-5</c:v>
                </c:pt>
                <c:pt idx="106">
                  <c:v>-1.968026133378843E-4</c:v>
                </c:pt>
                <c:pt idx="107">
                  <c:v>-2.8235682063185852E-4</c:v>
                </c:pt>
                <c:pt idx="108">
                  <c:v>-3.5018198773312389E-4</c:v>
                </c:pt>
                <c:pt idx="109">
                  <c:v>-3.9602036384355622E-4</c:v>
                </c:pt>
                <c:pt idx="110">
                  <c:v>-4.1699452149385218E-4</c:v>
                </c:pt>
                <c:pt idx="111">
                  <c:v>-4.1178800073526949E-4</c:v>
                </c:pt>
                <c:pt idx="112">
                  <c:v>-3.8072796558649707E-4</c:v>
                </c:pt>
                <c:pt idx="113">
                  <c:v>-3.2576468069011851E-4</c:v>
                </c:pt>
                <c:pt idx="114">
                  <c:v>-2.5034909352727411E-4</c:v>
                </c:pt>
                <c:pt idx="115">
                  <c:v>-1.5921620462278009E-4</c:v>
                </c:pt>
                <c:pt idx="116">
                  <c:v>-5.8087823047960753E-5</c:v>
                </c:pt>
                <c:pt idx="117">
                  <c:v>4.6686634404444769E-5</c:v>
                </c:pt>
                <c:pt idx="118">
                  <c:v>1.485287523148784E-4</c:v>
                </c:pt>
                <c:pt idx="119">
                  <c:v>2.4104411148417529E-4</c:v>
                </c:pt>
                <c:pt idx="120">
                  <c:v>3.1842374332867441E-4</c:v>
                </c:pt>
                <c:pt idx="121">
                  <c:v>3.7580884210498057E-4</c:v>
                </c:pt>
                <c:pt idx="122">
                  <c:v>4.0959584048155519E-4</c:v>
                </c:pt>
                <c:pt idx="123">
                  <c:v>4.1766269811051998E-4</c:v>
                </c:pt>
                <c:pt idx="124">
                  <c:v>3.9950219772510732E-4</c:v>
                </c:pt>
                <c:pt idx="125">
                  <c:v>3.562538782680856E-4</c:v>
                </c:pt>
                <c:pt idx="126">
                  <c:v>2.9063259403406459E-4</c:v>
                </c:pt>
                <c:pt idx="127">
                  <c:v>2.0675817458074239E-4</c:v>
                </c:pt>
                <c:pt idx="128">
                  <c:v>1.098968661105825E-4</c:v>
                </c:pt>
                <c:pt idx="129">
                  <c:v>6.130772428619354E-6</c:v>
                </c:pt>
                <c:pt idx="130">
                  <c:v>-9.8023964774811574E-5</c:v>
                </c:pt>
                <c:pt idx="131">
                  <c:v>-1.9602628478316899E-4</c:v>
                </c:pt>
                <c:pt idx="132">
                  <c:v>-2.8172094528605441E-4</c:v>
                </c:pt>
                <c:pt idx="133">
                  <c:v>-3.4972509015543922E-4</c:v>
                </c:pt>
                <c:pt idx="134">
                  <c:v>-3.957663706045569E-4</c:v>
                </c:pt>
                <c:pt idx="135">
                  <c:v>-4.1695137902240519E-4</c:v>
                </c:pt>
                <c:pt idx="136">
                  <c:v>-4.1194752618776422E-4</c:v>
                </c:pt>
                <c:pt idx="137">
                  <c:v>-3.8106692500573591E-4</c:v>
                </c:pt>
                <c:pt idx="138">
                  <c:v>-3.2624699615937659E-4</c:v>
                </c:pt>
                <c:pt idx="139">
                  <c:v>-2.5092899650483018E-4</c:v>
                </c:pt>
                <c:pt idx="140">
                  <c:v>-1.5984208217985661E-4</c:v>
                </c:pt>
                <c:pt idx="141">
                  <c:v>-5.8706452562165569E-5</c:v>
                </c:pt>
                <c:pt idx="142">
                  <c:v>4.6125794366213897E-5</c:v>
                </c:pt>
                <c:pt idx="143">
                  <c:v>1.4806954959719479E-4</c:v>
                </c:pt>
                <c:pt idx="144">
                  <c:v>2.4072027838077041E-4</c:v>
                </c:pt>
                <c:pt idx="145">
                  <c:v>3.1825633110125432E-4</c:v>
                </c:pt>
                <c:pt idx="146">
                  <c:v>3.7580471183916859E-4</c:v>
                </c:pt>
                <c:pt idx="147">
                  <c:v>4.0974732786245671E-4</c:v>
                </c:pt>
                <c:pt idx="148">
                  <c:v>4.1794847733777691E-4</c:v>
                </c:pt>
                <c:pt idx="149">
                  <c:v>3.9988927465718828E-4</c:v>
                </c:pt>
                <c:pt idx="150">
                  <c:v>3.5670055249872602E-4</c:v>
                </c:pt>
                <c:pt idx="151">
                  <c:v>2.9109215097626281E-4</c:v>
                </c:pt>
                <c:pt idx="152">
                  <c:v>2.071830081086023E-4</c:v>
                </c:pt>
                <c:pt idx="153">
                  <c:v>1.10242695054993E-4</c:v>
                </c:pt>
                <c:pt idx="154">
                  <c:v>6.3606033678929876E-6</c:v>
                </c:pt>
                <c:pt idx="155">
                  <c:v>-9.7936459638966623E-5</c:v>
                </c:pt>
                <c:pt idx="156">
                  <c:v>-1.960942633535558E-4</c:v>
                </c:pt>
                <c:pt idx="157">
                  <c:v>-2.8194298749557628E-4</c:v>
                </c:pt>
                <c:pt idx="158">
                  <c:v>-3.5008502342070318E-4</c:v>
                </c:pt>
                <c:pt idx="159">
                  <c:v>-3.9623436786203589E-4</c:v>
                </c:pt>
                <c:pt idx="160">
                  <c:v>-4.1748626440662253E-4</c:v>
                </c:pt>
                <c:pt idx="161">
                  <c:v>-4.1250012163759669E-4</c:v>
                </c:pt>
                <c:pt idx="162">
                  <c:v>-3.8158417988599469E-4</c:v>
                </c:pt>
                <c:pt idx="163">
                  <c:v>-3.2667656957172933E-4</c:v>
                </c:pt>
                <c:pt idx="164">
                  <c:v>-2.5122391537691372E-4</c:v>
                </c:pt>
                <c:pt idx="165">
                  <c:v>-1.599650822938051E-4</c:v>
                </c:pt>
                <c:pt idx="166">
                  <c:v>-5.8633626428179049E-5</c:v>
                </c:pt>
                <c:pt idx="167">
                  <c:v>4.6402370318725839E-5</c:v>
                </c:pt>
                <c:pt idx="168">
                  <c:v>1.4854045907158219E-4</c:v>
                </c:pt>
                <c:pt idx="169">
                  <c:v>2.4135883138557069E-4</c:v>
                </c:pt>
                <c:pt idx="170">
                  <c:v>3.190200883829669E-4</c:v>
                </c:pt>
                <c:pt idx="171">
                  <c:v>3.7663838311114068E-4</c:v>
                </c:pt>
                <c:pt idx="172">
                  <c:v>4.1058684288751142E-4</c:v>
                </c:pt>
                <c:pt idx="173">
                  <c:v>4.1872592647097741E-4</c:v>
                </c:pt>
                <c:pt idx="174">
                  <c:v>4.0053833589488849E-4</c:v>
                </c:pt>
                <c:pt idx="175">
                  <c:v>3.5716197244201758E-4</c:v>
                </c:pt>
                <c:pt idx="176">
                  <c:v>2.9131883208166073E-4</c:v>
                </c:pt>
                <c:pt idx="177">
                  <c:v>2.0714427614521879E-4</c:v>
                </c:pt>
                <c:pt idx="178">
                  <c:v>1.0992737785236971E-4</c:v>
                </c:pt>
                <c:pt idx="179">
                  <c:v>5.7786407975622144E-6</c:v>
                </c:pt>
                <c:pt idx="180">
                  <c:v>-9.8754040696348306E-5</c:v>
                </c:pt>
                <c:pt idx="181">
                  <c:v>-1.9709704580091691E-4</c:v>
                </c:pt>
                <c:pt idx="182">
                  <c:v>-2.8306443503524922E-4</c:v>
                </c:pt>
                <c:pt idx="183">
                  <c:v>-3.512471003882491E-4</c:v>
                </c:pt>
                <c:pt idx="184">
                  <c:v>-3.9735317137247901E-4</c:v>
                </c:pt>
                <c:pt idx="185">
                  <c:v>-4.1847824700460049E-4</c:v>
                </c:pt>
                <c:pt idx="186">
                  <c:v>-4.1328843036051252E-4</c:v>
                </c:pt>
                <c:pt idx="187">
                  <c:v>-3.8210462289666591E-4</c:v>
                </c:pt>
                <c:pt idx="188">
                  <c:v>-3.268827453225815E-4</c:v>
                </c:pt>
                <c:pt idx="189">
                  <c:v>-2.5109109925656179E-4</c:v>
                </c:pt>
                <c:pt idx="190">
                  <c:v>-1.5949255692472851E-4</c:v>
                </c:pt>
                <c:pt idx="191">
                  <c:v>-5.7845257497654688E-5</c:v>
                </c:pt>
                <c:pt idx="192">
                  <c:v>4.7459378924907938E-5</c:v>
                </c:pt>
                <c:pt idx="193">
                  <c:v>1.4979855898820631E-4</c:v>
                </c:pt>
                <c:pt idx="194">
                  <c:v>2.4273466730581381E-4</c:v>
                </c:pt>
                <c:pt idx="195">
                  <c:v>3.2042025682073441E-4</c:v>
                </c:pt>
                <c:pt idx="196">
                  <c:v>3.779659969024386E-4</c:v>
                </c:pt>
                <c:pt idx="197">
                  <c:v>4.1174842440334643E-4</c:v>
                </c:pt>
                <c:pt idx="198">
                  <c:v>4.1963812654028791E-4</c:v>
                </c:pt>
                <c:pt idx="199">
                  <c:v>4.0113398680755518E-4</c:v>
                </c:pt>
                <c:pt idx="200">
                  <c:v>3.5739503132112239E-4</c:v>
                </c:pt>
                <c:pt idx="201">
                  <c:v>2.9116785172851242E-4</c:v>
                </c:pt>
                <c:pt idx="202">
                  <c:v>2.066141477493084E-4</c:v>
                </c:pt>
                <c:pt idx="203">
                  <c:v>1.090492153611515E-4</c:v>
                </c:pt>
                <c:pt idx="204">
                  <c:v>4.6078109641587837E-6</c:v>
                </c:pt>
                <c:pt idx="205">
                  <c:v>-1.001416052033232E-4</c:v>
                </c:pt>
                <c:pt idx="206">
                  <c:v>-1.9860998993461389E-4</c:v>
                </c:pt>
                <c:pt idx="207">
                  <c:v>-2.8460221760331369E-4</c:v>
                </c:pt>
                <c:pt idx="208">
                  <c:v>-3.5270688197370001E-4</c:v>
                </c:pt>
                <c:pt idx="209">
                  <c:v>-3.9863686804025741E-4</c:v>
                </c:pt>
                <c:pt idx="210">
                  <c:v>-4.1949925433197322E-4</c:v>
                </c:pt>
                <c:pt idx="211">
                  <c:v>-4.1397754833240731E-4</c:v>
                </c:pt>
                <c:pt idx="212">
                  <c:v>-3.8241477118879178E-4</c:v>
                </c:pt>
                <c:pt idx="213">
                  <c:v>-3.2679214584913768E-4</c:v>
                </c:pt>
                <c:pt idx="214">
                  <c:v>-2.5060471254200367E-4</c:v>
                </c:pt>
                <c:pt idx="215">
                  <c:v>-1.5864168330480971E-4</c:v>
                </c:pt>
                <c:pt idx="216">
                  <c:v>-5.6685344132342858E-5</c:v>
                </c:pt>
                <c:pt idx="217">
                  <c:v>4.8852558848770028E-5</c:v>
                </c:pt>
                <c:pt idx="218">
                  <c:v>1.5133407704730529E-4</c:v>
                </c:pt>
                <c:pt idx="219">
                  <c:v>2.4431259274335012E-4</c:v>
                </c:pt>
                <c:pt idx="220">
                  <c:v>3.2193836040644798E-4</c:v>
                </c:pt>
                <c:pt idx="221">
                  <c:v>3.7932654198006308E-4</c:v>
                </c:pt>
                <c:pt idx="222">
                  <c:v>4.1286458171713403E-4</c:v>
                </c:pt>
                <c:pt idx="223">
                  <c:v>4.2043958278042769E-4</c:v>
                </c:pt>
                <c:pt idx="224">
                  <c:v>4.0157138010544959E-4</c:v>
                </c:pt>
                <c:pt idx="225">
                  <c:v>3.5744293435651043E-4</c:v>
                </c:pt>
                <c:pt idx="226">
                  <c:v>2.9082612751458531E-4</c:v>
                </c:pt>
                <c:pt idx="227">
                  <c:v>2.0590761711890699E-4</c:v>
                </c:pt>
                <c:pt idx="228">
                  <c:v>1.080256909747545E-4</c:v>
                </c:pt>
                <c:pt idx="229">
                  <c:v>3.3346621281438731E-6</c:v>
                </c:pt>
                <c:pt idx="230">
                  <c:v>-1.015820973650521E-4</c:v>
                </c:pt>
                <c:pt idx="231">
                  <c:v>-2.0012615286644161E-4</c:v>
                </c:pt>
                <c:pt idx="232">
                  <c:v>-2.8609899981386683E-4</c:v>
                </c:pt>
                <c:pt idx="233">
                  <c:v>-3.5409195233084559E-4</c:v>
                </c:pt>
                <c:pt idx="234">
                  <c:v>-3.9982640248015412E-4</c:v>
                </c:pt>
                <c:pt idx="235">
                  <c:v>-4.204230429407921E-4</c:v>
                </c:pt>
                <c:pt idx="236">
                  <c:v>-4.145831116199533E-4</c:v>
                </c:pt>
                <c:pt idx="237">
                  <c:v>-3.8267024922277468E-4</c:v>
                </c:pt>
                <c:pt idx="238">
                  <c:v>-3.2668781175126981E-4</c:v>
                </c:pt>
                <c:pt idx="239">
                  <c:v>-2.501530558381043E-4</c:v>
                </c:pt>
                <c:pt idx="240">
                  <c:v>-1.578761020240937E-4</c:v>
                </c:pt>
                <c:pt idx="241">
                  <c:v>-5.5657571387738467E-5</c:v>
                </c:pt>
                <c:pt idx="242">
                  <c:v>5.0076092757656773E-5</c:v>
                </c:pt>
                <c:pt idx="243">
                  <c:v>1.5267668616455359E-4</c:v>
                </c:pt>
                <c:pt idx="244">
                  <c:v>2.4569227848742978E-4</c:v>
                </c:pt>
                <c:pt idx="245">
                  <c:v>3.232729331067731E-4</c:v>
                </c:pt>
                <c:pt idx="246">
                  <c:v>3.8053859812805163E-4</c:v>
                </c:pt>
                <c:pt idx="247">
                  <c:v>4.138860345601833E-4</c:v>
                </c:pt>
                <c:pt idx="248">
                  <c:v>4.2121548222729858E-4</c:v>
                </c:pt>
                <c:pt idx="249">
                  <c:v>4.0206281094493898E-4</c:v>
                </c:pt>
              </c:numCache>
            </c:numRef>
          </c:xVal>
          <c:yVal>
            <c:numRef>
              <c:f>ref0p4_90min_v6_f40!$C$2:$C$251</c:f>
              <c:numCache>
                <c:formatCode>General</c:formatCode>
                <c:ptCount val="250"/>
                <c:pt idx="0">
                  <c:v>5.684431394901748E-4</c:v>
                </c:pt>
                <c:pt idx="1">
                  <c:v>3.1140232636628823E-4</c:v>
                </c:pt>
                <c:pt idx="2">
                  <c:v>3.4899890159295259E-5</c:v>
                </c:pt>
                <c:pt idx="3">
                  <c:v>-2.4365726713181579E-4</c:v>
                </c:pt>
                <c:pt idx="4">
                  <c:v>-5.0674000841609236E-4</c:v>
                </c:pt>
                <c:pt idx="5">
                  <c:v>-7.3780045818682056E-4</c:v>
                </c:pt>
                <c:pt idx="6">
                  <c:v>-9.2231332195803566E-4</c:v>
                </c:pt>
                <c:pt idx="7">
                  <c:v>-1.048689491429846E-3</c:v>
                </c:pt>
                <c:pt idx="8">
                  <c:v>-1.109004464577132E-3</c:v>
                </c:pt>
                <c:pt idx="9">
                  <c:v>-1.0994957820657451E-3</c:v>
                </c:pt>
                <c:pt idx="10">
                  <c:v>-1.020798232571424E-3</c:v>
                </c:pt>
                <c:pt idx="11">
                  <c:v>-8.7790209715910862E-4</c:v>
                </c:pt>
                <c:pt idx="12">
                  <c:v>-6.7983714358771288E-4</c:v>
                </c:pt>
                <c:pt idx="13">
                  <c:v>-4.3910234778873458E-4</c:v>
                </c:pt>
                <c:pt idx="14">
                  <c:v>-1.7087732714954771E-4</c:v>
                </c:pt>
                <c:pt idx="15">
                  <c:v>1.079347893906127E-4</c:v>
                </c:pt>
                <c:pt idx="16">
                  <c:v>3.7977272153523722E-4</c:v>
                </c:pt>
                <c:pt idx="17">
                  <c:v>6.2752348637487088E-4</c:v>
                </c:pt>
                <c:pt idx="18">
                  <c:v>8.3560021086868204E-4</c:v>
                </c:pt>
                <c:pt idx="19">
                  <c:v>9.9092339075089269E-4</c:v>
                </c:pt>
                <c:pt idx="20">
                  <c:v>1.083743768951773E-3</c:v>
                </c:pt>
                <c:pt idx="21">
                  <c:v>1.108254999799026E-3</c:v>
                </c:pt>
                <c:pt idx="22">
                  <c:v>1.0629575310187791E-3</c:v>
                </c:pt>
                <c:pt idx="23">
                  <c:v>9.5075083639620944E-4</c:v>
                </c:pt>
                <c:pt idx="24">
                  <c:v>7.7874827689861515E-4</c:v>
                </c:pt>
                <c:pt idx="25">
                  <c:v>5.5782637384862728E-4</c:v>
                </c:pt>
                <c:pt idx="26">
                  <c:v>3.019370378147933E-4</c:v>
                </c:pt>
                <c:pt idx="27">
                  <c:v>2.7226253098902489E-5</c:v>
                </c:pt>
                <c:pt idx="28">
                  <c:v>-2.4898507707476271E-4</c:v>
                </c:pt>
                <c:pt idx="29">
                  <c:v>-5.0929374248207936E-4</c:v>
                </c:pt>
                <c:pt idx="30">
                  <c:v>-7.3731131308707898E-4</c:v>
                </c:pt>
                <c:pt idx="31">
                  <c:v>-9.1869648413518874E-4</c:v>
                </c:pt>
                <c:pt idx="32">
                  <c:v>-1.0420576027900029E-3</c:v>
                </c:pt>
                <c:pt idx="33">
                  <c:v>-1.0996685492822701E-3</c:v>
                </c:pt>
                <c:pt idx="34">
                  <c:v>-1.087952969763082E-3</c:v>
                </c:pt>
                <c:pt idx="35">
                  <c:v>-1.00770650325083E-3</c:v>
                </c:pt>
                <c:pt idx="36">
                  <c:v>-8.6404318833516864E-4</c:v>
                </c:pt>
                <c:pt idx="37">
                  <c:v>-6.660696371033598E-4</c:v>
                </c:pt>
                <c:pt idx="38">
                  <c:v>-4.263077289357695E-4</c:v>
                </c:pt>
                <c:pt idx="39">
                  <c:v>-1.5990242298598829E-4</c:v>
                </c:pt>
                <c:pt idx="40">
                  <c:v>1.1633518441397951E-4</c:v>
                </c:pt>
                <c:pt idx="41">
                  <c:v>3.8498907526159001E-4</c:v>
                </c:pt>
                <c:pt idx="42">
                  <c:v>6.2913678306695153E-4</c:v>
                </c:pt>
                <c:pt idx="43">
                  <c:v>8.3341580720907758E-4</c:v>
                </c:pt>
                <c:pt idx="44">
                  <c:v>9.8499072548751147E-4</c:v>
                </c:pt>
                <c:pt idx="45">
                  <c:v>1.0743600787967271E-3</c:v>
                </c:pt>
                <c:pt idx="46">
                  <c:v>1.0959522625117049E-3</c:v>
                </c:pt>
                <c:pt idx="47">
                  <c:v>1.048473018858887E-3</c:v>
                </c:pt>
                <c:pt idx="48">
                  <c:v>9.3498283499603033E-4</c:v>
                </c:pt>
                <c:pt idx="49">
                  <c:v>7.62699619443854E-4</c:v>
                </c:pt>
                <c:pt idx="50">
                  <c:v>5.4253937837376372E-4</c:v>
                </c:pt>
                <c:pt idx="51">
                  <c:v>2.8842414557073961E-4</c:v>
                </c:pt>
                <c:pt idx="52">
                  <c:v>1.6401089322249928E-5</c:v>
                </c:pt>
                <c:pt idx="53">
                  <c:v>-2.5637140266371777E-4</c:v>
                </c:pt>
                <c:pt idx="54">
                  <c:v>-5.127065283670421E-4</c:v>
                </c:pt>
                <c:pt idx="55">
                  <c:v>-7.3647237542560755E-4</c:v>
                </c:pt>
                <c:pt idx="56">
                  <c:v>-9.1360740176070748E-4</c:v>
                </c:pt>
                <c:pt idx="57">
                  <c:v>-1.033004150843715E-3</c:v>
                </c:pt>
                <c:pt idx="58">
                  <c:v>-1.087205664777241E-3</c:v>
                </c:pt>
                <c:pt idx="59">
                  <c:v>-1.072870949968758E-3</c:v>
                </c:pt>
                <c:pt idx="60">
                  <c:v>-9.9098047292695761E-4</c:v>
                </c:pt>
                <c:pt idx="61">
                  <c:v>-8.4676909079362418E-4</c:v>
                </c:pt>
                <c:pt idx="62">
                  <c:v>-6.4939101429656071E-4</c:v>
                </c:pt>
                <c:pt idx="63">
                  <c:v>-4.1133827836280939E-4</c:v>
                </c:pt>
                <c:pt idx="64">
                  <c:v>-1.4764969562747421E-4</c:v>
                </c:pt>
                <c:pt idx="65">
                  <c:v>1.250395857909535E-4</c:v>
                </c:pt>
                <c:pt idx="66">
                  <c:v>3.8954783065201968E-4</c:v>
                </c:pt>
                <c:pt idx="67">
                  <c:v>6.2922951243582546E-4</c:v>
                </c:pt>
                <c:pt idx="68">
                  <c:v>8.2902290920177063E-4</c:v>
                </c:pt>
                <c:pt idx="69">
                  <c:v>9.7639656086060669E-4</c:v>
                </c:pt>
                <c:pt idx="70">
                  <c:v>1.0621351063786809E-3</c:v>
                </c:pt>
                <c:pt idx="71">
                  <c:v>1.080915218754335E-3</c:v>
                </c:pt>
                <c:pt idx="72">
                  <c:v>1.031635652223794E-3</c:v>
                </c:pt>
                <c:pt idx="73">
                  <c:v>9.1748096277261665E-4</c:v>
                </c:pt>
                <c:pt idx="74">
                  <c:v>7.4571527326585405E-4</c:v>
                </c:pt>
                <c:pt idx="75">
                  <c:v>5.27219469560785E-4</c:v>
                </c:pt>
                <c:pt idx="76">
                  <c:v>2.7580135997327211E-4</c:v>
                </c:pt>
                <c:pt idx="77">
                  <c:v>7.3225870138017974E-6</c:v>
                </c:pt>
                <c:pt idx="78">
                  <c:v>-2.6130244901282902E-4</c:v>
                </c:pt>
                <c:pt idx="79">
                  <c:v>-5.1317242786698685E-4</c:v>
                </c:pt>
                <c:pt idx="80">
                  <c:v>-7.3246251268880712E-4</c:v>
                </c:pt>
                <c:pt idx="81">
                  <c:v>-9.054183946410366E-4</c:v>
                </c:pt>
                <c:pt idx="82">
                  <c:v>-1.0212185471357501E-3</c:v>
                </c:pt>
                <c:pt idx="83">
                  <c:v>-1.0726506754658029E-3</c:v>
                </c:pt>
                <c:pt idx="84">
                  <c:v>-1.056560140693621E-3</c:v>
                </c:pt>
                <c:pt idx="85">
                  <c:v>-9.7404255248090537E-4</c:v>
                </c:pt>
                <c:pt idx="86">
                  <c:v>-8.3036885545629646E-4</c:v>
                </c:pt>
                <c:pt idx="87">
                  <c:v>-6.3464806262941275E-4</c:v>
                </c:pt>
                <c:pt idx="88">
                  <c:v>-3.9924926154183291E-4</c:v>
                </c:pt>
                <c:pt idx="89">
                  <c:v>-1.3901960262800229E-4</c:v>
                </c:pt>
                <c:pt idx="90">
                  <c:v>1.2965227036680529E-4</c:v>
                </c:pt>
                <c:pt idx="91">
                  <c:v>3.8986826676203068E-4</c:v>
                </c:pt>
                <c:pt idx="92">
                  <c:v>6.2528339451929855E-4</c:v>
                </c:pt>
                <c:pt idx="93">
                  <c:v>8.211320170361323E-4</c:v>
                </c:pt>
                <c:pt idx="94">
                  <c:v>9.6515341594933211E-4</c:v>
                </c:pt>
                <c:pt idx="95">
                  <c:v>1.0483586783291391E-3</c:v>
                </c:pt>
                <c:pt idx="96">
                  <c:v>1.0655909848183141E-3</c:v>
                </c:pt>
                <c:pt idx="97">
                  <c:v>1.015844428174684E-3</c:v>
                </c:pt>
                <c:pt idx="98">
                  <c:v>9.0232170850061417E-4</c:v>
                </c:pt>
                <c:pt idx="99">
                  <c:v>7.3222747333879482E-4</c:v>
                </c:pt>
                <c:pt idx="100">
                  <c:v>5.1631067147124001E-4</c:v>
                </c:pt>
                <c:pt idx="101">
                  <c:v>2.6818502727153848E-4</c:v>
                </c:pt>
                <c:pt idx="102">
                  <c:v>3.4706266977684851E-6</c:v>
                </c:pt>
                <c:pt idx="103">
                  <c:v>-2.6118923500888903E-4</c:v>
                </c:pt>
                <c:pt idx="104">
                  <c:v>-5.091740576997002E-4</c:v>
                </c:pt>
                <c:pt idx="105">
                  <c:v>-7.2492927186378043E-4</c:v>
                </c:pt>
                <c:pt idx="106">
                  <c:v>-8.9494108160032687E-4</c:v>
                </c:pt>
                <c:pt idx="107">
                  <c:v>-1.00858199097786E-3</c:v>
                </c:pt>
                <c:pt idx="108">
                  <c:v>-1.058774202235536E-3</c:v>
                </c:pt>
                <c:pt idx="109">
                  <c:v>-1.0424295713447049E-3</c:v>
                </c:pt>
                <c:pt idx="110">
                  <c:v>-9.6063886195082602E-4</c:v>
                </c:pt>
                <c:pt idx="111">
                  <c:v>-8.1859877238895913E-4</c:v>
                </c:pt>
                <c:pt idx="112">
                  <c:v>-6.2528163970926179E-4</c:v>
                </c:pt>
                <c:pt idx="113">
                  <c:v>-3.9286882357838192E-4</c:v>
                </c:pt>
                <c:pt idx="114">
                  <c:v>-1.359835356034375E-4</c:v>
                </c:pt>
                <c:pt idx="115">
                  <c:v>1.292286126822025E-4</c:v>
                </c:pt>
                <c:pt idx="116">
                  <c:v>3.8611359275143441E-4</c:v>
                </c:pt>
                <c:pt idx="117">
                  <c:v>6.18553865824248E-4</c:v>
                </c:pt>
                <c:pt idx="118">
                  <c:v>8.1197873428990458E-4</c:v>
                </c:pt>
                <c:pt idx="119">
                  <c:v>9.542768821502116E-4</c:v>
                </c:pt>
                <c:pt idx="120">
                  <c:v>1.0365540228998149E-3</c:v>
                </c:pt>
                <c:pt idx="121">
                  <c:v>1.053688311746389E-3</c:v>
                </c:pt>
                <c:pt idx="122">
                  <c:v>1.004648874623873E-3</c:v>
                </c:pt>
                <c:pt idx="123">
                  <c:v>8.9255766240606857E-4</c:v>
                </c:pt>
                <c:pt idx="124">
                  <c:v>7.2449092393378825E-4</c:v>
                </c:pt>
                <c:pt idx="125">
                  <c:v>5.1103290248261666E-4</c:v>
                </c:pt>
                <c:pt idx="126">
                  <c:v>2.6560987635575038E-4</c:v>
                </c:pt>
                <c:pt idx="127">
                  <c:v>3.6464102221888739E-6</c:v>
                </c:pt>
                <c:pt idx="128">
                  <c:v>-2.584032034322438E-4</c:v>
                </c:pt>
                <c:pt idx="129">
                  <c:v>-5.0408755007898254E-4</c:v>
                </c:pt>
                <c:pt idx="130">
                  <c:v>-7.1799001240975611E-4</c:v>
                </c:pt>
                <c:pt idx="131">
                  <c:v>-8.8669535136562307E-4</c:v>
                </c:pt>
                <c:pt idx="132">
                  <c:v>-9.9963042292373124E-4</c:v>
                </c:pt>
                <c:pt idx="133">
                  <c:v>-1.0497264123177029E-3</c:v>
                </c:pt>
                <c:pt idx="134">
                  <c:v>-1.033861158413783E-3</c:v>
                </c:pt>
                <c:pt idx="135">
                  <c:v>-9.5305391482694395E-4</c:v>
                </c:pt>
                <c:pt idx="136">
                  <c:v>-8.1240039097867057E-4</c:v>
                </c:pt>
                <c:pt idx="137">
                  <c:v>-6.2075217073280563E-4</c:v>
                </c:pt>
                <c:pt idx="138">
                  <c:v>-3.9016060913846712E-4</c:v>
                </c:pt>
                <c:pt idx="139">
                  <c:v>-1.3512006131140899E-4</c:v>
                </c:pt>
                <c:pt idx="140">
                  <c:v>1.2834212519722161E-4</c:v>
                </c:pt>
                <c:pt idx="141">
                  <c:v>3.8367181351959759E-4</c:v>
                </c:pt>
                <c:pt idx="142">
                  <c:v>6.1482739397566988E-4</c:v>
                </c:pt>
                <c:pt idx="143">
                  <c:v>8.072870350183005E-4</c:v>
                </c:pt>
                <c:pt idx="144">
                  <c:v>9.4896067037363626E-4</c:v>
                </c:pt>
                <c:pt idx="145">
                  <c:v>1.030949465768591E-3</c:v>
                </c:pt>
                <c:pt idx="146">
                  <c:v>1.0481050474354641E-3</c:v>
                </c:pt>
                <c:pt idx="147">
                  <c:v>9.9935331640876738E-4</c:v>
                </c:pt>
                <c:pt idx="148">
                  <c:v>8.8776242942386946E-4</c:v>
                </c:pt>
                <c:pt idx="149">
                  <c:v>7.2035057530837432E-4</c:v>
                </c:pt>
                <c:pt idx="150">
                  <c:v>5.0764551491677429E-4</c:v>
                </c:pt>
                <c:pt idx="151">
                  <c:v>2.6302345779814421E-4</c:v>
                </c:pt>
                <c:pt idx="152">
                  <c:v>1.8687336802452109E-6</c:v>
                </c:pt>
                <c:pt idx="153">
                  <c:v>-2.5939299702889038E-4</c:v>
                </c:pt>
                <c:pt idx="154">
                  <c:v>-5.0432727576350019E-4</c:v>
                </c:pt>
                <c:pt idx="155">
                  <c:v>-7.1752424339791932E-4</c:v>
                </c:pt>
                <c:pt idx="156">
                  <c:v>-8.8556794122473636E-4</c:v>
                </c:pt>
                <c:pt idx="157">
                  <c:v>-9.9788055776340906E-4</c:v>
                </c:pt>
                <c:pt idx="158">
                  <c:v>-1.0473885033662209E-3</c:v>
                </c:pt>
                <c:pt idx="159">
                  <c:v>-1.030968367062444E-3</c:v>
                </c:pt>
                <c:pt idx="160">
                  <c:v>-9.4964461420731308E-4</c:v>
                </c:pt>
                <c:pt idx="161">
                  <c:v>-8.0852646426354173E-4</c:v>
                </c:pt>
                <c:pt idx="162">
                  <c:v>-6.1648777426119865E-4</c:v>
                </c:pt>
                <c:pt idx="163">
                  <c:v>-3.8560991553884089E-4</c:v>
                </c:pt>
                <c:pt idx="164">
                  <c:v>-1.3042255136859381E-4</c:v>
                </c:pt>
                <c:pt idx="165">
                  <c:v>1.3301003867500339E-4</c:v>
                </c:pt>
                <c:pt idx="166">
                  <c:v>3.8809968805494167E-4</c:v>
                </c:pt>
                <c:pt idx="167">
                  <c:v>6.187785744692384E-4</c:v>
                </c:pt>
                <c:pt idx="168">
                  <c:v>8.1051124063717802E-4</c:v>
                </c:pt>
                <c:pt idx="169">
                  <c:v>9.5121066249167715E-4</c:v>
                </c:pt>
                <c:pt idx="170">
                  <c:v>1.0320006048049829E-3</c:v>
                </c:pt>
                <c:pt idx="171">
                  <c:v>1.0477761323260081E-3</c:v>
                </c:pt>
                <c:pt idx="172">
                  <c:v>9.9752682052002485E-4</c:v>
                </c:pt>
                <c:pt idx="173">
                  <c:v>8.8440213616263635E-4</c:v>
                </c:pt>
                <c:pt idx="174">
                  <c:v>7.1551469364414602E-4</c:v>
                </c:pt>
                <c:pt idx="175">
                  <c:v>5.0149361951723568E-4</c:v>
                </c:pt>
                <c:pt idx="176">
                  <c:v>2.5581603551949492E-4</c:v>
                </c:pt>
                <c:pt idx="177">
                  <c:v>-6.0413035906356514E-6</c:v>
                </c:pt>
                <c:pt idx="178">
                  <c:v>-2.6757680331481398E-4</c:v>
                </c:pt>
                <c:pt idx="179">
                  <c:v>-5.1230383607471595E-4</c:v>
                </c:pt>
                <c:pt idx="180">
                  <c:v>-7.2479001842198204E-4</c:v>
                </c:pt>
                <c:pt idx="181">
                  <c:v>-8.9163042703292977E-4</c:v>
                </c:pt>
                <c:pt idx="182">
                  <c:v>-1.0022933688439721E-3</c:v>
                </c:pt>
                <c:pt idx="183">
                  <c:v>-1.049785340246143E-3</c:v>
                </c:pt>
                <c:pt idx="184">
                  <c:v>-1.031093191615132E-3</c:v>
                </c:pt>
                <c:pt idx="185">
                  <c:v>-9.4737553864711354E-4</c:v>
                </c:pt>
                <c:pt idx="186">
                  <c:v>-8.0389125057800034E-4</c:v>
                </c:pt>
                <c:pt idx="187">
                  <c:v>-6.0966940812904669E-4</c:v>
                </c:pt>
                <c:pt idx="188">
                  <c:v>-3.7694142213775622E-4</c:v>
                </c:pt>
                <c:pt idx="189">
                  <c:v>-1.203710082409574E-4</c:v>
                </c:pt>
                <c:pt idx="190">
                  <c:v>1.4386952592504329E-4</c:v>
                </c:pt>
                <c:pt idx="191">
                  <c:v>3.9911851048606928E-4</c:v>
                </c:pt>
                <c:pt idx="192">
                  <c:v>6.2927543452385385E-4</c:v>
                </c:pt>
                <c:pt idx="193">
                  <c:v>8.1981652197144752E-4</c:v>
                </c:pt>
                <c:pt idx="194">
                  <c:v>9.5871128925312666E-4</c:v>
                </c:pt>
                <c:pt idx="195">
                  <c:v>1.037182219983619E-3</c:v>
                </c:pt>
                <c:pt idx="196">
                  <c:v>1.0502595596937889E-3</c:v>
                </c:pt>
                <c:pt idx="197">
                  <c:v>9.9709613985610374E-4</c:v>
                </c:pt>
                <c:pt idx="198">
                  <c:v>8.8102226808049939E-4</c:v>
                </c:pt>
                <c:pt idx="199">
                  <c:v>7.093371156650975E-4</c:v>
                </c:pt>
                <c:pt idx="200">
                  <c:v>4.9284966402272966E-4</c:v>
                </c:pt>
                <c:pt idx="201">
                  <c:v>2.4519808863458792E-4</c:v>
                </c:pt>
                <c:pt idx="202">
                  <c:v>-1.8009538723570009E-5</c:v>
                </c:pt>
                <c:pt idx="203">
                  <c:v>-2.8017905100814679E-4</c:v>
                </c:pt>
                <c:pt idx="204">
                  <c:v>-5.2477643920895958E-4</c:v>
                </c:pt>
                <c:pt idx="205">
                  <c:v>-7.3637055993783414E-4</c:v>
                </c:pt>
                <c:pt idx="206">
                  <c:v>-9.0160652309784022E-4</c:v>
                </c:pt>
                <c:pt idx="207">
                  <c:v>-1.0100483608963681E-3</c:v>
                </c:pt>
                <c:pt idx="208">
                  <c:v>-1.0548378263710999E-3</c:v>
                </c:pt>
                <c:pt idx="209">
                  <c:v>-1.033127764425761E-3</c:v>
                </c:pt>
                <c:pt idx="210">
                  <c:v>-9.4626270827766516E-4</c:v>
                </c:pt>
                <c:pt idx="211">
                  <c:v>-7.9969528210314695E-4</c:v>
                </c:pt>
                <c:pt idx="212">
                  <c:v>-6.0264363441029679E-4</c:v>
                </c:pt>
                <c:pt idx="213">
                  <c:v>-3.6751144248637512E-4</c:v>
                </c:pt>
                <c:pt idx="214">
                  <c:v>-1.0910699056704849E-4</c:v>
                </c:pt>
                <c:pt idx="215">
                  <c:v>1.562895090468903E-4</c:v>
                </c:pt>
                <c:pt idx="216">
                  <c:v>4.1195160907048141E-4</c:v>
                </c:pt>
                <c:pt idx="217">
                  <c:v>6.4176071557311379E-4</c:v>
                </c:pt>
                <c:pt idx="218">
                  <c:v>8.3122214647078489E-4</c:v>
                </c:pt>
                <c:pt idx="219">
                  <c:v>9.6837911340327018E-4</c:v>
                </c:pt>
                <c:pt idx="220">
                  <c:v>1.0445669947590961E-3</c:v>
                </c:pt>
                <c:pt idx="221">
                  <c:v>1.054960317869194E-3</c:v>
                </c:pt>
                <c:pt idx="222">
                  <c:v>9.9887792445490305E-4</c:v>
                </c:pt>
                <c:pt idx="223">
                  <c:v>8.7982703195711633E-4</c:v>
                </c:pt>
                <c:pt idx="224">
                  <c:v>7.0528336249112698E-4</c:v>
                </c:pt>
                <c:pt idx="225">
                  <c:v>4.8622115368396302E-4</c:v>
                </c:pt>
                <c:pt idx="226">
                  <c:v>2.364226400509647E-4</c:v>
                </c:pt>
                <c:pt idx="227">
                  <c:v>-2.83894978784147E-5</c:v>
                </c:pt>
                <c:pt idx="228">
                  <c:v>-2.9154205542876048E-4</c:v>
                </c:pt>
                <c:pt idx="229">
                  <c:v>-5.3646122426461655E-4</c:v>
                </c:pt>
                <c:pt idx="230">
                  <c:v>-7.4771636832802601E-4</c:v>
                </c:pt>
                <c:pt idx="231">
                  <c:v>-9.1199191261299767E-4</c:v>
                </c:pt>
                <c:pt idx="232">
                  <c:v>-1.0189261443594149E-3</c:v>
                </c:pt>
                <c:pt idx="233">
                  <c:v>-1.061764122549984E-3</c:v>
                </c:pt>
                <c:pt idx="234">
                  <c:v>-1.0377836080907399E-3</c:v>
                </c:pt>
                <c:pt idx="235">
                  <c:v>-9.484672205356732E-4</c:v>
                </c:pt>
                <c:pt idx="236">
                  <c:v>-7.994099961837549E-4</c:v>
                </c:pt>
                <c:pt idx="237">
                  <c:v>-5.9996816483075352E-4</c:v>
                </c:pt>
                <c:pt idx="238">
                  <c:v>-3.6267123652111629E-4</c:v>
                </c:pt>
                <c:pt idx="239">
                  <c:v>-1.024343728682913E-4</c:v>
                </c:pt>
                <c:pt idx="240">
                  <c:v>1.6437942623698471E-4</c:v>
                </c:pt>
                <c:pt idx="241">
                  <c:v>4.2098834683089822E-4</c:v>
                </c:pt>
                <c:pt idx="242">
                  <c:v>6.5124728455205204E-4</c:v>
                </c:pt>
                <c:pt idx="243">
                  <c:v>8.4066348477200776E-4</c:v>
                </c:pt>
                <c:pt idx="244">
                  <c:v>9.7730841601336447E-4</c:v>
                </c:pt>
                <c:pt idx="245">
                  <c:v>1.052568510237254E-3</c:v>
                </c:pt>
                <c:pt idx="246">
                  <c:v>1.061687532510576E-3</c:v>
                </c:pt>
                <c:pt idx="247">
                  <c:v>1.0040664476184879E-3</c:v>
                </c:pt>
                <c:pt idx="248">
                  <c:v>8.8330190391135936E-4</c:v>
                </c:pt>
                <c:pt idx="249">
                  <c:v>7.0696089490848723E-4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61AE-4AD7-AC66-B8874FAF743B}"/>
            </c:ext>
          </c:extLst>
        </c:ser>
        <c:ser>
          <c:idx val="5"/>
          <c:order val="5"/>
          <c:tx>
            <c:v>50 Hz</c:v>
          </c:tx>
          <c:spPr>
            <a:ln w="12700" cap="rnd" cmpd="sng" algn="ctr">
              <a:solidFill>
                <a:schemeClr val="accent1">
                  <a:tint val="50000"/>
                  <a:shade val="95000"/>
                  <a:satMod val="105000"/>
                </a:schemeClr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ref0p4_90min_v6_f50!$A$2:$A$251</c:f>
              <c:numCache>
                <c:formatCode>General</c:formatCode>
                <c:ptCount val="250"/>
                <c:pt idx="0">
                  <c:v>-4.4082578641707702E-4</c:v>
                </c:pt>
                <c:pt idx="1">
                  <c:v>-4.4237259484226021E-4</c:v>
                </c:pt>
                <c:pt idx="2">
                  <c:v>-4.0061192972096931E-4</c:v>
                </c:pt>
                <c:pt idx="3">
                  <c:v>-3.1964082424228298E-4</c:v>
                </c:pt>
                <c:pt idx="4">
                  <c:v>-2.0739421191884059E-4</c:v>
                </c:pt>
                <c:pt idx="5">
                  <c:v>-7.4867347942408961E-5</c:v>
                </c:pt>
                <c:pt idx="6">
                  <c:v>6.4961227574023364E-5</c:v>
                </c:pt>
                <c:pt idx="7">
                  <c:v>1.984006799088245E-4</c:v>
                </c:pt>
                <c:pt idx="8">
                  <c:v>3.1238835325935209E-4</c:v>
                </c:pt>
                <c:pt idx="9">
                  <c:v>3.9576848147587703E-4</c:v>
                </c:pt>
                <c:pt idx="10">
                  <c:v>4.4038396499131258E-4</c:v>
                </c:pt>
                <c:pt idx="11">
                  <c:v>4.4187437077084592E-4</c:v>
                </c:pt>
                <c:pt idx="12">
                  <c:v>4.0010209483064832E-4</c:v>
                </c:pt>
                <c:pt idx="13">
                  <c:v>3.1916504335989879E-4</c:v>
                </c:pt>
                <c:pt idx="14">
                  <c:v>2.069946721193506E-4</c:v>
                </c:pt>
                <c:pt idx="15">
                  <c:v>7.4578811939036109E-5</c:v>
                </c:pt>
                <c:pt idx="16">
                  <c:v>-6.511457104805414E-5</c:v>
                </c:pt>
                <c:pt idx="17">
                  <c:v>-1.9840727141390749E-4</c:v>
                </c:pt>
                <c:pt idx="18">
                  <c:v>-3.1225005033489291E-4</c:v>
                </c:pt>
                <c:pt idx="19">
                  <c:v>-3.955000425748716E-4</c:v>
                </c:pt>
                <c:pt idx="20">
                  <c:v>-4.4001132796692822E-4</c:v>
                </c:pt>
                <c:pt idx="21">
                  <c:v>-4.4143194108249659E-4</c:v>
                </c:pt>
                <c:pt idx="22">
                  <c:v>-3.9962934664731982E-4</c:v>
                </c:pt>
                <c:pt idx="23">
                  <c:v>-3.1870278939278299E-4</c:v>
                </c:pt>
                <c:pt idx="24">
                  <c:v>-2.0658137309232641E-4</c:v>
                </c:pt>
                <c:pt idx="25">
                  <c:v>-7.4247274946084396E-5</c:v>
                </c:pt>
                <c:pt idx="26">
                  <c:v>6.5339811061862385E-5</c:v>
                </c:pt>
                <c:pt idx="27">
                  <c:v>1.9851167506712981E-4</c:v>
                </c:pt>
                <c:pt idx="28">
                  <c:v>3.1222979068109668E-4</c:v>
                </c:pt>
                <c:pt idx="29">
                  <c:v>3.9536171163664978E-4</c:v>
                </c:pt>
                <c:pt idx="30">
                  <c:v>4.3977073192794921E-4</c:v>
                </c:pt>
                <c:pt idx="31">
                  <c:v>4.4111216979496331E-4</c:v>
                </c:pt>
                <c:pt idx="32">
                  <c:v>3.9925836401371841E-4</c:v>
                </c:pt>
                <c:pt idx="33">
                  <c:v>3.1831081947367602E-4</c:v>
                </c:pt>
                <c:pt idx="34">
                  <c:v>2.0619835006585789E-4</c:v>
                </c:pt>
                <c:pt idx="35">
                  <c:v>7.3900586350759783E-5</c:v>
                </c:pt>
                <c:pt idx="36">
                  <c:v>-6.5627120943887663E-5</c:v>
                </c:pt>
                <c:pt idx="37">
                  <c:v>-1.9872214971872911E-4</c:v>
                </c:pt>
                <c:pt idx="38">
                  <c:v>-3.1235223632929192E-4</c:v>
                </c:pt>
                <c:pt idx="39">
                  <c:v>-3.953913484312663E-4</c:v>
                </c:pt>
                <c:pt idx="40">
                  <c:v>-4.3970891124892422E-4</c:v>
                </c:pt>
                <c:pt idx="41">
                  <c:v>-4.409657694881656E-4</c:v>
                </c:pt>
                <c:pt idx="42">
                  <c:v>-3.990389737506798E-4</c:v>
                </c:pt>
                <c:pt idx="43">
                  <c:v>-3.1803381190958222E-4</c:v>
                </c:pt>
                <c:pt idx="44">
                  <c:v>-2.0588190690000921E-4</c:v>
                </c:pt>
                <c:pt idx="45">
                  <c:v>-7.3564719243431485E-5</c:v>
                </c:pt>
                <c:pt idx="46">
                  <c:v>6.5961539720087986E-5</c:v>
                </c:pt>
                <c:pt idx="47">
                  <c:v>1.9903434837532171E-4</c:v>
                </c:pt>
                <c:pt idx="48">
                  <c:v>3.1262250366635778E-4</c:v>
                </c:pt>
                <c:pt idx="49">
                  <c:v>3.9560199603441048E-4</c:v>
                </c:pt>
                <c:pt idx="50">
                  <c:v>4.398452287926843E-4</c:v>
                </c:pt>
                <c:pt idx="51">
                  <c:v>4.4101694678600557E-4</c:v>
                </c:pt>
                <c:pt idx="52">
                  <c:v>3.9899894336410088E-4</c:v>
                </c:pt>
                <c:pt idx="53">
                  <c:v>3.1790194707596549E-4</c:v>
                </c:pt>
                <c:pt idx="54">
                  <c:v>2.0566349501632391E-4</c:v>
                </c:pt>
                <c:pt idx="55">
                  <c:v>7.3271125177072982E-5</c:v>
                </c:pt>
                <c:pt idx="56">
                  <c:v>-6.6313100230112228E-5</c:v>
                </c:pt>
                <c:pt idx="57">
                  <c:v>-1.99421485243339E-4</c:v>
                </c:pt>
                <c:pt idx="58">
                  <c:v>-3.1301880559596752E-4</c:v>
                </c:pt>
                <c:pt idx="59">
                  <c:v>-3.9597864169253121E-4</c:v>
                </c:pt>
                <c:pt idx="60">
                  <c:v>-4.4017298377785092E-4</c:v>
                </c:pt>
                <c:pt idx="61">
                  <c:v>-4.4126841835862018E-4</c:v>
                </c:pt>
                <c:pt idx="62">
                  <c:v>-3.9915091597978391E-4</c:v>
                </c:pt>
                <c:pt idx="63">
                  <c:v>-3.1793758890763909E-4</c:v>
                </c:pt>
                <c:pt idx="64">
                  <c:v>-2.055742150335806E-4</c:v>
                </c:pt>
                <c:pt idx="65">
                  <c:v>-7.3057873886120289E-5</c:v>
                </c:pt>
                <c:pt idx="66">
                  <c:v>6.6639256639197642E-5</c:v>
                </c:pt>
                <c:pt idx="67">
                  <c:v>1.9983963049036179E-4</c:v>
                </c:pt>
                <c:pt idx="68">
                  <c:v>3.1349931878394999E-4</c:v>
                </c:pt>
                <c:pt idx="69">
                  <c:v>3.9648518106589358E-4</c:v>
                </c:pt>
                <c:pt idx="70">
                  <c:v>4.4066518562647049E-4</c:v>
                </c:pt>
                <c:pt idx="71">
                  <c:v>4.4170511485858388E-4</c:v>
                </c:pt>
                <c:pt idx="72">
                  <c:v>3.9949361715622159E-4</c:v>
                </c:pt>
                <c:pt idx="73">
                  <c:v>3.1815393402369221E-4</c:v>
                </c:pt>
                <c:pt idx="74">
                  <c:v>2.056410817003176E-4</c:v>
                </c:pt>
                <c:pt idx="75">
                  <c:v>7.2963843179791991E-5</c:v>
                </c:pt>
                <c:pt idx="76">
                  <c:v>-6.6892341555582817E-5</c:v>
                </c:pt>
                <c:pt idx="77">
                  <c:v>-2.002362076085672E-4</c:v>
                </c:pt>
                <c:pt idx="78">
                  <c:v>-3.1401085719339508E-4</c:v>
                </c:pt>
                <c:pt idx="79">
                  <c:v>-3.9707213517738382E-4</c:v>
                </c:pt>
                <c:pt idx="80">
                  <c:v>-4.4128003581551798E-4</c:v>
                </c:pt>
                <c:pt idx="81">
                  <c:v>-4.4229626407008579E-4</c:v>
                </c:pt>
                <c:pt idx="82">
                  <c:v>-4.0000981651871321E-4</c:v>
                </c:pt>
                <c:pt idx="83">
                  <c:v>-3.1854884323190052E-4</c:v>
                </c:pt>
                <c:pt idx="84">
                  <c:v>-2.05877541324391E-4</c:v>
                </c:pt>
                <c:pt idx="85">
                  <c:v>-7.3017450054450327E-5</c:v>
                </c:pt>
                <c:pt idx="86">
                  <c:v>6.7030709380432054E-5</c:v>
                </c:pt>
                <c:pt idx="87">
                  <c:v>2.0055917841102421E-4</c:v>
                </c:pt>
                <c:pt idx="88">
                  <c:v>3.144948087257222E-4</c:v>
                </c:pt>
                <c:pt idx="89">
                  <c:v>3.9767890215765462E-4</c:v>
                </c:pt>
                <c:pt idx="90">
                  <c:v>4.4195995498325438E-4</c:v>
                </c:pt>
                <c:pt idx="91">
                  <c:v>4.4299230684956688E-4</c:v>
                </c:pt>
                <c:pt idx="92">
                  <c:v>4.0066245866624928E-4</c:v>
                </c:pt>
                <c:pt idx="93">
                  <c:v>3.1910124972391068E-4</c:v>
                </c:pt>
                <c:pt idx="94">
                  <c:v>2.0628060892886511E-4</c:v>
                </c:pt>
                <c:pt idx="95">
                  <c:v>7.3234254006250668E-5</c:v>
                </c:pt>
                <c:pt idx="96">
                  <c:v>-6.7021473247785368E-5</c:v>
                </c:pt>
                <c:pt idx="97">
                  <c:v>-2.007610821508314E-4</c:v>
                </c:pt>
                <c:pt idx="98">
                  <c:v>-3.1489312401452191E-4</c:v>
                </c:pt>
                <c:pt idx="99">
                  <c:v>-3.9824165243476677E-4</c:v>
                </c:pt>
                <c:pt idx="100">
                  <c:v>-4.4264051835914728E-4</c:v>
                </c:pt>
                <c:pt idx="101">
                  <c:v>-4.4373335532826418E-4</c:v>
                </c:pt>
                <c:pt idx="102">
                  <c:v>-4.0140089158379242E-4</c:v>
                </c:pt>
                <c:pt idx="103">
                  <c:v>-3.1977368319029901E-4</c:v>
                </c:pt>
                <c:pt idx="104">
                  <c:v>-2.06828928741083E-4</c:v>
                </c:pt>
                <c:pt idx="105">
                  <c:v>-7.3610731992430342E-5</c:v>
                </c:pt>
                <c:pt idx="106">
                  <c:v>6.6849959830440276E-5</c:v>
                </c:pt>
                <c:pt idx="107">
                  <c:v>2.0081010577242681E-4</c:v>
                </c:pt>
                <c:pt idx="108">
                  <c:v>3.1515929707508802E-4</c:v>
                </c:pt>
                <c:pt idx="109">
                  <c:v>3.987028741378975E-4</c:v>
                </c:pt>
                <c:pt idx="110">
                  <c:v>4.4325785329056458E-4</c:v>
                </c:pt>
                <c:pt idx="111">
                  <c:v>4.4445437743224079E-4</c:v>
                </c:pt>
                <c:pt idx="112">
                  <c:v>4.021642019732137E-4</c:v>
                </c:pt>
                <c:pt idx="113">
                  <c:v>3.2051421008220862E-4</c:v>
                </c:pt>
                <c:pt idx="114">
                  <c:v>2.0748355043172269E-4</c:v>
                </c:pt>
                <c:pt idx="115">
                  <c:v>7.4123734909328889E-5</c:v>
                </c:pt>
                <c:pt idx="116">
                  <c:v>-6.652206353044406E-5</c:v>
                </c:pt>
                <c:pt idx="117">
                  <c:v>-2.006948233743236E-4</c:v>
                </c:pt>
                <c:pt idx="118">
                  <c:v>-3.1526579516573481E-4</c:v>
                </c:pt>
                <c:pt idx="119">
                  <c:v>-3.9902122402236977E-4</c:v>
                </c:pt>
                <c:pt idx="120">
                  <c:v>-4.4375995070525812E-4</c:v>
                </c:pt>
                <c:pt idx="121">
                  <c:v>-4.4509645465286768E-4</c:v>
                </c:pt>
                <c:pt idx="122">
                  <c:v>-4.0289070585959239E-4</c:v>
                </c:pt>
                <c:pt idx="123">
                  <c:v>-3.2126269586167552E-4</c:v>
                </c:pt>
                <c:pt idx="124">
                  <c:v>-2.081901505878337E-4</c:v>
                </c:pt>
                <c:pt idx="125">
                  <c:v>-7.4728713789911502E-5</c:v>
                </c:pt>
                <c:pt idx="126">
                  <c:v>6.6069162191987929E-5</c:v>
                </c:pt>
                <c:pt idx="127">
                  <c:v>2.004308876183371E-4</c:v>
                </c:pt>
                <c:pt idx="128">
                  <c:v>3.1521108499971541E-4</c:v>
                </c:pt>
                <c:pt idx="129">
                  <c:v>3.9917779793068709E-4</c:v>
                </c:pt>
                <c:pt idx="130">
                  <c:v>4.4411170181284771E-4</c:v>
                </c:pt>
                <c:pt idx="131">
                  <c:v>4.4561073723961559E-4</c:v>
                </c:pt>
                <c:pt idx="132">
                  <c:v>4.0352139350137829E-4</c:v>
                </c:pt>
                <c:pt idx="133">
                  <c:v>3.219543872975488E-4</c:v>
                </c:pt>
                <c:pt idx="134">
                  <c:v>2.088831386742948E-4</c:v>
                </c:pt>
                <c:pt idx="135">
                  <c:v>7.5364265746818924E-5</c:v>
                </c:pt>
                <c:pt idx="136">
                  <c:v>-6.5543691618200013E-5</c:v>
                </c:pt>
                <c:pt idx="137">
                  <c:v>-2.000575709648953E-4</c:v>
                </c:pt>
                <c:pt idx="138">
                  <c:v>-3.1501796490232651E-4</c:v>
                </c:pt>
                <c:pt idx="139">
                  <c:v>-3.9917675852214278E-4</c:v>
                </c:pt>
                <c:pt idx="140">
                  <c:v>-4.442978399980071E-4</c:v>
                </c:pt>
                <c:pt idx="141">
                  <c:v>-4.4596325874192498E-4</c:v>
                </c:pt>
                <c:pt idx="142">
                  <c:v>-4.0400591096865081E-4</c:v>
                </c:pt>
                <c:pt idx="143">
                  <c:v>-3.2252636558982849E-4</c:v>
                </c:pt>
                <c:pt idx="144">
                  <c:v>-2.0949212992910641E-4</c:v>
                </c:pt>
                <c:pt idx="145">
                  <c:v>-7.5958513616930596E-5</c:v>
                </c:pt>
                <c:pt idx="146">
                  <c:v>6.5012718179775856E-5</c:v>
                </c:pt>
                <c:pt idx="147">
                  <c:v>1.996311285861999E-4</c:v>
                </c:pt>
                <c:pt idx="148">
                  <c:v>3.147268200170248E-4</c:v>
                </c:pt>
                <c:pt idx="149">
                  <c:v>3.9903905661347022E-4</c:v>
                </c:pt>
                <c:pt idx="150">
                  <c:v>4.4431819511236889E-4</c:v>
                </c:pt>
                <c:pt idx="151">
                  <c:v>4.4613307615103842E-4</c:v>
                </c:pt>
                <c:pt idx="152">
                  <c:v>4.0430484016997642E-4</c:v>
                </c:pt>
                <c:pt idx="153">
                  <c:v>3.229246821903753E-4</c:v>
                </c:pt>
                <c:pt idx="154">
                  <c:v>2.0995377133716561E-4</c:v>
                </c:pt>
                <c:pt idx="155">
                  <c:v>7.6444450608487117E-5</c:v>
                </c:pt>
                <c:pt idx="156">
                  <c:v>-6.4541101108927048E-5</c:v>
                </c:pt>
                <c:pt idx="157">
                  <c:v>-1.9920894732698249E-4</c:v>
                </c:pt>
                <c:pt idx="158">
                  <c:v>-3.1438315028121543E-4</c:v>
                </c:pt>
                <c:pt idx="159">
                  <c:v>-3.9879511600770238E-4</c:v>
                </c:pt>
                <c:pt idx="160">
                  <c:v>-4.4418633938823969E-4</c:v>
                </c:pt>
                <c:pt idx="161">
                  <c:v>-4.4611661293147427E-4</c:v>
                </c:pt>
                <c:pt idx="162">
                  <c:v>-4.043985828364708E-4</c:v>
                </c:pt>
                <c:pt idx="163">
                  <c:v>-3.2311610288860869E-4</c:v>
                </c:pt>
                <c:pt idx="164">
                  <c:v>-2.102245718218899E-4</c:v>
                </c:pt>
                <c:pt idx="165">
                  <c:v>-7.6772355624003488E-5</c:v>
                </c:pt>
                <c:pt idx="166">
                  <c:v>6.4180512123205129E-5</c:v>
                </c:pt>
                <c:pt idx="167">
                  <c:v>1.98840522621466E-4</c:v>
                </c:pt>
                <c:pt idx="168">
                  <c:v>3.1403066942581358E-4</c:v>
                </c:pt>
                <c:pt idx="169">
                  <c:v>3.984800721318678E-4</c:v>
                </c:pt>
                <c:pt idx="170">
                  <c:v>4.4392701184735458E-4</c:v>
                </c:pt>
                <c:pt idx="171">
                  <c:v>4.4592740759111428E-4</c:v>
                </c:pt>
                <c:pt idx="172">
                  <c:v>4.0428959697438909E-4</c:v>
                </c:pt>
                <c:pt idx="173">
                  <c:v>3.2309286640738711E-4</c:v>
                </c:pt>
                <c:pt idx="174">
                  <c:v>2.1028792428281511E-4</c:v>
                </c:pt>
                <c:pt idx="175">
                  <c:v>7.6918436129973645E-5</c:v>
                </c:pt>
                <c:pt idx="176">
                  <c:v>-6.3960162807583662E-5</c:v>
                </c:pt>
                <c:pt idx="177">
                  <c:v>-1.9855872664327939E-4</c:v>
                </c:pt>
                <c:pt idx="178">
                  <c:v>-3.1370420598129581E-4</c:v>
                </c:pt>
                <c:pt idx="179">
                  <c:v>-3.9812905722203462E-4</c:v>
                </c:pt>
                <c:pt idx="180">
                  <c:v>-4.435740245429295E-4</c:v>
                </c:pt>
                <c:pt idx="181">
                  <c:v>-4.4559634158498229E-4</c:v>
                </c:pt>
                <c:pt idx="182">
                  <c:v>-4.0400424703152432E-4</c:v>
                </c:pt>
                <c:pt idx="183">
                  <c:v>-3.2287530055287651E-4</c:v>
                </c:pt>
                <c:pt idx="184">
                  <c:v>-2.1015673883050711E-4</c:v>
                </c:pt>
                <c:pt idx="185">
                  <c:v>-7.6887034389730441E-5</c:v>
                </c:pt>
                <c:pt idx="186">
                  <c:v>6.3885094566260803E-5</c:v>
                </c:pt>
                <c:pt idx="187">
                  <c:v>1.9837835844912279E-4</c:v>
                </c:pt>
                <c:pt idx="188">
                  <c:v>3.1342814156270598E-4</c:v>
                </c:pt>
                <c:pt idx="189">
                  <c:v>3.9777520969859693E-4</c:v>
                </c:pt>
                <c:pt idx="190">
                  <c:v>4.431677131245547E-4</c:v>
                </c:pt>
                <c:pt idx="191">
                  <c:v>4.4516861397302017E-4</c:v>
                </c:pt>
                <c:pt idx="192">
                  <c:v>4.0358952316681601E-4</c:v>
                </c:pt>
                <c:pt idx="193">
                  <c:v>3.2250852018727942E-4</c:v>
                </c:pt>
                <c:pt idx="194">
                  <c:v>2.098702654579562E-4</c:v>
                </c:pt>
                <c:pt idx="195">
                  <c:v>7.6707611706178314E-5</c:v>
                </c:pt>
                <c:pt idx="196">
                  <c:v>-6.393902593308787E-5</c:v>
                </c:pt>
                <c:pt idx="197">
                  <c:v>-1.982986983307305E-4</c:v>
                </c:pt>
                <c:pt idx="198">
                  <c:v>-3.1321828984425768E-4</c:v>
                </c:pt>
                <c:pt idx="199">
                  <c:v>-3.97450195728523E-4</c:v>
                </c:pt>
                <c:pt idx="200">
                  <c:v>-4.4275323927008128E-4</c:v>
                </c:pt>
                <c:pt idx="201">
                  <c:v>-4.4469906154627871E-4</c:v>
                </c:pt>
                <c:pt idx="202">
                  <c:v>-4.0310507054488602E-4</c:v>
                </c:pt>
                <c:pt idx="203">
                  <c:v>-3.2205161404511078E-4</c:v>
                </c:pt>
                <c:pt idx="204">
                  <c:v>-2.0948175879494991E-4</c:v>
                </c:pt>
                <c:pt idx="205">
                  <c:v>-7.6422928840169812E-5</c:v>
                </c:pt>
                <c:pt idx="206">
                  <c:v>6.4093323629880162E-5</c:v>
                </c:pt>
                <c:pt idx="207">
                  <c:v>1.9830759500930151E-4</c:v>
                </c:pt>
                <c:pt idx="208">
                  <c:v>3.1307995452054839E-4</c:v>
                </c:pt>
                <c:pt idx="209">
                  <c:v>3.9717637984054059E-4</c:v>
                </c:pt>
                <c:pt idx="210">
                  <c:v>4.4236835393084883E-4</c:v>
                </c:pt>
                <c:pt idx="211">
                  <c:v>4.4423799190650322E-4</c:v>
                </c:pt>
                <c:pt idx="212">
                  <c:v>4.0260992114106773E-4</c:v>
                </c:pt>
                <c:pt idx="213">
                  <c:v>3.2156769881399162E-4</c:v>
                </c:pt>
                <c:pt idx="214">
                  <c:v>2.0905323720707449E-4</c:v>
                </c:pt>
                <c:pt idx="215">
                  <c:v>7.6088534362533355E-5</c:v>
                </c:pt>
                <c:pt idx="216">
                  <c:v>-6.4304020695628601E-5</c:v>
                </c:pt>
                <c:pt idx="217">
                  <c:v>-1.9837700201617671E-4</c:v>
                </c:pt>
                <c:pt idx="218">
                  <c:v>-3.1300405797056089E-4</c:v>
                </c:pt>
                <c:pt idx="219">
                  <c:v>-3.9696497405881248E-4</c:v>
                </c:pt>
                <c:pt idx="220">
                  <c:v>-4.4204388388079541E-4</c:v>
                </c:pt>
                <c:pt idx="221">
                  <c:v>-4.4383314295765199E-4</c:v>
                </c:pt>
                <c:pt idx="222">
                  <c:v>-4.0216421828119661E-4</c:v>
                </c:pt>
                <c:pt idx="223">
                  <c:v>-3.211234789399157E-4</c:v>
                </c:pt>
                <c:pt idx="224">
                  <c:v>-2.0865142088272631E-4</c:v>
                </c:pt>
                <c:pt idx="225">
                  <c:v>-7.5764640789789884E-5</c:v>
                </c:pt>
                <c:pt idx="226">
                  <c:v>6.452320254055756E-5</c:v>
                </c:pt>
                <c:pt idx="227">
                  <c:v>1.9847574933024159E-4</c:v>
                </c:pt>
                <c:pt idx="228">
                  <c:v>3.1297883384826132E-4</c:v>
                </c:pt>
                <c:pt idx="229">
                  <c:v>3.9682424596472167E-4</c:v>
                </c:pt>
                <c:pt idx="230">
                  <c:v>4.4180670361185638E-4</c:v>
                </c:pt>
                <c:pt idx="231">
                  <c:v>4.4352669066432399E-4</c:v>
                </c:pt>
                <c:pt idx="232">
                  <c:v>4.0182062673685442E-4</c:v>
                </c:pt>
                <c:pt idx="233">
                  <c:v>3.2077632560317002E-4</c:v>
                </c:pt>
                <c:pt idx="234">
                  <c:v>2.0833229474087489E-4</c:v>
                </c:pt>
                <c:pt idx="235">
                  <c:v>7.5500157943491543E-5</c:v>
                </c:pt>
                <c:pt idx="236">
                  <c:v>-6.4713638199683667E-5</c:v>
                </c:pt>
                <c:pt idx="237">
                  <c:v>-1.9858125271736971E-4</c:v>
                </c:pt>
                <c:pt idx="238">
                  <c:v>-3.1299734853464767E-4</c:v>
                </c:pt>
                <c:pt idx="239">
                  <c:v>-3.967619146099959E-4</c:v>
                </c:pt>
                <c:pt idx="240">
                  <c:v>-4.4167645920428669E-4</c:v>
                </c:pt>
                <c:pt idx="241">
                  <c:v>-4.4334630088487708E-4</c:v>
                </c:pt>
                <c:pt idx="242">
                  <c:v>-4.0161045945383262E-4</c:v>
                </c:pt>
                <c:pt idx="243">
                  <c:v>-3.2055710414850282E-4</c:v>
                </c:pt>
                <c:pt idx="244">
                  <c:v>-2.0812308273639911E-4</c:v>
                </c:pt>
                <c:pt idx="245">
                  <c:v>-7.531676185140276E-5</c:v>
                </c:pt>
                <c:pt idx="246">
                  <c:v>6.4859727515961154E-5</c:v>
                </c:pt>
                <c:pt idx="247">
                  <c:v>1.986833318417545E-4</c:v>
                </c:pt>
                <c:pt idx="248">
                  <c:v>3.1305341065764188E-4</c:v>
                </c:pt>
                <c:pt idx="249">
                  <c:v>3.9677408121620322E-4</c:v>
                </c:pt>
              </c:numCache>
            </c:numRef>
          </c:xVal>
          <c:yVal>
            <c:numRef>
              <c:f>ref0p4_90min_v6_f50!$C$2:$C$251</c:f>
              <c:numCache>
                <c:formatCode>General</c:formatCode>
                <c:ptCount val="250"/>
                <c:pt idx="0">
                  <c:v>-3.3480666870885713E-5</c:v>
                </c:pt>
                <c:pt idx="1">
                  <c:v>-9.0974509135378714E-5</c:v>
                </c:pt>
                <c:pt idx="2">
                  <c:v>-1.394040352716574E-4</c:v>
                </c:pt>
                <c:pt idx="3">
                  <c:v>-1.740535820258415E-4</c:v>
                </c:pt>
                <c:pt idx="4">
                  <c:v>-1.9156777838278221E-4</c:v>
                </c:pt>
                <c:pt idx="5">
                  <c:v>-1.902768852221722E-4</c:v>
                </c:pt>
                <c:pt idx="6">
                  <c:v>-1.703564464758348E-4</c:v>
                </c:pt>
                <c:pt idx="7">
                  <c:v>-1.3380594974643069E-4</c:v>
                </c:pt>
                <c:pt idx="8">
                  <c:v>-8.4248934305629293E-5</c:v>
                </c:pt>
                <c:pt idx="9">
                  <c:v>-2.6574457961407379E-5</c:v>
                </c:pt>
                <c:pt idx="10">
                  <c:v>3.354467045655423E-5</c:v>
                </c:pt>
                <c:pt idx="11">
                  <c:v>9.0209487493518795E-5</c:v>
                </c:pt>
                <c:pt idx="12">
                  <c:v>1.3787354866021039E-4</c:v>
                </c:pt>
                <c:pt idx="13">
                  <c:v>1.7188593079590491E-4</c:v>
                </c:pt>
                <c:pt idx="14">
                  <c:v>1.8894537189939321E-4</c:v>
                </c:pt>
                <c:pt idx="15">
                  <c:v>1.8742114341938721E-4</c:v>
                </c:pt>
                <c:pt idx="16">
                  <c:v>1.675094030936018E-4</c:v>
                </c:pt>
                <c:pt idx="17">
                  <c:v>1.312099845613428E-4</c:v>
                </c:pt>
                <c:pt idx="18">
                  <c:v>8.2126239951872207E-5</c:v>
                </c:pt>
                <c:pt idx="19">
                  <c:v>2.5107926627501609E-5</c:v>
                </c:pt>
                <c:pt idx="20">
                  <c:v>-3.4227494271402489E-5</c:v>
                </c:pt>
                <c:pt idx="21">
                  <c:v>-9.0047914840884376E-5</c:v>
                </c:pt>
                <c:pt idx="22">
                  <c:v>-1.368795609870637E-4</c:v>
                </c:pt>
                <c:pt idx="23">
                  <c:v>-1.7014362231173089E-4</c:v>
                </c:pt>
                <c:pt idx="24">
                  <c:v>-1.8660393949342929E-4</c:v>
                </c:pt>
                <c:pt idx="25">
                  <c:v>-1.846819894621164E-4</c:v>
                </c:pt>
                <c:pt idx="26">
                  <c:v>-1.6460851221595491E-4</c:v>
                </c:pt>
                <c:pt idx="27">
                  <c:v>-1.2839720541366309E-4</c:v>
                </c:pt>
                <c:pt idx="28">
                  <c:v>-7.9643393855054171E-5</c:v>
                </c:pt>
                <c:pt idx="29">
                  <c:v>-2.3167748317037151E-5</c:v>
                </c:pt>
                <c:pt idx="30">
                  <c:v>3.5459702815564488E-5</c:v>
                </c:pt>
                <c:pt idx="31">
                  <c:v>9.0468343976741827E-5</c:v>
                </c:pt>
                <c:pt idx="32">
                  <c:v>1.364545322282192E-4</c:v>
                </c:pt>
                <c:pt idx="33">
                  <c:v>1.6891216936353211E-4</c:v>
                </c:pt>
                <c:pt idx="34">
                  <c:v>1.846741910537402E-4</c:v>
                </c:pt>
                <c:pt idx="35">
                  <c:v>1.822216912358988E-4</c:v>
                </c:pt>
                <c:pt idx="36">
                  <c:v>1.6183047996627439E-4</c:v>
                </c:pt>
                <c:pt idx="37">
                  <c:v>1.2554091041321061E-4</c:v>
                </c:pt>
                <c:pt idx="38">
                  <c:v>7.6954216059384666E-5</c:v>
                </c:pt>
                <c:pt idx="39">
                  <c:v>2.087566143365597E-5</c:v>
                </c:pt>
                <c:pt idx="40">
                  <c:v>-3.7160153056794713E-5</c:v>
                </c:pt>
                <c:pt idx="41">
                  <c:v>-9.1434960804502236E-5</c:v>
                </c:pt>
                <c:pt idx="42">
                  <c:v>-1.3660970486464809E-4</c:v>
                </c:pt>
                <c:pt idx="43">
                  <c:v>-1.682492557417327E-4</c:v>
                </c:pt>
                <c:pt idx="44">
                  <c:v>-1.8325745217754959E-4</c:v>
                </c:pt>
                <c:pt idx="45">
                  <c:v>-1.8017983782998951E-4</c:v>
                </c:pt>
                <c:pt idx="46">
                  <c:v>-1.5934452636541261E-4</c:v>
                </c:pt>
                <c:pt idx="47">
                  <c:v>-1.2282757189179561E-4</c:v>
                </c:pt>
                <c:pt idx="48">
                  <c:v>-7.4246480740393735E-5</c:v>
                </c:pt>
                <c:pt idx="49">
                  <c:v>-1.8402378469676518E-5</c:v>
                </c:pt>
                <c:pt idx="50">
                  <c:v>3.9193815494146341E-5</c:v>
                </c:pt>
                <c:pt idx="51">
                  <c:v>9.2864511251525514E-5</c:v>
                </c:pt>
                <c:pt idx="52">
                  <c:v>1.3732442476805461E-4</c:v>
                </c:pt>
                <c:pt idx="53">
                  <c:v>1.6820044070180119E-4</c:v>
                </c:pt>
                <c:pt idx="54">
                  <c:v>1.824612607249048E-4</c:v>
                </c:pt>
                <c:pt idx="55">
                  <c:v>1.7871463681351599E-4</c:v>
                </c:pt>
                <c:pt idx="56">
                  <c:v>1.5734305466826211E-4</c:v>
                </c:pt>
                <c:pt idx="57">
                  <c:v>1.204646601954875E-4</c:v>
                </c:pt>
                <c:pt idx="58">
                  <c:v>7.1723432427287884E-5</c:v>
                </c:pt>
                <c:pt idx="59">
                  <c:v>1.5929403942970018E-5</c:v>
                </c:pt>
                <c:pt idx="60">
                  <c:v>-4.1415541636938292E-5</c:v>
                </c:pt>
                <c:pt idx="61">
                  <c:v>-9.4659556608060752E-5</c:v>
                </c:pt>
                <c:pt idx="62">
                  <c:v>-1.3855706673797149E-4</c:v>
                </c:pt>
                <c:pt idx="63">
                  <c:v>-1.6878467849041471E-4</c:v>
                </c:pt>
                <c:pt idx="64">
                  <c:v>-1.8236609679438099E-4</c:v>
                </c:pt>
                <c:pt idx="65">
                  <c:v>-1.7796438152976239E-4</c:v>
                </c:pt>
                <c:pt idx="66">
                  <c:v>-1.5601293506488619E-4</c:v>
                </c:pt>
                <c:pt idx="67">
                  <c:v>-1.186724658163923E-4</c:v>
                </c:pt>
                <c:pt idx="68">
                  <c:v>-6.9618255419596941E-5</c:v>
                </c:pt>
                <c:pt idx="69">
                  <c:v>-1.367869741955136E-5</c:v>
                </c:pt>
                <c:pt idx="70">
                  <c:v>4.3639358226140781E-5</c:v>
                </c:pt>
                <c:pt idx="71">
                  <c:v>9.6691856462573903E-5</c:v>
                </c:pt>
                <c:pt idx="72">
                  <c:v>1.4025228716302299E-4</c:v>
                </c:pt>
                <c:pt idx="73">
                  <c:v>1.7002551399537041E-4</c:v>
                </c:pt>
                <c:pt idx="74">
                  <c:v>1.830702546996695E-4</c:v>
                </c:pt>
                <c:pt idx="75">
                  <c:v>1.7808873159176139E-4</c:v>
                </c:pt>
                <c:pt idx="76">
                  <c:v>1.555550404346069E-4</c:v>
                </c:pt>
                <c:pt idx="77">
                  <c:v>1.176696059642751E-4</c:v>
                </c:pt>
                <c:pt idx="78">
                  <c:v>6.8144146465626672E-5</c:v>
                </c:pt>
                <c:pt idx="79">
                  <c:v>1.183819034374054E-5</c:v>
                </c:pt>
                <c:pt idx="80">
                  <c:v>-4.5717255884146259E-5</c:v>
                </c:pt>
                <c:pt idx="81">
                  <c:v>-9.8862226212868956E-5</c:v>
                </c:pt>
                <c:pt idx="82">
                  <c:v>-1.4236335037022069E-4</c:v>
                </c:pt>
                <c:pt idx="83">
                  <c:v>-1.7192801082741531E-4</c:v>
                </c:pt>
                <c:pt idx="84">
                  <c:v>-1.8462670486149691E-4</c:v>
                </c:pt>
                <c:pt idx="85">
                  <c:v>-1.7918217782402041E-4</c:v>
                </c:pt>
                <c:pt idx="86">
                  <c:v>-1.560969069037593E-4</c:v>
                </c:pt>
                <c:pt idx="87">
                  <c:v>-1.1760630835480589E-4</c:v>
                </c:pt>
                <c:pt idx="88">
                  <c:v>-6.7462074741461527E-5</c:v>
                </c:pt>
                <c:pt idx="89">
                  <c:v>-1.056666374293426E-5</c:v>
                </c:pt>
                <c:pt idx="90">
                  <c:v>4.7505468532170499E-5</c:v>
                </c:pt>
                <c:pt idx="91">
                  <c:v>1.0105319880723531E-4</c:v>
                </c:pt>
                <c:pt idx="92">
                  <c:v>1.4480738757170051E-4</c:v>
                </c:pt>
                <c:pt idx="93">
                  <c:v>1.7444821721740379E-4</c:v>
                </c:pt>
                <c:pt idx="94">
                  <c:v>1.8703051715048311E-4</c:v>
                </c:pt>
                <c:pt idx="95">
                  <c:v>1.8127528081027209E-4</c:v>
                </c:pt>
                <c:pt idx="96">
                  <c:v>1.5769860251001099E-4</c:v>
                </c:pt>
                <c:pt idx="97">
                  <c:v>1.18565124006681E-4</c:v>
                </c:pt>
                <c:pt idx="98">
                  <c:v>6.7670227349957688E-5</c:v>
                </c:pt>
                <c:pt idx="99">
                  <c:v>9.9719651679475461E-6</c:v>
                </c:pt>
                <c:pt idx="100">
                  <c:v>-4.8891561322085089E-5</c:v>
                </c:pt>
                <c:pt idx="101">
                  <c:v>-1.0315242397297439E-4</c:v>
                </c:pt>
                <c:pt idx="102">
                  <c:v>-1.474770632626255E-4</c:v>
                </c:pt>
                <c:pt idx="103">
                  <c:v>-1.774893758641372E-4</c:v>
                </c:pt>
                <c:pt idx="104">
                  <c:v>-1.9020151994743629E-4</c:v>
                </c:pt>
                <c:pt idx="105">
                  <c:v>-1.8431016184131051E-4</c:v>
                </c:pt>
                <c:pt idx="106">
                  <c:v>-1.603289175611075E-4</c:v>
                </c:pt>
                <c:pt idx="107">
                  <c:v>-1.205436441099773E-4</c:v>
                </c:pt>
                <c:pt idx="108">
                  <c:v>-6.8794468254037628E-5</c:v>
                </c:pt>
                <c:pt idx="109">
                  <c:v>-1.010533526106371E-5</c:v>
                </c:pt>
                <c:pt idx="110">
                  <c:v>4.980322818054445E-5</c:v>
                </c:pt>
                <c:pt idx="111">
                  <c:v>1.0507097147550199E-4</c:v>
                </c:pt>
                <c:pt idx="112">
                  <c:v>1.5027030962898831E-4</c:v>
                </c:pt>
                <c:pt idx="113">
                  <c:v>1.8093844813646431E-4</c:v>
                </c:pt>
                <c:pt idx="114">
                  <c:v>1.9401715188556421E-4</c:v>
                </c:pt>
                <c:pt idx="115">
                  <c:v>1.8815687698499521E-4</c:v>
                </c:pt>
                <c:pt idx="116">
                  <c:v>1.6385506867243359E-4</c:v>
                </c:pt>
                <c:pt idx="117">
                  <c:v>1.234145142519665E-4</c:v>
                </c:pt>
                <c:pt idx="118">
                  <c:v>7.0725161917065786E-5</c:v>
                </c:pt>
                <c:pt idx="119">
                  <c:v>1.089006790223059E-5</c:v>
                </c:pt>
                <c:pt idx="120">
                  <c:v>-5.0268573725789222E-5</c:v>
                </c:pt>
                <c:pt idx="121">
                  <c:v>-1.067755332651237E-4</c:v>
                </c:pt>
                <c:pt idx="122">
                  <c:v>-1.5308578649181329E-4</c:v>
                </c:pt>
                <c:pt idx="123">
                  <c:v>-1.846280312776937E-4</c:v>
                </c:pt>
                <c:pt idx="124">
                  <c:v>-1.982552795372287E-4</c:v>
                </c:pt>
                <c:pt idx="125">
                  <c:v>-1.9255818274068571E-4</c:v>
                </c:pt>
                <c:pt idx="126">
                  <c:v>-1.6800996209335989E-4</c:v>
                </c:pt>
                <c:pt idx="127">
                  <c:v>-1.2692811157802869E-4</c:v>
                </c:pt>
                <c:pt idx="128">
                  <c:v>-7.325584780543297E-5</c:v>
                </c:pt>
                <c:pt idx="129">
                  <c:v>-1.2183871832785239E-5</c:v>
                </c:pt>
                <c:pt idx="130">
                  <c:v>5.0351331177393729E-5</c:v>
                </c:pt>
                <c:pt idx="131">
                  <c:v>1.082442382716263E-4</c:v>
                </c:pt>
                <c:pt idx="132">
                  <c:v>1.5581613234186311E-4</c:v>
                </c:pt>
                <c:pt idx="133">
                  <c:v>1.8837195367225811E-4</c:v>
                </c:pt>
                <c:pt idx="134">
                  <c:v>2.0266356977351101E-4</c:v>
                </c:pt>
                <c:pt idx="135">
                  <c:v>1.9721373539227939E-4</c:v>
                </c:pt>
                <c:pt idx="136">
                  <c:v>1.724684104642456E-4</c:v>
                </c:pt>
                <c:pt idx="137">
                  <c:v>1.3076173586213231E-4</c:v>
                </c:pt>
                <c:pt idx="138">
                  <c:v>7.6096217412454438E-5</c:v>
                </c:pt>
                <c:pt idx="139">
                  <c:v>1.375876133836985E-5</c:v>
                </c:pt>
                <c:pt idx="140">
                  <c:v>-5.0190634610564449E-5</c:v>
                </c:pt>
                <c:pt idx="141">
                  <c:v>-1.0950809629983069E-4</c:v>
                </c:pt>
                <c:pt idx="142">
                  <c:v>-1.583757045144926E-4</c:v>
                </c:pt>
                <c:pt idx="143">
                  <c:v>-1.919723716082593E-4</c:v>
                </c:pt>
                <c:pt idx="144">
                  <c:v>-2.0694973050845771E-4</c:v>
                </c:pt>
                <c:pt idx="145">
                  <c:v>-2.0176603984548559E-4</c:v>
                </c:pt>
                <c:pt idx="146">
                  <c:v>-1.768447885033134E-4</c:v>
                </c:pt>
                <c:pt idx="147">
                  <c:v>-1.3454168802605059E-4</c:v>
                </c:pt>
                <c:pt idx="148">
                  <c:v>-7.8922420874392955E-5</c:v>
                </c:pt>
                <c:pt idx="149">
                  <c:v>-1.5372048454983638E-5</c:v>
                </c:pt>
                <c:pt idx="150">
                  <c:v>4.9926440902245658E-5</c:v>
                </c:pt>
                <c:pt idx="151">
                  <c:v>1.1059398407587921E-4</c:v>
                </c:pt>
                <c:pt idx="152">
                  <c:v>1.606791272185151E-4</c:v>
                </c:pt>
                <c:pt idx="153">
                  <c:v>1.9524253784130701E-4</c:v>
                </c:pt>
                <c:pt idx="154">
                  <c:v>2.1084486161539089E-4</c:v>
                </c:pt>
                <c:pt idx="155">
                  <c:v>2.0588963614847749E-4</c:v>
                </c:pt>
                <c:pt idx="156">
                  <c:v>1.8078697846555511E-4</c:v>
                </c:pt>
                <c:pt idx="157">
                  <c:v>1.3792121095850381E-4</c:v>
                </c:pt>
                <c:pt idx="158">
                  <c:v>8.1424776283065795E-5</c:v>
                </c:pt>
                <c:pt idx="159">
                  <c:v>1.6779834066966731E-5</c:v>
                </c:pt>
                <c:pt idx="160">
                  <c:v>-4.9714049866471052E-5</c:v>
                </c:pt>
                <c:pt idx="161">
                  <c:v>-1.115544042891467E-4</c:v>
                </c:pt>
                <c:pt idx="162">
                  <c:v>-1.6267254966207361E-4</c:v>
                </c:pt>
                <c:pt idx="163">
                  <c:v>-1.9803008163653249E-4</c:v>
                </c:pt>
                <c:pt idx="164">
                  <c:v>-2.141164345401391E-4</c:v>
                </c:pt>
                <c:pt idx="165">
                  <c:v>-2.0929830307367999E-4</c:v>
                </c:pt>
                <c:pt idx="166">
                  <c:v>-1.8398606142615791E-4</c:v>
                </c:pt>
                <c:pt idx="167">
                  <c:v>-1.406001666338113E-4</c:v>
                </c:pt>
                <c:pt idx="168">
                  <c:v>-8.3340125222680503E-5</c:v>
                </c:pt>
                <c:pt idx="169">
                  <c:v>-1.7778019062925959E-5</c:v>
                </c:pt>
                <c:pt idx="170">
                  <c:v>4.9684087327311439E-5</c:v>
                </c:pt>
                <c:pt idx="171">
                  <c:v>1.124400184256697E-4</c:v>
                </c:pt>
                <c:pt idx="172">
                  <c:v>1.6432742041229081E-4</c:v>
                </c:pt>
                <c:pt idx="173">
                  <c:v>2.0023412427622081E-4</c:v>
                </c:pt>
                <c:pt idx="174">
                  <c:v>2.1660313945989201E-4</c:v>
                </c:pt>
                <c:pt idx="175">
                  <c:v>2.1178623463930971E-4</c:v>
                </c:pt>
                <c:pt idx="176">
                  <c:v>1.862108146330416E-4</c:v>
                </c:pt>
                <c:pt idx="177">
                  <c:v>1.423430989596496E-4</c:v>
                </c:pt>
                <c:pt idx="178">
                  <c:v>8.4450642401577997E-5</c:v>
                </c:pt>
                <c:pt idx="179">
                  <c:v>1.8187033886887969E-5</c:v>
                </c:pt>
                <c:pt idx="180">
                  <c:v>-4.996079260081702E-5</c:v>
                </c:pt>
                <c:pt idx="181">
                  <c:v>-1.133085471177116E-4</c:v>
                </c:pt>
                <c:pt idx="182">
                  <c:v>-1.6563143037541449E-4</c:v>
                </c:pt>
                <c:pt idx="183">
                  <c:v>-2.0177717951116509E-4</c:v>
                </c:pt>
                <c:pt idx="184">
                  <c:v>-2.1817481234297819E-4</c:v>
                </c:pt>
                <c:pt idx="185">
                  <c:v>-2.131887065474468E-4</c:v>
                </c:pt>
                <c:pt idx="186">
                  <c:v>-1.8728278403201139E-4</c:v>
                </c:pt>
                <c:pt idx="187">
                  <c:v>-1.4297822138640529E-4</c:v>
                </c:pt>
                <c:pt idx="188">
                  <c:v>-8.4608440968621834E-5</c:v>
                </c:pt>
                <c:pt idx="189">
                  <c:v>-1.7895150440245169E-5</c:v>
                </c:pt>
                <c:pt idx="190">
                  <c:v>5.0613091555962442E-5</c:v>
                </c:pt>
                <c:pt idx="191">
                  <c:v>1.141846616296208E-4</c:v>
                </c:pt>
                <c:pt idx="192">
                  <c:v>1.665676539152516E-4</c:v>
                </c:pt>
                <c:pt idx="193">
                  <c:v>2.0260628727320371E-4</c:v>
                </c:pt>
                <c:pt idx="194">
                  <c:v>2.1874999689096969E-4</c:v>
                </c:pt>
                <c:pt idx="195">
                  <c:v>2.1340475304056441E-4</c:v>
                </c:pt>
                <c:pt idx="196">
                  <c:v>1.870916701961484E-4</c:v>
                </c:pt>
                <c:pt idx="197">
                  <c:v>1.423969890239682E-4</c:v>
                </c:pt>
                <c:pt idx="198">
                  <c:v>8.3718145012077894E-5</c:v>
                </c:pt>
                <c:pt idx="199">
                  <c:v>1.68308340486039E-5</c:v>
                </c:pt>
                <c:pt idx="200">
                  <c:v>-5.1680263486326202E-5</c:v>
                </c:pt>
                <c:pt idx="201">
                  <c:v>-1.150709015660258E-4</c:v>
                </c:pt>
                <c:pt idx="202">
                  <c:v>-1.671026556244688E-4</c:v>
                </c:pt>
                <c:pt idx="203">
                  <c:v>-2.026584821466998E-4</c:v>
                </c:pt>
                <c:pt idx="204">
                  <c:v>-2.1824755320263049E-4</c:v>
                </c:pt>
                <c:pt idx="205">
                  <c:v>-2.123494045145709E-4</c:v>
                </c:pt>
                <c:pt idx="206">
                  <c:v>-1.8556333108937109E-4</c:v>
                </c:pt>
                <c:pt idx="207">
                  <c:v>-1.4054824540936589E-4</c:v>
                </c:pt>
                <c:pt idx="208">
                  <c:v>-8.1758965623353506E-5</c:v>
                </c:pt>
                <c:pt idx="209">
                  <c:v>-1.500506634514615E-5</c:v>
                </c:pt>
                <c:pt idx="210">
                  <c:v>5.312400054254555E-5</c:v>
                </c:pt>
                <c:pt idx="211">
                  <c:v>1.159105696788531E-4</c:v>
                </c:pt>
                <c:pt idx="212">
                  <c:v>1.67172665541417E-4</c:v>
                </c:pt>
                <c:pt idx="213">
                  <c:v>2.0187438218554509E-4</c:v>
                </c:pt>
                <c:pt idx="214">
                  <c:v>2.1662227943986979E-4</c:v>
                </c:pt>
                <c:pt idx="215">
                  <c:v>2.0999866196107599E-4</c:v>
                </c:pt>
                <c:pt idx="216">
                  <c:v>1.8269883555302059E-4</c:v>
                </c:pt>
                <c:pt idx="217">
                  <c:v>1.374589367681007E-4</c:v>
                </c:pt>
                <c:pt idx="218">
                  <c:v>7.8781756377479221E-5</c:v>
                </c:pt>
                <c:pt idx="219">
                  <c:v>1.24880448082164E-5</c:v>
                </c:pt>
                <c:pt idx="220">
                  <c:v>-5.4861908638407993E-5</c:v>
                </c:pt>
                <c:pt idx="221">
                  <c:v>-1.166188157741392E-4</c:v>
                </c:pt>
                <c:pt idx="222">
                  <c:v>-1.667023826070038E-4</c:v>
                </c:pt>
                <c:pt idx="223">
                  <c:v>-2.002014761291735E-4</c:v>
                </c:pt>
                <c:pt idx="224">
                  <c:v>-2.1385706478464761E-4</c:v>
                </c:pt>
                <c:pt idx="225">
                  <c:v>-2.0638030627012391E-4</c:v>
                </c:pt>
                <c:pt idx="226">
                  <c:v>-1.7857464073485501E-4</c:v>
                </c:pt>
                <c:pt idx="227">
                  <c:v>-1.332502893063513E-4</c:v>
                </c:pt>
                <c:pt idx="228">
                  <c:v>-7.4940202533254949E-5</c:v>
                </c:pt>
                <c:pt idx="229">
                  <c:v>-9.4461940898903751E-6</c:v>
                </c:pt>
                <c:pt idx="230">
                  <c:v>5.67392292688241E-5</c:v>
                </c:pt>
                <c:pt idx="231">
                  <c:v>1.1707763507603051E-4</c:v>
                </c:pt>
                <c:pt idx="232">
                  <c:v>1.6563189184021641E-4</c:v>
                </c:pt>
                <c:pt idx="233">
                  <c:v>1.9765165432032529E-4</c:v>
                </c:pt>
                <c:pt idx="234">
                  <c:v>2.100392165402535E-4</c:v>
                </c:pt>
                <c:pt idx="235">
                  <c:v>2.0164990729812219E-4</c:v>
                </c:pt>
                <c:pt idx="236">
                  <c:v>1.7339780859874739E-4</c:v>
                </c:pt>
                <c:pt idx="237">
                  <c:v>1.281570388486285E-4</c:v>
                </c:pt>
                <c:pt idx="238">
                  <c:v>7.046920380432653E-5</c:v>
                </c:pt>
                <c:pt idx="239">
                  <c:v>6.0868447981911431E-6</c:v>
                </c:pt>
                <c:pt idx="240">
                  <c:v>-5.8601114172481389E-5</c:v>
                </c:pt>
                <c:pt idx="241">
                  <c:v>-1.172044042280531E-4</c:v>
                </c:pt>
                <c:pt idx="242">
                  <c:v>-1.6396368124423481E-4</c:v>
                </c:pt>
                <c:pt idx="243">
                  <c:v>-1.9431735293839301E-4</c:v>
                </c:pt>
                <c:pt idx="244">
                  <c:v>-2.0534709118340451E-4</c:v>
                </c:pt>
                <c:pt idx="245">
                  <c:v>-1.9605847476011711E-4</c:v>
                </c:pt>
                <c:pt idx="246">
                  <c:v>-1.6746978812634121E-4</c:v>
                </c:pt>
                <c:pt idx="247">
                  <c:v>-1.225011711129488E-4</c:v>
                </c:pt>
                <c:pt idx="248">
                  <c:v>-6.5676149442029307E-5</c:v>
                </c:pt>
                <c:pt idx="249">
                  <c:v>-2.6661040516138831E-6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61AE-4AD7-AC66-B8874FAF743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472862112"/>
        <c:axId val="23303232"/>
      </c:scatterChart>
      <c:valAx>
        <c:axId val="147286211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 b="1"/>
                  <a:t>Deformación unitaria </a:t>
                </a:r>
                <a:r>
                  <a:rPr lang="el-GR" b="1"/>
                  <a:t>ε</a:t>
                </a:r>
              </a:p>
            </c:rich>
          </c:tx>
          <c:layout>
            <c:manualLayout>
              <c:xMode val="edge"/>
              <c:yMode val="edge"/>
              <c:x val="0.31939814814814815"/>
              <c:y val="0.91108778069407992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23303232"/>
        <c:crosses val="autoZero"/>
        <c:crossBetween val="midCat"/>
        <c:majorUnit val="2.0000000000000006E-4"/>
      </c:valAx>
      <c:valAx>
        <c:axId val="23303232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000" b="1" i="0" u="none" strike="noStrike" kern="1200" baseline="0">
                    <a:solidFill>
                      <a:sysClr val="windowText" lastClr="000000">
                        <a:lumMod val="65000"/>
                        <a:lumOff val="35000"/>
                      </a:sys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 b="1">
                    <a:effectLst/>
                  </a:rPr>
                  <a:t>Esfuerzo </a:t>
                </a:r>
                <a:r>
                  <a:rPr lang="el-GR" b="1">
                    <a:effectLst/>
                  </a:rPr>
                  <a:t>σ [</a:t>
                </a:r>
                <a:r>
                  <a:rPr lang="en-US" b="1">
                    <a:effectLst/>
                  </a:rPr>
                  <a:t>MPa]</a:t>
                </a:r>
              </a:p>
            </c:rich>
          </c:tx>
          <c:layout>
            <c:manualLayout>
              <c:xMode val="edge"/>
              <c:yMode val="edge"/>
              <c:x val="1.4814814814814823E-3"/>
              <c:y val="0.30674759405074364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000" b="1" i="0" u="none" strike="noStrike" kern="1200" baseline="0">
                  <a:solidFill>
                    <a:sysClr val="windowText" lastClr="000000">
                      <a:lumMod val="65000"/>
                      <a:lumOff val="35000"/>
                    </a:sysClr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472862112"/>
        <c:crosses val="autoZero"/>
        <c:crossBetween val="midCat"/>
        <c:majorUnit val="1.0000000000000002E-3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1422206790123457"/>
          <c:y val="0.12354002624671916"/>
          <c:w val="0.24956944444444445"/>
          <c:h val="0.2792906095071449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 w="12700" cap="flat" cmpd="sng" algn="ctr">
      <a:noFill/>
      <a:prstDash val="solid"/>
      <a:miter lim="800000"/>
    </a:ln>
    <a:effectLst/>
  </c:spPr>
  <c:txPr>
    <a:bodyPr/>
    <a:lstStyle/>
    <a:p>
      <a:pPr>
        <a:defRPr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6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7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7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4A30FA-A1BC-5B41-BB2C-6E31B5D3EE78}" type="datetimeFigureOut">
              <a:rPr lang="es-EC" smtClean="0"/>
              <a:t>16/10/2025</a:t>
            </a:fld>
            <a:endParaRPr lang="es-EC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C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E7BD2B-8CF3-4541-9137-FF21DD7F617A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87258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C" dirty="0"/>
              <a:t>0.3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E7BD2B-8CF3-4541-9137-FF21DD7F617A}" type="slidenum">
              <a:rPr lang="es-EC" smtClean="0"/>
              <a:t>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554266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C" dirty="0"/>
              <a:t>0.35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E7BD2B-8CF3-4541-9137-FF21DD7F617A}" type="slidenum">
              <a:rPr lang="es-EC" smtClean="0"/>
              <a:t>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1218818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C" dirty="0"/>
              <a:t>0.4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E7BD2B-8CF3-4541-9137-FF21DD7F617A}" type="slidenum">
              <a:rPr lang="es-EC" smtClean="0"/>
              <a:t>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661101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C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E7BD2B-8CF3-4541-9137-FF21DD7F617A}" type="slidenum">
              <a:rPr lang="es-EC" smtClean="0"/>
              <a:t>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126831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C" dirty="0"/>
              <a:t>0.3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E7BD2B-8CF3-4541-9137-FF21DD7F617A}" type="slidenum">
              <a:rPr lang="es-EC" smtClean="0"/>
              <a:t>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712805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207F4-578F-0B3A-8346-11200D6B1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297F2D7-6C8B-88D9-9357-A505D2AE63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9B0470-A440-723B-6233-506EE0B207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C" dirty="0"/>
              <a:t>0.35</a:t>
            </a:r>
          </a:p>
          <a:p>
            <a:endParaRPr lang="es-EC" dirty="0"/>
          </a:p>
          <a:p>
            <a:r>
              <a:rPr lang="es-EC" dirty="0"/>
              <a:t>Realmente es 95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43A6E9-298C-422D-C255-5B0B263E0A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E7BD2B-8CF3-4541-9137-FF21DD7F617A}" type="slidenum">
              <a:rPr lang="es-EC" smtClean="0"/>
              <a:t>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1943670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EFFDC-9E9D-2A7B-ED1C-3D635571A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3B8980C-2011-9797-68FD-DD0A121284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016179A-B2CA-7FB8-1513-3A30E42B37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C" dirty="0"/>
              <a:t>0.4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6270C52-D926-AE00-9A7C-3BFB6E47E7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E7BD2B-8CF3-4541-9137-FF21DD7F617A}" type="slidenum">
              <a:rPr lang="es-EC" smtClean="0"/>
              <a:t>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577974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3007" y="706933"/>
            <a:ext cx="2754075" cy="1503857"/>
          </a:xfrm>
        </p:spPr>
        <p:txBody>
          <a:bodyPr anchor="b"/>
          <a:lstStyle>
            <a:lvl1pPr algn="ctr">
              <a:defRPr sz="2126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5011" y="2268784"/>
            <a:ext cx="2430066" cy="1042900"/>
          </a:xfrm>
        </p:spPr>
        <p:txBody>
          <a:bodyPr/>
          <a:lstStyle>
            <a:lvl1pPr marL="0" indent="0" algn="ctr">
              <a:buNone/>
              <a:defRPr sz="850"/>
            </a:lvl1pPr>
            <a:lvl2pPr marL="161986" indent="0" algn="ctr">
              <a:buNone/>
              <a:defRPr sz="709"/>
            </a:lvl2pPr>
            <a:lvl3pPr marL="323972" indent="0" algn="ctr">
              <a:buNone/>
              <a:defRPr sz="638"/>
            </a:lvl3pPr>
            <a:lvl4pPr marL="485958" indent="0" algn="ctr">
              <a:buNone/>
              <a:defRPr sz="567"/>
            </a:lvl4pPr>
            <a:lvl5pPr marL="647944" indent="0" algn="ctr">
              <a:buNone/>
              <a:defRPr sz="567"/>
            </a:lvl5pPr>
            <a:lvl6pPr marL="809930" indent="0" algn="ctr">
              <a:buNone/>
              <a:defRPr sz="567"/>
            </a:lvl6pPr>
            <a:lvl7pPr marL="971916" indent="0" algn="ctr">
              <a:buNone/>
              <a:defRPr sz="567"/>
            </a:lvl7pPr>
            <a:lvl8pPr marL="1133902" indent="0" algn="ctr">
              <a:buNone/>
              <a:defRPr sz="567"/>
            </a:lvl8pPr>
            <a:lvl9pPr marL="1295888" indent="0" algn="ctr">
              <a:buNone/>
              <a:defRPr sz="567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A5B9F-7743-B047-BD9A-2460F242FF60}" type="datetimeFigureOut">
              <a:rPr lang="es-EC" smtClean="0"/>
              <a:t>16/10/2025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33740-2830-9149-A231-06DF3950D618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163362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A5B9F-7743-B047-BD9A-2460F242FF60}" type="datetimeFigureOut">
              <a:rPr lang="es-EC" smtClean="0"/>
              <a:t>16/10/2025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33740-2830-9149-A231-06DF3950D618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847784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69" y="1076899"/>
            <a:ext cx="2794576" cy="1796828"/>
          </a:xfrm>
        </p:spPr>
        <p:txBody>
          <a:bodyPr anchor="b"/>
          <a:lstStyle>
            <a:lvl1pPr>
              <a:defRPr sz="2126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69" y="2890725"/>
            <a:ext cx="2794576" cy="944910"/>
          </a:xfrm>
        </p:spPr>
        <p:txBody>
          <a:bodyPr/>
          <a:lstStyle>
            <a:lvl1pPr marL="0" indent="0">
              <a:buNone/>
              <a:defRPr sz="850">
                <a:solidFill>
                  <a:schemeClr val="tx1">
                    <a:tint val="82000"/>
                  </a:schemeClr>
                </a:solidFill>
              </a:defRPr>
            </a:lvl1pPr>
            <a:lvl2pPr marL="161986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2pPr>
            <a:lvl3pPr marL="323972" indent="0">
              <a:buNone/>
              <a:defRPr sz="638">
                <a:solidFill>
                  <a:schemeClr val="tx1">
                    <a:tint val="82000"/>
                  </a:schemeClr>
                </a:solidFill>
              </a:defRPr>
            </a:lvl3pPr>
            <a:lvl4pPr marL="485958" indent="0">
              <a:buNone/>
              <a:defRPr sz="567">
                <a:solidFill>
                  <a:schemeClr val="tx1">
                    <a:tint val="82000"/>
                  </a:schemeClr>
                </a:solidFill>
              </a:defRPr>
            </a:lvl4pPr>
            <a:lvl5pPr marL="647944" indent="0">
              <a:buNone/>
              <a:defRPr sz="567">
                <a:solidFill>
                  <a:schemeClr val="tx1">
                    <a:tint val="82000"/>
                  </a:schemeClr>
                </a:solidFill>
              </a:defRPr>
            </a:lvl5pPr>
            <a:lvl6pPr marL="809930" indent="0">
              <a:buNone/>
              <a:defRPr sz="567">
                <a:solidFill>
                  <a:schemeClr val="tx1">
                    <a:tint val="82000"/>
                  </a:schemeClr>
                </a:solidFill>
              </a:defRPr>
            </a:lvl6pPr>
            <a:lvl7pPr marL="971916" indent="0">
              <a:buNone/>
              <a:defRPr sz="567">
                <a:solidFill>
                  <a:schemeClr val="tx1">
                    <a:tint val="82000"/>
                  </a:schemeClr>
                </a:solidFill>
              </a:defRPr>
            </a:lvl7pPr>
            <a:lvl8pPr marL="1133902" indent="0">
              <a:buNone/>
              <a:defRPr sz="567">
                <a:solidFill>
                  <a:schemeClr val="tx1">
                    <a:tint val="82000"/>
                  </a:schemeClr>
                </a:solidFill>
              </a:defRPr>
            </a:lvl8pPr>
            <a:lvl9pPr marL="1295888" indent="0">
              <a:buNone/>
              <a:defRPr sz="5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A5B9F-7743-B047-BD9A-2460F242FF60}" type="datetimeFigureOut">
              <a:rPr lang="es-EC" smtClean="0"/>
              <a:t>16/10/2025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33740-2830-9149-A231-06DF3950D618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79851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56" y="1149890"/>
            <a:ext cx="1377037" cy="274073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95" y="1149890"/>
            <a:ext cx="1377037" cy="274073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A5B9F-7743-B047-BD9A-2460F242FF60}" type="datetimeFigureOut">
              <a:rPr lang="es-EC" smtClean="0"/>
              <a:t>16/10/2025</a:t>
            </a:fld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33740-2830-9149-A231-06DF3950D618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926489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229979"/>
            <a:ext cx="2794576" cy="834921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78" y="1058899"/>
            <a:ext cx="1370709" cy="518950"/>
          </a:xfrm>
        </p:spPr>
        <p:txBody>
          <a:bodyPr anchor="b"/>
          <a:lstStyle>
            <a:lvl1pPr marL="0" indent="0">
              <a:buNone/>
              <a:defRPr sz="850" b="1"/>
            </a:lvl1pPr>
            <a:lvl2pPr marL="161986" indent="0">
              <a:buNone/>
              <a:defRPr sz="709" b="1"/>
            </a:lvl2pPr>
            <a:lvl3pPr marL="323972" indent="0">
              <a:buNone/>
              <a:defRPr sz="638" b="1"/>
            </a:lvl3pPr>
            <a:lvl4pPr marL="485958" indent="0">
              <a:buNone/>
              <a:defRPr sz="567" b="1"/>
            </a:lvl4pPr>
            <a:lvl5pPr marL="647944" indent="0">
              <a:buNone/>
              <a:defRPr sz="567" b="1"/>
            </a:lvl5pPr>
            <a:lvl6pPr marL="809930" indent="0">
              <a:buNone/>
              <a:defRPr sz="567" b="1"/>
            </a:lvl6pPr>
            <a:lvl7pPr marL="971916" indent="0">
              <a:buNone/>
              <a:defRPr sz="567" b="1"/>
            </a:lvl7pPr>
            <a:lvl8pPr marL="1133902" indent="0">
              <a:buNone/>
              <a:defRPr sz="567" b="1"/>
            </a:lvl8pPr>
            <a:lvl9pPr marL="1295888" indent="0">
              <a:buNone/>
              <a:defRPr sz="567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78" y="1577849"/>
            <a:ext cx="1370709" cy="232077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95" y="1058899"/>
            <a:ext cx="1377459" cy="518950"/>
          </a:xfrm>
        </p:spPr>
        <p:txBody>
          <a:bodyPr anchor="b"/>
          <a:lstStyle>
            <a:lvl1pPr marL="0" indent="0">
              <a:buNone/>
              <a:defRPr sz="850" b="1"/>
            </a:lvl1pPr>
            <a:lvl2pPr marL="161986" indent="0">
              <a:buNone/>
              <a:defRPr sz="709" b="1"/>
            </a:lvl2pPr>
            <a:lvl3pPr marL="323972" indent="0">
              <a:buNone/>
              <a:defRPr sz="638" b="1"/>
            </a:lvl3pPr>
            <a:lvl4pPr marL="485958" indent="0">
              <a:buNone/>
              <a:defRPr sz="567" b="1"/>
            </a:lvl4pPr>
            <a:lvl5pPr marL="647944" indent="0">
              <a:buNone/>
              <a:defRPr sz="567" b="1"/>
            </a:lvl5pPr>
            <a:lvl6pPr marL="809930" indent="0">
              <a:buNone/>
              <a:defRPr sz="567" b="1"/>
            </a:lvl6pPr>
            <a:lvl7pPr marL="971916" indent="0">
              <a:buNone/>
              <a:defRPr sz="567" b="1"/>
            </a:lvl7pPr>
            <a:lvl8pPr marL="1133902" indent="0">
              <a:buNone/>
              <a:defRPr sz="567" b="1"/>
            </a:lvl8pPr>
            <a:lvl9pPr marL="1295888" indent="0">
              <a:buNone/>
              <a:defRPr sz="567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95" y="1577849"/>
            <a:ext cx="1377459" cy="232077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A5B9F-7743-B047-BD9A-2460F242FF60}" type="datetimeFigureOut">
              <a:rPr lang="es-EC" smtClean="0"/>
              <a:t>16/10/2025</a:t>
            </a:fld>
            <a:endParaRPr lang="es-EC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33740-2830-9149-A231-06DF3950D618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46459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A5B9F-7743-B047-BD9A-2460F242FF60}" type="datetimeFigureOut">
              <a:rPr lang="es-EC" smtClean="0"/>
              <a:t>16/10/2025</a:t>
            </a:fld>
            <a:endParaRPr lang="es-EC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33740-2830-9149-A231-06DF3950D618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479011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A5B9F-7743-B047-BD9A-2460F242FF60}" type="datetimeFigureOut">
              <a:rPr lang="es-EC" smtClean="0"/>
              <a:t>16/10/2025</a:t>
            </a:fld>
            <a:endParaRPr lang="es-EC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33740-2830-9149-A231-06DF3950D618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256808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287972"/>
            <a:ext cx="1045013" cy="1007904"/>
          </a:xfrm>
        </p:spPr>
        <p:txBody>
          <a:bodyPr anchor="b"/>
          <a:lstStyle>
            <a:lvl1pPr>
              <a:defRPr sz="1134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459" y="621942"/>
            <a:ext cx="1640295" cy="3069707"/>
          </a:xfrm>
        </p:spPr>
        <p:txBody>
          <a:bodyPr/>
          <a:lstStyle>
            <a:lvl1pPr>
              <a:defRPr sz="1134"/>
            </a:lvl1pPr>
            <a:lvl2pPr>
              <a:defRPr sz="992"/>
            </a:lvl2pPr>
            <a:lvl3pPr>
              <a:defRPr sz="850"/>
            </a:lvl3pPr>
            <a:lvl4pPr>
              <a:defRPr sz="709"/>
            </a:lvl4pPr>
            <a:lvl5pPr>
              <a:defRPr sz="709"/>
            </a:lvl5pPr>
            <a:lvl6pPr>
              <a:defRPr sz="709"/>
            </a:lvl6pPr>
            <a:lvl7pPr>
              <a:defRPr sz="709"/>
            </a:lvl7pPr>
            <a:lvl8pPr>
              <a:defRPr sz="709"/>
            </a:lvl8pPr>
            <a:lvl9pPr>
              <a:defRPr sz="709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78" y="1295877"/>
            <a:ext cx="1045013" cy="2400771"/>
          </a:xfrm>
        </p:spPr>
        <p:txBody>
          <a:bodyPr/>
          <a:lstStyle>
            <a:lvl1pPr marL="0" indent="0">
              <a:buNone/>
              <a:defRPr sz="567"/>
            </a:lvl1pPr>
            <a:lvl2pPr marL="161986" indent="0">
              <a:buNone/>
              <a:defRPr sz="496"/>
            </a:lvl2pPr>
            <a:lvl3pPr marL="323972" indent="0">
              <a:buNone/>
              <a:defRPr sz="425"/>
            </a:lvl3pPr>
            <a:lvl4pPr marL="485958" indent="0">
              <a:buNone/>
              <a:defRPr sz="354"/>
            </a:lvl4pPr>
            <a:lvl5pPr marL="647944" indent="0">
              <a:buNone/>
              <a:defRPr sz="354"/>
            </a:lvl5pPr>
            <a:lvl6pPr marL="809930" indent="0">
              <a:buNone/>
              <a:defRPr sz="354"/>
            </a:lvl6pPr>
            <a:lvl7pPr marL="971916" indent="0">
              <a:buNone/>
              <a:defRPr sz="354"/>
            </a:lvl7pPr>
            <a:lvl8pPr marL="1133902" indent="0">
              <a:buNone/>
              <a:defRPr sz="354"/>
            </a:lvl8pPr>
            <a:lvl9pPr marL="1295888" indent="0">
              <a:buNone/>
              <a:defRPr sz="354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A5B9F-7743-B047-BD9A-2460F242FF60}" type="datetimeFigureOut">
              <a:rPr lang="es-EC" smtClean="0"/>
              <a:t>16/10/2025</a:t>
            </a:fld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33740-2830-9149-A231-06DF3950D618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5760264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287972"/>
            <a:ext cx="1045013" cy="1007904"/>
          </a:xfrm>
        </p:spPr>
        <p:txBody>
          <a:bodyPr anchor="b"/>
          <a:lstStyle>
            <a:lvl1pPr>
              <a:defRPr sz="1134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459" y="621942"/>
            <a:ext cx="1640295" cy="3069707"/>
          </a:xfrm>
        </p:spPr>
        <p:txBody>
          <a:bodyPr anchor="t"/>
          <a:lstStyle>
            <a:lvl1pPr marL="0" indent="0">
              <a:buNone/>
              <a:defRPr sz="1134"/>
            </a:lvl1pPr>
            <a:lvl2pPr marL="161986" indent="0">
              <a:buNone/>
              <a:defRPr sz="992"/>
            </a:lvl2pPr>
            <a:lvl3pPr marL="323972" indent="0">
              <a:buNone/>
              <a:defRPr sz="850"/>
            </a:lvl3pPr>
            <a:lvl4pPr marL="485958" indent="0">
              <a:buNone/>
              <a:defRPr sz="709"/>
            </a:lvl4pPr>
            <a:lvl5pPr marL="647944" indent="0">
              <a:buNone/>
              <a:defRPr sz="709"/>
            </a:lvl5pPr>
            <a:lvl6pPr marL="809930" indent="0">
              <a:buNone/>
              <a:defRPr sz="709"/>
            </a:lvl6pPr>
            <a:lvl7pPr marL="971916" indent="0">
              <a:buNone/>
              <a:defRPr sz="709"/>
            </a:lvl7pPr>
            <a:lvl8pPr marL="1133902" indent="0">
              <a:buNone/>
              <a:defRPr sz="709"/>
            </a:lvl8pPr>
            <a:lvl9pPr marL="1295888" indent="0">
              <a:buNone/>
              <a:defRPr sz="709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78" y="1295877"/>
            <a:ext cx="1045013" cy="2400771"/>
          </a:xfrm>
        </p:spPr>
        <p:txBody>
          <a:bodyPr/>
          <a:lstStyle>
            <a:lvl1pPr marL="0" indent="0">
              <a:buNone/>
              <a:defRPr sz="567"/>
            </a:lvl1pPr>
            <a:lvl2pPr marL="161986" indent="0">
              <a:buNone/>
              <a:defRPr sz="496"/>
            </a:lvl2pPr>
            <a:lvl3pPr marL="323972" indent="0">
              <a:buNone/>
              <a:defRPr sz="425"/>
            </a:lvl3pPr>
            <a:lvl4pPr marL="485958" indent="0">
              <a:buNone/>
              <a:defRPr sz="354"/>
            </a:lvl4pPr>
            <a:lvl5pPr marL="647944" indent="0">
              <a:buNone/>
              <a:defRPr sz="354"/>
            </a:lvl5pPr>
            <a:lvl6pPr marL="809930" indent="0">
              <a:buNone/>
              <a:defRPr sz="354"/>
            </a:lvl6pPr>
            <a:lvl7pPr marL="971916" indent="0">
              <a:buNone/>
              <a:defRPr sz="354"/>
            </a:lvl7pPr>
            <a:lvl8pPr marL="1133902" indent="0">
              <a:buNone/>
              <a:defRPr sz="354"/>
            </a:lvl8pPr>
            <a:lvl9pPr marL="1295888" indent="0">
              <a:buNone/>
              <a:defRPr sz="354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A5B9F-7743-B047-BD9A-2460F242FF60}" type="datetimeFigureOut">
              <a:rPr lang="es-EC" smtClean="0"/>
              <a:t>16/10/2025</a:t>
            </a:fld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33740-2830-9149-A231-06DF3950D618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974690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A5B9F-7743-B047-BD9A-2460F242FF60}" type="datetimeFigureOut">
              <a:rPr lang="es-EC" smtClean="0"/>
              <a:t>16/10/2025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33740-2830-9149-A231-06DF3950D618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22327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688" y="229978"/>
            <a:ext cx="698644" cy="3660651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56" y="229978"/>
            <a:ext cx="2055431" cy="3660651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A5B9F-7743-B047-BD9A-2460F242FF60}" type="datetimeFigureOut">
              <a:rPr lang="es-EC" smtClean="0"/>
              <a:t>16/10/2025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33740-2830-9149-A231-06DF3950D618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19227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56" y="229979"/>
            <a:ext cx="2794576" cy="834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56" y="1149890"/>
            <a:ext cx="2794576" cy="27407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56" y="4003619"/>
            <a:ext cx="729020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2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EA5B9F-7743-B047-BD9A-2460F242FF60}" type="datetimeFigureOut">
              <a:rPr lang="es-EC" smtClean="0"/>
              <a:t>16/10/2025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79" y="4003619"/>
            <a:ext cx="1093530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2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312" y="4003619"/>
            <a:ext cx="729020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2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733740-2830-9149-A231-06DF3950D618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7818987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323972" rtl="0" eaLnBrk="1" latinLnBrk="0" hangingPunct="1">
        <a:lnSpc>
          <a:spcPct val="90000"/>
        </a:lnSpc>
        <a:spcBef>
          <a:spcPct val="0"/>
        </a:spcBef>
        <a:buNone/>
        <a:defRPr sz="15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0993" indent="-80993" algn="l" defTabSz="323972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992" kern="1200">
          <a:solidFill>
            <a:schemeClr val="tx1"/>
          </a:solidFill>
          <a:latin typeface="+mn-lt"/>
          <a:ea typeface="+mn-ea"/>
          <a:cs typeface="+mn-cs"/>
        </a:defRPr>
      </a:lvl1pPr>
      <a:lvl2pPr marL="242979" indent="-80993" algn="l" defTabSz="323972" rtl="0" eaLnBrk="1" latinLnBrk="0" hangingPunct="1">
        <a:lnSpc>
          <a:spcPct val="90000"/>
        </a:lnSpc>
        <a:spcBef>
          <a:spcPts val="177"/>
        </a:spcBef>
        <a:buFont typeface="Arial" panose="020B0604020202020204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2pPr>
      <a:lvl3pPr marL="404965" indent="-80993" algn="l" defTabSz="323972" rtl="0" eaLnBrk="1" latinLnBrk="0" hangingPunct="1">
        <a:lnSpc>
          <a:spcPct val="90000"/>
        </a:lnSpc>
        <a:spcBef>
          <a:spcPts val="17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66951" indent="-80993" algn="l" defTabSz="323972" rtl="0" eaLnBrk="1" latinLnBrk="0" hangingPunct="1">
        <a:lnSpc>
          <a:spcPct val="90000"/>
        </a:lnSpc>
        <a:spcBef>
          <a:spcPts val="177"/>
        </a:spcBef>
        <a:buFont typeface="Arial" panose="020B0604020202020204" pitchFamily="34" charset="0"/>
        <a:buChar char="•"/>
        <a:defRPr sz="638" kern="1200">
          <a:solidFill>
            <a:schemeClr val="tx1"/>
          </a:solidFill>
          <a:latin typeface="+mn-lt"/>
          <a:ea typeface="+mn-ea"/>
          <a:cs typeface="+mn-cs"/>
        </a:defRPr>
      </a:lvl4pPr>
      <a:lvl5pPr marL="728937" indent="-80993" algn="l" defTabSz="323972" rtl="0" eaLnBrk="1" latinLnBrk="0" hangingPunct="1">
        <a:lnSpc>
          <a:spcPct val="90000"/>
        </a:lnSpc>
        <a:spcBef>
          <a:spcPts val="177"/>
        </a:spcBef>
        <a:buFont typeface="Arial" panose="020B0604020202020204" pitchFamily="34" charset="0"/>
        <a:buChar char="•"/>
        <a:defRPr sz="638" kern="1200">
          <a:solidFill>
            <a:schemeClr val="tx1"/>
          </a:solidFill>
          <a:latin typeface="+mn-lt"/>
          <a:ea typeface="+mn-ea"/>
          <a:cs typeface="+mn-cs"/>
        </a:defRPr>
      </a:lvl5pPr>
      <a:lvl6pPr marL="890923" indent="-80993" algn="l" defTabSz="323972" rtl="0" eaLnBrk="1" latinLnBrk="0" hangingPunct="1">
        <a:lnSpc>
          <a:spcPct val="90000"/>
        </a:lnSpc>
        <a:spcBef>
          <a:spcPts val="177"/>
        </a:spcBef>
        <a:buFont typeface="Arial" panose="020B0604020202020204" pitchFamily="34" charset="0"/>
        <a:buChar char="•"/>
        <a:defRPr sz="638" kern="1200">
          <a:solidFill>
            <a:schemeClr val="tx1"/>
          </a:solidFill>
          <a:latin typeface="+mn-lt"/>
          <a:ea typeface="+mn-ea"/>
          <a:cs typeface="+mn-cs"/>
        </a:defRPr>
      </a:lvl6pPr>
      <a:lvl7pPr marL="1052909" indent="-80993" algn="l" defTabSz="323972" rtl="0" eaLnBrk="1" latinLnBrk="0" hangingPunct="1">
        <a:lnSpc>
          <a:spcPct val="90000"/>
        </a:lnSpc>
        <a:spcBef>
          <a:spcPts val="177"/>
        </a:spcBef>
        <a:buFont typeface="Arial" panose="020B0604020202020204" pitchFamily="34" charset="0"/>
        <a:buChar char="•"/>
        <a:defRPr sz="638" kern="1200">
          <a:solidFill>
            <a:schemeClr val="tx1"/>
          </a:solidFill>
          <a:latin typeface="+mn-lt"/>
          <a:ea typeface="+mn-ea"/>
          <a:cs typeface="+mn-cs"/>
        </a:defRPr>
      </a:lvl7pPr>
      <a:lvl8pPr marL="1214895" indent="-80993" algn="l" defTabSz="323972" rtl="0" eaLnBrk="1" latinLnBrk="0" hangingPunct="1">
        <a:lnSpc>
          <a:spcPct val="90000"/>
        </a:lnSpc>
        <a:spcBef>
          <a:spcPts val="177"/>
        </a:spcBef>
        <a:buFont typeface="Arial" panose="020B0604020202020204" pitchFamily="34" charset="0"/>
        <a:buChar char="•"/>
        <a:defRPr sz="638" kern="1200">
          <a:solidFill>
            <a:schemeClr val="tx1"/>
          </a:solidFill>
          <a:latin typeface="+mn-lt"/>
          <a:ea typeface="+mn-ea"/>
          <a:cs typeface="+mn-cs"/>
        </a:defRPr>
      </a:lvl8pPr>
      <a:lvl9pPr marL="1376881" indent="-80993" algn="l" defTabSz="323972" rtl="0" eaLnBrk="1" latinLnBrk="0" hangingPunct="1">
        <a:lnSpc>
          <a:spcPct val="90000"/>
        </a:lnSpc>
        <a:spcBef>
          <a:spcPts val="177"/>
        </a:spcBef>
        <a:buFont typeface="Arial" panose="020B0604020202020204" pitchFamily="34" charset="0"/>
        <a:buChar char="•"/>
        <a:defRPr sz="6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1pPr>
      <a:lvl2pPr marL="161986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2pPr>
      <a:lvl3pPr marL="323972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3pPr>
      <a:lvl4pPr marL="485958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4pPr>
      <a:lvl5pPr marL="647944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5pPr>
      <a:lvl6pPr marL="809930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6pPr>
      <a:lvl7pPr marL="971916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7pPr>
      <a:lvl8pPr marL="1133902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8pPr>
      <a:lvl9pPr marL="1295888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10.xml"/><Relationship Id="rId5" Type="http://schemas.openxmlformats.org/officeDocument/2006/relationships/chart" Target="../charts/chart9.xml"/><Relationship Id="rId4" Type="http://schemas.openxmlformats.org/officeDocument/2006/relationships/chart" Target="../charts/char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14.xml"/><Relationship Id="rId5" Type="http://schemas.openxmlformats.org/officeDocument/2006/relationships/chart" Target="../charts/chart13.xml"/><Relationship Id="rId4" Type="http://schemas.openxmlformats.org/officeDocument/2006/relationships/chart" Target="../charts/char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18.xml"/><Relationship Id="rId5" Type="http://schemas.openxmlformats.org/officeDocument/2006/relationships/chart" Target="../charts/chart17.xml"/><Relationship Id="rId4" Type="http://schemas.openxmlformats.org/officeDocument/2006/relationships/chart" Target="../charts/chart1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0D155043-1E6F-F540-951D-D38769F12283}"/>
              </a:ext>
            </a:extLst>
          </p:cNvPr>
          <p:cNvGraphicFramePr>
            <a:graphicFrameLocks/>
          </p:cNvGraphicFramePr>
          <p:nvPr/>
        </p:nvGraphicFramePr>
        <p:xfrm>
          <a:off x="218" y="1093275"/>
          <a:ext cx="3239651" cy="21330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42759521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ráfico 3">
            <a:extLst>
              <a:ext uri="{FF2B5EF4-FFF2-40B4-BE49-F238E27FC236}">
                <a16:creationId xmlns:a16="http://schemas.microsoft.com/office/drawing/2014/main" id="{26281A09-2113-3641-9854-D1F895B8612C}"/>
              </a:ext>
            </a:extLst>
          </p:cNvPr>
          <p:cNvGraphicFramePr>
            <a:graphicFrameLocks/>
          </p:cNvGraphicFramePr>
          <p:nvPr/>
        </p:nvGraphicFramePr>
        <p:xfrm>
          <a:off x="774" y="1079795"/>
          <a:ext cx="3238540" cy="21599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482676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CCDCC063-E148-F24F-99BF-C2A7FC864510}"/>
              </a:ext>
            </a:extLst>
          </p:cNvPr>
          <p:cNvGraphicFramePr>
            <a:graphicFrameLocks/>
          </p:cNvGraphicFramePr>
          <p:nvPr/>
        </p:nvGraphicFramePr>
        <p:xfrm>
          <a:off x="4103" y="1080181"/>
          <a:ext cx="3231882" cy="21592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8928977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7B06DF94-726D-A64E-8A08-C372D573DDB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86373024"/>
              </p:ext>
            </p:extLst>
          </p:nvPr>
        </p:nvGraphicFramePr>
        <p:xfrm>
          <a:off x="5430" y="1079305"/>
          <a:ext cx="3229231" cy="216097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3204117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450BEB11-0A28-814E-A534-12E6B5876506}"/>
              </a:ext>
            </a:extLst>
          </p:cNvPr>
          <p:cNvGraphicFramePr>
            <a:graphicFrameLocks/>
          </p:cNvGraphicFramePr>
          <p:nvPr/>
        </p:nvGraphicFramePr>
        <p:xfrm>
          <a:off x="5364" y="1079308"/>
          <a:ext cx="3229360" cy="21609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350765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01A264C3-2A3E-C244-B0CA-C8287BA40D75}"/>
              </a:ext>
            </a:extLst>
          </p:cNvPr>
          <p:cNvGraphicFramePr>
            <a:graphicFrameLocks/>
          </p:cNvGraphicFramePr>
          <p:nvPr/>
        </p:nvGraphicFramePr>
        <p:xfrm>
          <a:off x="3612" y="1071183"/>
          <a:ext cx="3232867" cy="217722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205456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Chart 11">
            <a:extLst>
              <a:ext uri="{FF2B5EF4-FFF2-40B4-BE49-F238E27FC236}">
                <a16:creationId xmlns:a16="http://schemas.microsoft.com/office/drawing/2014/main" id="{FBBC152F-6AD9-455B-BF48-A98E2B15E91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54266331"/>
              </p:ext>
            </p:extLst>
          </p:nvPr>
        </p:nvGraphicFramePr>
        <p:xfrm>
          <a:off x="16804" y="3242696"/>
          <a:ext cx="3203368" cy="10747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" name="Chart 4">
            <a:extLst>
              <a:ext uri="{FF2B5EF4-FFF2-40B4-BE49-F238E27FC236}">
                <a16:creationId xmlns:a16="http://schemas.microsoft.com/office/drawing/2014/main" id="{14A6229B-795D-4FFD-B7BB-1D68F6F1FFC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8876947"/>
              </p:ext>
            </p:extLst>
          </p:nvPr>
        </p:nvGraphicFramePr>
        <p:xfrm>
          <a:off x="0" y="0"/>
          <a:ext cx="3236976" cy="10720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" name="Chart 5">
            <a:extLst>
              <a:ext uri="{FF2B5EF4-FFF2-40B4-BE49-F238E27FC236}">
                <a16:creationId xmlns:a16="http://schemas.microsoft.com/office/drawing/2014/main" id="{899EB01D-B180-406F-9322-441A205D61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6421531"/>
              </p:ext>
            </p:extLst>
          </p:nvPr>
        </p:nvGraphicFramePr>
        <p:xfrm>
          <a:off x="3112" y="1072075"/>
          <a:ext cx="3236976" cy="10789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5" name="Chart 7">
            <a:extLst>
              <a:ext uri="{FF2B5EF4-FFF2-40B4-BE49-F238E27FC236}">
                <a16:creationId xmlns:a16="http://schemas.microsoft.com/office/drawing/2014/main" id="{CC41AB22-8C4C-434B-97B0-33437BC356A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44721308"/>
              </p:ext>
            </p:extLst>
          </p:nvPr>
        </p:nvGraphicFramePr>
        <p:xfrm>
          <a:off x="3112" y="2168521"/>
          <a:ext cx="3236976" cy="10789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0" name="CuadroTexto 9">
            <a:extLst>
              <a:ext uri="{FF2B5EF4-FFF2-40B4-BE49-F238E27FC236}">
                <a16:creationId xmlns:a16="http://schemas.microsoft.com/office/drawing/2014/main" id="{A9D41AB2-C96F-DD5F-DC0F-395F6B0204C8}"/>
              </a:ext>
            </a:extLst>
          </p:cNvPr>
          <p:cNvSpPr txBox="1"/>
          <p:nvPr/>
        </p:nvSpPr>
        <p:spPr>
          <a:xfrm>
            <a:off x="2760784" y="3577090"/>
            <a:ext cx="3642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C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t(s)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CCD7589-B84F-33A7-54B7-7C727F0712F7}"/>
              </a:ext>
            </a:extLst>
          </p:cNvPr>
          <p:cNvSpPr txBox="1"/>
          <p:nvPr/>
        </p:nvSpPr>
        <p:spPr>
          <a:xfrm>
            <a:off x="0" y="0"/>
            <a:ext cx="2901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7352AA2-0BAF-0A76-824D-0BD680952FC5}"/>
              </a:ext>
            </a:extLst>
          </p:cNvPr>
          <p:cNvSpPr txBox="1"/>
          <p:nvPr/>
        </p:nvSpPr>
        <p:spPr>
          <a:xfrm>
            <a:off x="2488915" y="123110"/>
            <a:ext cx="54373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EC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 min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0EE022C8-357E-5746-2F1B-BC8554F30176}"/>
              </a:ext>
            </a:extLst>
          </p:cNvPr>
          <p:cNvSpPr txBox="1"/>
          <p:nvPr/>
        </p:nvSpPr>
        <p:spPr>
          <a:xfrm>
            <a:off x="2488914" y="1137370"/>
            <a:ext cx="54374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EC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 min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1BA8FD5-981C-5D32-C64F-D7FB5D7BE9A0}"/>
              </a:ext>
            </a:extLst>
          </p:cNvPr>
          <p:cNvSpPr txBox="1"/>
          <p:nvPr/>
        </p:nvSpPr>
        <p:spPr>
          <a:xfrm>
            <a:off x="2488914" y="2151630"/>
            <a:ext cx="54374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EC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 min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9D54D995-CD2A-8BB1-CE4F-2A7ECB013A79}"/>
              </a:ext>
            </a:extLst>
          </p:cNvPr>
          <p:cNvSpPr txBox="1"/>
          <p:nvPr/>
        </p:nvSpPr>
        <p:spPr>
          <a:xfrm>
            <a:off x="2488914" y="3165890"/>
            <a:ext cx="54374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EC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 min</a:t>
            </a:r>
          </a:p>
        </p:txBody>
      </p:sp>
    </p:spTree>
    <p:extLst>
      <p:ext uri="{BB962C8B-B14F-4D97-AF65-F5344CB8AC3E}">
        <p14:creationId xmlns:p14="http://schemas.microsoft.com/office/powerpoint/2010/main" val="2796534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98E9E-7275-C235-DBCF-CF2C7E6DC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3">
            <a:extLst>
              <a:ext uri="{FF2B5EF4-FFF2-40B4-BE49-F238E27FC236}">
                <a16:creationId xmlns:a16="http://schemas.microsoft.com/office/drawing/2014/main" id="{945C2F7B-D01A-7046-3C9E-0439B7DF3896}"/>
              </a:ext>
            </a:extLst>
          </p:cNvPr>
          <p:cNvGraphicFramePr>
            <a:graphicFrameLocks/>
          </p:cNvGraphicFramePr>
          <p:nvPr/>
        </p:nvGraphicFramePr>
        <p:xfrm>
          <a:off x="-17148" y="0"/>
          <a:ext cx="3254669" cy="11011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4">
            <a:extLst>
              <a:ext uri="{FF2B5EF4-FFF2-40B4-BE49-F238E27FC236}">
                <a16:creationId xmlns:a16="http://schemas.microsoft.com/office/drawing/2014/main" id="{E1B3DD22-6B87-5FA9-328C-9DDDCA427A45}"/>
              </a:ext>
            </a:extLst>
          </p:cNvPr>
          <p:cNvGraphicFramePr>
            <a:graphicFrameLocks/>
          </p:cNvGraphicFramePr>
          <p:nvPr/>
        </p:nvGraphicFramePr>
        <p:xfrm>
          <a:off x="-17148" y="1071652"/>
          <a:ext cx="3253910" cy="11001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7" name="Chart 5">
            <a:extLst>
              <a:ext uri="{FF2B5EF4-FFF2-40B4-BE49-F238E27FC236}">
                <a16:creationId xmlns:a16="http://schemas.microsoft.com/office/drawing/2014/main" id="{974D12D5-53E9-5F88-F7CC-2E4B3D8A8E25}"/>
              </a:ext>
            </a:extLst>
          </p:cNvPr>
          <p:cNvGraphicFramePr>
            <a:graphicFrameLocks/>
          </p:cNvGraphicFramePr>
          <p:nvPr/>
        </p:nvGraphicFramePr>
        <p:xfrm>
          <a:off x="-17148" y="2142296"/>
          <a:ext cx="3264526" cy="11001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C7698F10-905C-A415-E716-0CAE11C38787}"/>
              </a:ext>
            </a:extLst>
          </p:cNvPr>
          <p:cNvGraphicFramePr>
            <a:graphicFrameLocks/>
          </p:cNvGraphicFramePr>
          <p:nvPr/>
        </p:nvGraphicFramePr>
        <p:xfrm>
          <a:off x="-17148" y="3212941"/>
          <a:ext cx="3236976" cy="10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1" name="CuadroTexto 10">
            <a:extLst>
              <a:ext uri="{FF2B5EF4-FFF2-40B4-BE49-F238E27FC236}">
                <a16:creationId xmlns:a16="http://schemas.microsoft.com/office/drawing/2014/main" id="{0B3D4E18-B42F-B877-AD88-1916382069A3}"/>
              </a:ext>
            </a:extLst>
          </p:cNvPr>
          <p:cNvSpPr txBox="1"/>
          <p:nvPr/>
        </p:nvSpPr>
        <p:spPr>
          <a:xfrm>
            <a:off x="0" y="0"/>
            <a:ext cx="2901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8E3BF5A-91EC-3187-43E7-7E58F2F2963A}"/>
              </a:ext>
            </a:extLst>
          </p:cNvPr>
          <p:cNvSpPr txBox="1"/>
          <p:nvPr/>
        </p:nvSpPr>
        <p:spPr>
          <a:xfrm>
            <a:off x="2488915" y="123110"/>
            <a:ext cx="54373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EC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 min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26EC95A-B2A4-ED29-84BB-243A5ABA6CD3}"/>
              </a:ext>
            </a:extLst>
          </p:cNvPr>
          <p:cNvSpPr txBox="1"/>
          <p:nvPr/>
        </p:nvSpPr>
        <p:spPr>
          <a:xfrm>
            <a:off x="2488914" y="1137370"/>
            <a:ext cx="54374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EC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 min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FE03C19-23A5-9587-914E-3586835777AF}"/>
              </a:ext>
            </a:extLst>
          </p:cNvPr>
          <p:cNvSpPr txBox="1"/>
          <p:nvPr/>
        </p:nvSpPr>
        <p:spPr>
          <a:xfrm>
            <a:off x="2488914" y="2151630"/>
            <a:ext cx="54374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EC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 min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451597A-A812-C0ED-CCCD-BBA0C8FB35D9}"/>
              </a:ext>
            </a:extLst>
          </p:cNvPr>
          <p:cNvSpPr txBox="1"/>
          <p:nvPr/>
        </p:nvSpPr>
        <p:spPr>
          <a:xfrm>
            <a:off x="2488915" y="3165890"/>
            <a:ext cx="54374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EC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90 min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48F752E-9858-BE14-758F-EEC3AAC08CD9}"/>
              </a:ext>
            </a:extLst>
          </p:cNvPr>
          <p:cNvSpPr txBox="1"/>
          <p:nvPr/>
        </p:nvSpPr>
        <p:spPr>
          <a:xfrm>
            <a:off x="2760784" y="3577090"/>
            <a:ext cx="3642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C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t(s)</a:t>
            </a:r>
          </a:p>
        </p:txBody>
      </p:sp>
    </p:spTree>
    <p:extLst>
      <p:ext uri="{BB962C8B-B14F-4D97-AF65-F5344CB8AC3E}">
        <p14:creationId xmlns:p14="http://schemas.microsoft.com/office/powerpoint/2010/main" val="35609983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A1C74-23F4-5C99-851A-E4CB668D1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Chart 3">
            <a:extLst>
              <a:ext uri="{FF2B5EF4-FFF2-40B4-BE49-F238E27FC236}">
                <a16:creationId xmlns:a16="http://schemas.microsoft.com/office/drawing/2014/main" id="{5196712C-5667-B643-8E65-76E882E8BE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47888685"/>
              </p:ext>
            </p:extLst>
          </p:nvPr>
        </p:nvGraphicFramePr>
        <p:xfrm>
          <a:off x="50334" y="-22669"/>
          <a:ext cx="3132000" cy="10614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Chart 4">
            <a:extLst>
              <a:ext uri="{FF2B5EF4-FFF2-40B4-BE49-F238E27FC236}">
                <a16:creationId xmlns:a16="http://schemas.microsoft.com/office/drawing/2014/main" id="{F20AED4E-C68D-F644-A244-FB32E004D86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27502803"/>
              </p:ext>
            </p:extLst>
          </p:nvPr>
        </p:nvGraphicFramePr>
        <p:xfrm>
          <a:off x="0" y="1070930"/>
          <a:ext cx="3132000" cy="10614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1" name="Chart 5">
            <a:extLst>
              <a:ext uri="{FF2B5EF4-FFF2-40B4-BE49-F238E27FC236}">
                <a16:creationId xmlns:a16="http://schemas.microsoft.com/office/drawing/2014/main" id="{FBEED9BD-85D0-0C45-BC7E-2D219AF943A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49463244"/>
              </p:ext>
            </p:extLst>
          </p:nvPr>
        </p:nvGraphicFramePr>
        <p:xfrm>
          <a:off x="0" y="2164529"/>
          <a:ext cx="3224822" cy="106146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2" name="Chart 8">
            <a:extLst>
              <a:ext uri="{FF2B5EF4-FFF2-40B4-BE49-F238E27FC236}">
                <a16:creationId xmlns:a16="http://schemas.microsoft.com/office/drawing/2014/main" id="{3FB86A5C-FFBE-554E-BFA2-138ACE3FADF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84713254"/>
              </p:ext>
            </p:extLst>
          </p:nvPr>
        </p:nvGraphicFramePr>
        <p:xfrm>
          <a:off x="0" y="3258126"/>
          <a:ext cx="3226186" cy="10614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1" name="CuadroTexto 10">
            <a:extLst>
              <a:ext uri="{FF2B5EF4-FFF2-40B4-BE49-F238E27FC236}">
                <a16:creationId xmlns:a16="http://schemas.microsoft.com/office/drawing/2014/main" id="{31C83281-430C-BB88-C57D-5E560446F3E5}"/>
              </a:ext>
            </a:extLst>
          </p:cNvPr>
          <p:cNvSpPr txBox="1"/>
          <p:nvPr/>
        </p:nvSpPr>
        <p:spPr>
          <a:xfrm>
            <a:off x="0" y="0"/>
            <a:ext cx="2901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84C96C2-C559-F5B4-D6FF-7EDF15BD9061}"/>
              </a:ext>
            </a:extLst>
          </p:cNvPr>
          <p:cNvSpPr txBox="1"/>
          <p:nvPr/>
        </p:nvSpPr>
        <p:spPr>
          <a:xfrm>
            <a:off x="2488915" y="123110"/>
            <a:ext cx="54373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EC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 min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A31C6B4-1930-175B-CCE6-10E083F2C3B5}"/>
              </a:ext>
            </a:extLst>
          </p:cNvPr>
          <p:cNvSpPr txBox="1"/>
          <p:nvPr/>
        </p:nvSpPr>
        <p:spPr>
          <a:xfrm>
            <a:off x="2488914" y="1137370"/>
            <a:ext cx="54374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EC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 min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516178E-FA10-D0C7-F3A7-49F03A780995}"/>
              </a:ext>
            </a:extLst>
          </p:cNvPr>
          <p:cNvSpPr txBox="1"/>
          <p:nvPr/>
        </p:nvSpPr>
        <p:spPr>
          <a:xfrm>
            <a:off x="2488914" y="2151630"/>
            <a:ext cx="54374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EC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 min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72595CE6-B948-42DD-0A1E-4A03CEF94984}"/>
              </a:ext>
            </a:extLst>
          </p:cNvPr>
          <p:cNvSpPr txBox="1"/>
          <p:nvPr/>
        </p:nvSpPr>
        <p:spPr>
          <a:xfrm>
            <a:off x="2488915" y="3165890"/>
            <a:ext cx="54374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EC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90 min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328C160C-C228-84E6-0D8D-0DCB26D62DC0}"/>
              </a:ext>
            </a:extLst>
          </p:cNvPr>
          <p:cNvSpPr txBox="1"/>
          <p:nvPr/>
        </p:nvSpPr>
        <p:spPr>
          <a:xfrm>
            <a:off x="2760784" y="3577090"/>
            <a:ext cx="3642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C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t(s)</a:t>
            </a:r>
          </a:p>
        </p:txBody>
      </p:sp>
    </p:spTree>
    <p:extLst>
      <p:ext uri="{BB962C8B-B14F-4D97-AF65-F5344CB8AC3E}">
        <p14:creationId xmlns:p14="http://schemas.microsoft.com/office/powerpoint/2010/main" val="23278532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E23E4EF4-EC63-4C45-3A95-75F6CA8261E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91438701"/>
              </p:ext>
            </p:extLst>
          </p:nvPr>
        </p:nvGraphicFramePr>
        <p:xfrm>
          <a:off x="0" y="817554"/>
          <a:ext cx="3240000" cy="216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3175379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4AAA8FDE-9DB0-4813-A7BB-1740C2B1628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01453209"/>
              </p:ext>
            </p:extLst>
          </p:nvPr>
        </p:nvGraphicFramePr>
        <p:xfrm>
          <a:off x="44" y="1079794"/>
          <a:ext cx="3240000" cy="216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397245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75F7A215-C619-4625-A1E9-456CB099529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62817984"/>
              </p:ext>
            </p:extLst>
          </p:nvPr>
        </p:nvGraphicFramePr>
        <p:xfrm>
          <a:off x="5840" y="1071679"/>
          <a:ext cx="3228408" cy="21762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6426475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1CE8909C-D22F-4D69-ADCC-AF591C2BFF9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90377751"/>
              </p:ext>
            </p:extLst>
          </p:nvPr>
        </p:nvGraphicFramePr>
        <p:xfrm>
          <a:off x="44" y="788194"/>
          <a:ext cx="3240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0445284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4D66EE6-8142-764E-EF77-EA3E527FD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89458"/>
            <a:ext cx="3240088" cy="940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468183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768</TotalTime>
  <Words>157</Words>
  <Application>Microsoft Office PowerPoint</Application>
  <PresentationFormat>Custom</PresentationFormat>
  <Paragraphs>59</Paragraphs>
  <Slides>14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Times New Roman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María José Torres Constante</dc:creator>
  <cp:lastModifiedBy>Pablo Sebastián Alvarado Sarmiento</cp:lastModifiedBy>
  <cp:revision>10</cp:revision>
  <dcterms:created xsi:type="dcterms:W3CDTF">2025-10-03T17:06:32Z</dcterms:created>
  <dcterms:modified xsi:type="dcterms:W3CDTF">2025-10-17T00:17:07Z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7b10915-602c-481a-bdc7-238d429ea082_Enabled">
    <vt:lpwstr>true</vt:lpwstr>
  </property>
  <property fmtid="{D5CDD505-2E9C-101B-9397-08002B2CF9AE}" pid="3" name="MSIP_Label_f7b10915-602c-481a-bdc7-238d429ea082_SetDate">
    <vt:lpwstr>2025-10-03T17:08:13Z</vt:lpwstr>
  </property>
  <property fmtid="{D5CDD505-2E9C-101B-9397-08002B2CF9AE}" pid="4" name="MSIP_Label_f7b10915-602c-481a-bdc7-238d429ea082_Method">
    <vt:lpwstr>Standard</vt:lpwstr>
  </property>
  <property fmtid="{D5CDD505-2E9C-101B-9397-08002B2CF9AE}" pid="5" name="MSIP_Label_f7b10915-602c-481a-bdc7-238d429ea082_Name">
    <vt:lpwstr>defa4170-0d19-0005-0004-bc88714345d2</vt:lpwstr>
  </property>
  <property fmtid="{D5CDD505-2E9C-101B-9397-08002B2CF9AE}" pid="6" name="MSIP_Label_f7b10915-602c-481a-bdc7-238d429ea082_SiteId">
    <vt:lpwstr>9f119962-8c62-431c-a8ef-e7e0a42d11fc</vt:lpwstr>
  </property>
  <property fmtid="{D5CDD505-2E9C-101B-9397-08002B2CF9AE}" pid="7" name="MSIP_Label_f7b10915-602c-481a-bdc7-238d429ea082_ActionId">
    <vt:lpwstr>278ddd64-28fd-4f80-93fa-9ab18e1d52af</vt:lpwstr>
  </property>
  <property fmtid="{D5CDD505-2E9C-101B-9397-08002B2CF9AE}" pid="8" name="MSIP_Label_f7b10915-602c-481a-bdc7-238d429ea082_ContentBits">
    <vt:lpwstr>0</vt:lpwstr>
  </property>
  <property fmtid="{D5CDD505-2E9C-101B-9397-08002B2CF9AE}" pid="9" name="MSIP_Label_f7b10915-602c-481a-bdc7-238d429ea082_Tag">
    <vt:lpwstr>50, 3, 0, 1</vt:lpwstr>
  </property>
</Properties>
</file>