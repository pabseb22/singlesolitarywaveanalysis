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3240088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82044"/>
  </p:normalViewPr>
  <p:slideViewPr>
    <p:cSldViewPr snapToGrid="0">
      <p:cViewPr>
        <p:scale>
          <a:sx n="278" d="100"/>
          <a:sy n="278" d="100"/>
        </p:scale>
        <p:origin x="5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iajosetorresconstante/Documents/GitHub/SingleSolitaryWaveAnalysis/Pastas_Mortero_2025/Plantilla_RESULTADOS_CPT%20(072025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mariajosetorresconstante/Documents/GitHub/SingleSolitaryWaveAnalysis/Pastas_Mortero_2025/Plantilla_RESULTADOS_CPT%20(072025)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mariajosetorresconstante/Documents/GitHub/SingleSolitaryWaveAnalysis/Pastas_Mortero_2025/Plantilla_RESULTADOS_CPT%20(072025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iajosetorresconstante/Documents/GitHub/SingleSolitaryWaveAnalysis/Pastas_Mortero_2025/Plantilla_RESULTADOS_CPT%20(072025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iajosetorresconstante/Documents/GitHub/SingleSolitaryWaveAnalysis/Pastas_Mortero_2025/Plantilla_RESULTADOS_CPT%20(072025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iajosetorresconstante/Documents/GitHub/SingleSolitaryWaveAnalysis/Pastas_Mortero_2025/Plantilla_RESULTADOS_CPT%20(072025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04730308291671"/>
          <c:y val="6.4646655356972629E-2"/>
          <c:w val="0.60452133612866055"/>
          <c:h val="0.68918656275075452"/>
        </c:manualLayout>
      </c:layout>
      <c:scatterChart>
        <c:scatterStyle val="lineMarker"/>
        <c:varyColors val="0"/>
        <c:ser>
          <c:idx val="0"/>
          <c:order val="0"/>
          <c:tx>
            <c:strRef>
              <c:f>'Penetración vs TOF (s)'!$C$4</c:f>
              <c:strCache>
                <c:ptCount val="1"/>
                <c:pt idx="0">
                  <c:v>Penetración (mm)</c:v>
                </c:pt>
              </c:strCache>
            </c:strRef>
          </c:tx>
          <c:spPr>
            <a:ln w="12700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xVal>
            <c:numRef>
              <c:f>'Penetración vs TOF (s)'!$B$5:$B$12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</c:numCache>
            </c:numRef>
          </c:xVal>
          <c:yVal>
            <c:numRef>
              <c:f>'Penetración vs TOF (s)'!$C$5:$C$11</c:f>
              <c:numCache>
                <c:formatCode>0.00</c:formatCode>
                <c:ptCount val="7"/>
                <c:pt idx="0">
                  <c:v>25.166666666666668</c:v>
                </c:pt>
                <c:pt idx="1">
                  <c:v>24.599999999999998</c:v>
                </c:pt>
                <c:pt idx="2">
                  <c:v>20.166666666666668</c:v>
                </c:pt>
                <c:pt idx="3">
                  <c:v>20.2</c:v>
                </c:pt>
                <c:pt idx="4">
                  <c:v>17.633333333333333</c:v>
                </c:pt>
                <c:pt idx="5">
                  <c:v>15.266666666666666</c:v>
                </c:pt>
                <c:pt idx="6">
                  <c:v>13.166666666666666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06-AD47-A2CA-492C9E138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225792"/>
        <c:axId val="1963063280"/>
      </c:scatterChart>
      <c:scatterChart>
        <c:scatterStyle val="lineMarker"/>
        <c:varyColors val="0"/>
        <c:ser>
          <c:idx val="1"/>
          <c:order val="1"/>
          <c:tx>
            <c:strRef>
              <c:f>'Penetración vs TOF (s)'!$D$4</c:f>
              <c:strCache>
                <c:ptCount val="1"/>
                <c:pt idx="0">
                  <c:v>TOF (s)</c:v>
                </c:pt>
              </c:strCache>
            </c:strRef>
          </c:tx>
          <c:spPr>
            <a:ln w="1270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'Penetración vs TOF (s)'!$B$5:$B$12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</c:numCache>
            </c:numRef>
          </c:xVal>
          <c:yVal>
            <c:numRef>
              <c:f>'Penetración vs TOF (s)'!$D$5:$D$12</c:f>
              <c:numCache>
                <c:formatCode>General</c:formatCode>
                <c:ptCount val="8"/>
                <c:pt idx="0">
                  <c:v>3.4375671399828889E-3</c:v>
                </c:pt>
                <c:pt idx="1">
                  <c:v>2.9297447215697048E-3</c:v>
                </c:pt>
                <c:pt idx="2">
                  <c:v>2.8906814586235896E-3</c:v>
                </c:pt>
                <c:pt idx="3">
                  <c:v>2.7344284068107072E-3</c:v>
                </c:pt>
                <c:pt idx="4">
                  <c:v>2.5977069864779878E-3</c:v>
                </c:pt>
                <c:pt idx="5">
                  <c:v>2.5586437235176618E-3</c:v>
                </c:pt>
                <c:pt idx="6">
                  <c:v>2.5586437235105564E-3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006-AD47-A2CA-492C9E138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2465232"/>
        <c:axId val="342460800"/>
      </c:scatterChart>
      <c:valAx>
        <c:axId val="1963225792"/>
        <c:scaling>
          <c:orientation val="minMax"/>
          <c:max val="7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Tiempo</a:t>
                </a:r>
                <a:r>
                  <a:rPr lang="es-MX" b="1" baseline="0"/>
                  <a:t> (min)</a:t>
                </a:r>
                <a:endParaRPr lang="es-MX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MX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063280"/>
        <c:crosses val="autoZero"/>
        <c:crossBetween val="midCat"/>
        <c:majorUnit val="25"/>
      </c:valAx>
      <c:valAx>
        <c:axId val="19630632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Penetración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C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225792"/>
        <c:crosses val="autoZero"/>
        <c:crossBetween val="midCat"/>
      </c:valAx>
      <c:valAx>
        <c:axId val="342460800"/>
        <c:scaling>
          <c:orientation val="minMax"/>
          <c:min val="2E-3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sz="1000" b="1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TOF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C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342465232"/>
        <c:crosses val="max"/>
        <c:crossBetween val="midCat"/>
      </c:valAx>
      <c:valAx>
        <c:axId val="3424652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24608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6524709626338485"/>
          <c:y val="0.57818818301104313"/>
          <c:w val="0.4124633867653838"/>
          <c:h val="0.149635951869940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EC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22153691665509"/>
          <c:y val="6.4675955868498086E-2"/>
          <c:w val="0.61194246063362834"/>
          <c:h val="0.68904568937300437"/>
        </c:manualLayout>
      </c:layout>
      <c:scatterChart>
        <c:scatterStyle val="lineMarker"/>
        <c:varyColors val="0"/>
        <c:ser>
          <c:idx val="0"/>
          <c:order val="0"/>
          <c:tx>
            <c:strRef>
              <c:f>'Penetración vs TOF (s)'!$H$4</c:f>
              <c:strCache>
                <c:ptCount val="1"/>
                <c:pt idx="0">
                  <c:v>Penetración (mm)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xVal>
            <c:numRef>
              <c:f>'Penetración vs TOF (s)'!$G$6:$G$13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60</c:v>
                </c:pt>
                <c:pt idx="6">
                  <c:v>90</c:v>
                </c:pt>
                <c:pt idx="7">
                  <c:v>120</c:v>
                </c:pt>
              </c:numCache>
            </c:numRef>
          </c:xVal>
          <c:yVal>
            <c:numRef>
              <c:f>'Penetración vs TOF (s)'!$H$6:$H$13</c:f>
              <c:numCache>
                <c:formatCode>0.0</c:formatCode>
                <c:ptCount val="8"/>
                <c:pt idx="0">
                  <c:v>39.700000000000003</c:v>
                </c:pt>
                <c:pt idx="1">
                  <c:v>39.700000000000003</c:v>
                </c:pt>
                <c:pt idx="2">
                  <c:v>39.700000000000003</c:v>
                </c:pt>
                <c:pt idx="3">
                  <c:v>36.5</c:v>
                </c:pt>
                <c:pt idx="4">
                  <c:v>34.799999999999997</c:v>
                </c:pt>
                <c:pt idx="5">
                  <c:v>29.633333333333336</c:v>
                </c:pt>
                <c:pt idx="6">
                  <c:v>23.400000000000002</c:v>
                </c:pt>
                <c:pt idx="7">
                  <c:v>15.633333333333333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26-A847-9954-A68C7400C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225792"/>
        <c:axId val="1963063280"/>
      </c:scatterChart>
      <c:scatterChart>
        <c:scatterStyle val="lineMarker"/>
        <c:varyColors val="0"/>
        <c:ser>
          <c:idx val="1"/>
          <c:order val="1"/>
          <c:tx>
            <c:strRef>
              <c:f>'Penetración vs TOF (s)'!$I$4</c:f>
              <c:strCache>
                <c:ptCount val="1"/>
                <c:pt idx="0">
                  <c:v>TOF (s)</c:v>
                </c:pt>
              </c:strCache>
            </c:strRef>
          </c:tx>
          <c:spPr>
            <a:ln w="1270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marker>
          <c:xVal>
            <c:numRef>
              <c:f>'Penetración vs TOF (s)'!$G$6:$G$13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60</c:v>
                </c:pt>
                <c:pt idx="6">
                  <c:v>90</c:v>
                </c:pt>
                <c:pt idx="7">
                  <c:v>120</c:v>
                </c:pt>
              </c:numCache>
            </c:numRef>
          </c:xVal>
          <c:yVal>
            <c:numRef>
              <c:f>'Penetración vs TOF (s)'!$I$6:$I$13</c:f>
              <c:numCache>
                <c:formatCode>General</c:formatCode>
                <c:ptCount val="8"/>
                <c:pt idx="0">
                  <c:v>4.0235160842883033E-3</c:v>
                </c:pt>
                <c:pt idx="1">
                  <c:v>3.9844528213421881E-3</c:v>
                </c:pt>
                <c:pt idx="2">
                  <c:v>3.847731401005916E-3</c:v>
                </c:pt>
                <c:pt idx="3">
                  <c:v>3.7500732436193118E-3</c:v>
                </c:pt>
                <c:pt idx="4">
                  <c:v>3.6133518232777107E-3</c:v>
                </c:pt>
                <c:pt idx="5">
                  <c:v>3.7110099806625385E-3</c:v>
                </c:pt>
                <c:pt idx="6">
                  <c:v>3.3203773511161216E-3</c:v>
                </c:pt>
                <c:pt idx="7">
                  <c:v>3.1836559307834023E-3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26-A847-9954-A68C7400C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0001168"/>
        <c:axId val="579998576"/>
      </c:scatterChart>
      <c:valAx>
        <c:axId val="1963225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Tiempo</a:t>
                </a:r>
                <a:r>
                  <a:rPr lang="es-MX" b="1" baseline="0"/>
                  <a:t> (min)</a:t>
                </a:r>
                <a:endParaRPr lang="es-MX" b="1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063280"/>
        <c:crosses val="autoZero"/>
        <c:crossBetween val="midCat"/>
        <c:majorUnit val="25"/>
      </c:valAx>
      <c:valAx>
        <c:axId val="19630632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Penetración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225792"/>
        <c:crosses val="autoZero"/>
        <c:crossBetween val="midCat"/>
      </c:valAx>
      <c:valAx>
        <c:axId val="579998576"/>
        <c:scaling>
          <c:orientation val="minMax"/>
          <c:max val="4.4999999999999997E-3"/>
          <c:min val="3.0000000000000001E-3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TOF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580001168"/>
        <c:crosses val="max"/>
        <c:crossBetween val="midCat"/>
      </c:valAx>
      <c:valAx>
        <c:axId val="5800011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7999857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2638112111928337"/>
          <c:y val="0.58867306023713095"/>
          <c:w val="0.44314564810074536"/>
          <c:h val="0.16955193034811591"/>
        </c:manualLayout>
      </c:layout>
      <c:overlay val="0"/>
      <c:txPr>
        <a:bodyPr/>
        <a:lstStyle/>
        <a:p>
          <a:pPr>
            <a:defRPr sz="800"/>
          </a:pPr>
          <a:endParaRPr lang="es-EC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EC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90335199775794"/>
          <c:y val="6.7245352152404833E-2"/>
          <c:w val="0.6193724852479674"/>
          <c:h val="0.67669233735120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'Penetración vs TOF (s)'!$M$4</c:f>
              <c:strCache>
                <c:ptCount val="1"/>
                <c:pt idx="0">
                  <c:v>Penetración (mm)</c:v>
                </c:pt>
              </c:strCache>
            </c:strRef>
          </c:tx>
          <c:spPr>
            <a:ln w="127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6">
                  <a:lumMod val="50000"/>
                </a:schemeClr>
              </a:solidFill>
              <a:ln w="9525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xVal>
            <c:numRef>
              <c:f>'Penetración vs TOF (s)'!$L$6:$L$13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60</c:v>
                </c:pt>
                <c:pt idx="6">
                  <c:v>90</c:v>
                </c:pt>
                <c:pt idx="7">
                  <c:v>120</c:v>
                </c:pt>
              </c:numCache>
            </c:numRef>
          </c:xVal>
          <c:yVal>
            <c:numRef>
              <c:f>'Penetración vs TOF (s)'!$M$6:$M$13</c:f>
              <c:numCache>
                <c:formatCode>0.0</c:formatCode>
                <c:ptCount val="8"/>
                <c:pt idx="0">
                  <c:v>39.5</c:v>
                </c:pt>
                <c:pt idx="1">
                  <c:v>39.5</c:v>
                </c:pt>
                <c:pt idx="2">
                  <c:v>39.5</c:v>
                </c:pt>
                <c:pt idx="3">
                  <c:v>39.5</c:v>
                </c:pt>
                <c:pt idx="4">
                  <c:v>39.5</c:v>
                </c:pt>
                <c:pt idx="5">
                  <c:v>32.275000000000006</c:v>
                </c:pt>
                <c:pt idx="6">
                  <c:v>30.099999999999998</c:v>
                </c:pt>
                <c:pt idx="7">
                  <c:v>24.433333333333334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74-DB40-8F69-29DFDF0D3F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225792"/>
        <c:axId val="1963063280"/>
      </c:scatterChart>
      <c:scatterChart>
        <c:scatterStyle val="lineMarker"/>
        <c:varyColors val="0"/>
        <c:ser>
          <c:idx val="1"/>
          <c:order val="1"/>
          <c:tx>
            <c:strRef>
              <c:f>'Penetración vs TOF (s)'!$N$4</c:f>
              <c:strCache>
                <c:ptCount val="1"/>
                <c:pt idx="0">
                  <c:v>TOF (s)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'Penetración vs TOF (s)'!$L$6:$L$14</c:f>
              <c:numCache>
                <c:formatCode>General</c:formatCode>
                <c:ptCount val="9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60</c:v>
                </c:pt>
                <c:pt idx="6">
                  <c:v>90</c:v>
                </c:pt>
                <c:pt idx="7">
                  <c:v>120</c:v>
                </c:pt>
                <c:pt idx="8">
                  <c:v>137</c:v>
                </c:pt>
              </c:numCache>
            </c:numRef>
          </c:xVal>
          <c:yVal>
            <c:numRef>
              <c:f>'Penetración vs TOF (s)'!$N$6:$N$14</c:f>
              <c:numCache>
                <c:formatCode>General</c:formatCode>
                <c:ptCount val="9"/>
                <c:pt idx="0">
                  <c:v>4.1146636978582523E-3</c:v>
                </c:pt>
                <c:pt idx="1">
                  <c:v>4.1741886699789687E-3</c:v>
                </c:pt>
                <c:pt idx="2">
                  <c:v>4.2539893357297128E-3</c:v>
                </c:pt>
                <c:pt idx="3">
                  <c:v>4.2481298462847166E-3</c:v>
                </c:pt>
                <c:pt idx="4">
                  <c:v>4.3018418328450991E-3</c:v>
                </c:pt>
                <c:pt idx="5">
                  <c:v>3.9953037277208458E-3</c:v>
                </c:pt>
                <c:pt idx="6">
                  <c:v>3.4961620344202199E-3</c:v>
                </c:pt>
                <c:pt idx="7">
                  <c:v>3.200397329192375E-3</c:v>
                </c:pt>
                <c:pt idx="8">
                  <c:v>2.9046326239645301E-3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74-DB40-8F69-29DFDF0D3F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0001168"/>
        <c:axId val="579998576"/>
      </c:scatterChart>
      <c:valAx>
        <c:axId val="1963225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Tiempo</a:t>
                </a:r>
                <a:r>
                  <a:rPr lang="es-MX" b="1" baseline="0"/>
                  <a:t> (min)</a:t>
                </a:r>
                <a:endParaRPr lang="es-MX" b="1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063280"/>
        <c:crosses val="autoZero"/>
        <c:crossBetween val="midCat"/>
        <c:majorUnit val="25"/>
      </c:valAx>
      <c:valAx>
        <c:axId val="19630632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Penetración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225792"/>
        <c:crosses val="autoZero"/>
        <c:crossBetween val="midCat"/>
      </c:valAx>
      <c:valAx>
        <c:axId val="57999857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TOF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580001168"/>
        <c:crosses val="max"/>
        <c:crossBetween val="midCat"/>
      </c:valAx>
      <c:valAx>
        <c:axId val="5800011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7999857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0838164026052054"/>
          <c:y val="0.54323028957860697"/>
          <c:w val="0.50091753166907094"/>
          <c:h val="0.17640713426494864"/>
        </c:manualLayout>
      </c:layout>
      <c:overlay val="0"/>
      <c:txPr>
        <a:bodyPr/>
        <a:lstStyle/>
        <a:p>
          <a:pPr>
            <a:defRPr sz="800"/>
          </a:pPr>
          <a:endParaRPr lang="es-EC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EC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942521569804581"/>
          <c:y val="6.4646655356972629E-2"/>
          <c:w val="0.71072371408560187"/>
          <c:h val="0.68918656275075452"/>
        </c:manualLayout>
      </c:layout>
      <c:scatterChart>
        <c:scatterStyle val="lineMarker"/>
        <c:varyColors val="0"/>
        <c:ser>
          <c:idx val="1"/>
          <c:order val="0"/>
          <c:tx>
            <c:v>TOF 0.3</c:v>
          </c:tx>
          <c:spPr>
            <a:ln w="1270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'Penetración vs TOF (s)'!$B$5:$B$12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</c:numCache>
            </c:numRef>
          </c:xVal>
          <c:yVal>
            <c:numRef>
              <c:f>'Penetración vs TOF (s)'!$D$5:$D$12</c:f>
              <c:numCache>
                <c:formatCode>General</c:formatCode>
                <c:ptCount val="8"/>
                <c:pt idx="0">
                  <c:v>3.4375671399828889E-3</c:v>
                </c:pt>
                <c:pt idx="1">
                  <c:v>2.9297447215697048E-3</c:v>
                </c:pt>
                <c:pt idx="2">
                  <c:v>2.8906814586235896E-3</c:v>
                </c:pt>
                <c:pt idx="3">
                  <c:v>2.7344284068107072E-3</c:v>
                </c:pt>
                <c:pt idx="4">
                  <c:v>2.5977069864779878E-3</c:v>
                </c:pt>
                <c:pt idx="5">
                  <c:v>2.5586437235176618E-3</c:v>
                </c:pt>
                <c:pt idx="6">
                  <c:v>2.5586437235105564E-3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7E-3C45-9CE5-F47A3B69F454}"/>
            </c:ext>
          </c:extLst>
        </c:ser>
        <c:ser>
          <c:idx val="0"/>
          <c:order val="1"/>
          <c:tx>
            <c:v>TOF 0.35</c:v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'Penetración vs TOF (s)'!$G$5:$G$13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  <c:pt idx="8">
                  <c:v>120</c:v>
                </c:pt>
              </c:numCache>
            </c:numRef>
          </c:xVal>
          <c:yVal>
            <c:numRef>
              <c:f>'Penetración vs TOF (s)'!$I$5:$I$13</c:f>
              <c:numCache>
                <c:formatCode>General</c:formatCode>
                <c:ptCount val="9"/>
                <c:pt idx="0">
                  <c:v>3.6719467177022125E-3</c:v>
                </c:pt>
                <c:pt idx="1">
                  <c:v>4.0235160842883033E-3</c:v>
                </c:pt>
                <c:pt idx="2">
                  <c:v>3.9844528213421881E-3</c:v>
                </c:pt>
                <c:pt idx="3">
                  <c:v>3.847731401005916E-3</c:v>
                </c:pt>
                <c:pt idx="4">
                  <c:v>3.7500732436193118E-3</c:v>
                </c:pt>
                <c:pt idx="5">
                  <c:v>3.6133518232777107E-3</c:v>
                </c:pt>
                <c:pt idx="6">
                  <c:v>3.7110099806625385E-3</c:v>
                </c:pt>
                <c:pt idx="7">
                  <c:v>3.3203773511161216E-3</c:v>
                </c:pt>
                <c:pt idx="8">
                  <c:v>3.1836559307834023E-3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57E-3C45-9CE5-F47A3B69F454}"/>
            </c:ext>
          </c:extLst>
        </c:ser>
        <c:ser>
          <c:idx val="2"/>
          <c:order val="2"/>
          <c:tx>
            <c:v>TOF 0.4</c:v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'Penetración vs TOF (s)'!$L$5:$L$14</c:f>
              <c:numCache>
                <c:formatCode>General</c:formatCod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  <c:pt idx="8">
                  <c:v>120</c:v>
                </c:pt>
                <c:pt idx="9">
                  <c:v>137</c:v>
                </c:pt>
              </c:numCache>
            </c:numRef>
          </c:xVal>
          <c:yVal>
            <c:numRef>
              <c:f>'Penetración vs TOF (s)'!$N$5:$N$14</c:f>
              <c:numCache>
                <c:formatCode>General</c:formatCode>
                <c:ptCount val="10"/>
                <c:pt idx="0">
                  <c:v>3.541735841195178E-3</c:v>
                </c:pt>
                <c:pt idx="1">
                  <c:v>4.1146636978582523E-3</c:v>
                </c:pt>
                <c:pt idx="2">
                  <c:v>4.1741886699789687E-3</c:v>
                </c:pt>
                <c:pt idx="3">
                  <c:v>4.2539893357297128E-3</c:v>
                </c:pt>
                <c:pt idx="4">
                  <c:v>4.2481298462847166E-3</c:v>
                </c:pt>
                <c:pt idx="5">
                  <c:v>4.3018418328450991E-3</c:v>
                </c:pt>
                <c:pt idx="6">
                  <c:v>3.9953037277208458E-3</c:v>
                </c:pt>
                <c:pt idx="7">
                  <c:v>3.4961620344202199E-3</c:v>
                </c:pt>
                <c:pt idx="8">
                  <c:v>3.200397329192375E-3</c:v>
                </c:pt>
                <c:pt idx="9">
                  <c:v>2.9046326239645301E-3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57E-3C45-9CE5-F47A3B69F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225792"/>
        <c:axId val="1963063280"/>
      </c:scatterChart>
      <c:valAx>
        <c:axId val="1963225792"/>
        <c:scaling>
          <c:orientation val="minMax"/>
          <c:max val="1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Tiempo</a:t>
                </a:r>
                <a:r>
                  <a:rPr lang="es-MX" b="1" baseline="0"/>
                  <a:t> (min)</a:t>
                </a:r>
                <a:endParaRPr lang="es-MX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MX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063280"/>
        <c:crosses val="autoZero"/>
        <c:crossBetween val="midCat"/>
        <c:majorUnit val="25"/>
      </c:valAx>
      <c:valAx>
        <c:axId val="19630632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TOF (s)</a:t>
                </a:r>
              </a:p>
            </c:rich>
          </c:tx>
          <c:layout>
            <c:manualLayout>
              <c:xMode val="edge"/>
              <c:yMode val="edge"/>
              <c:x val="3.2275970352582603E-2"/>
              <c:y val="0.157086553841143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C"/>
            </a:p>
          </c:txPr>
        </c:title>
        <c:numFmt formatCode="0.000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225792"/>
        <c:crosses val="autoZero"/>
        <c:crossBetween val="midCat"/>
        <c:majorUnit val="1E-3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108146610102439"/>
          <c:y val="0.44829424455038408"/>
          <c:w val="0.25520762490756982"/>
          <c:h val="0.278899646363822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EC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942521569804581"/>
          <c:y val="6.4646655356972629E-2"/>
          <c:w val="0.71072371408560187"/>
          <c:h val="0.68918656275075452"/>
        </c:manualLayout>
      </c:layout>
      <c:scatterChart>
        <c:scatterStyle val="lineMarker"/>
        <c:varyColors val="0"/>
        <c:ser>
          <c:idx val="1"/>
          <c:order val="0"/>
          <c:tx>
            <c:v>REF 0.3</c:v>
          </c:tx>
          <c:spPr>
            <a:ln w="127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'Penetración vs TOF (s)'!$E$6:$E$11</c:f>
                <c:numCache>
                  <c:formatCode>General</c:formatCode>
                  <c:ptCount val="6"/>
                  <c:pt idx="0">
                    <c:v>8.940364230095183E-5</c:v>
                  </c:pt>
                  <c:pt idx="1">
                    <c:v>1.2852347801041276E-4</c:v>
                  </c:pt>
                  <c:pt idx="2">
                    <c:v>4.4904551539621803E-5</c:v>
                  </c:pt>
                  <c:pt idx="3">
                    <c:v>6.2987618886990238E-5</c:v>
                  </c:pt>
                  <c:pt idx="4">
                    <c:v>3.1895020643505946E-5</c:v>
                  </c:pt>
                  <c:pt idx="5">
                    <c:v>2.7498309601655101E-5</c:v>
                  </c:pt>
                </c:numCache>
              </c:numRef>
            </c:plus>
            <c:minus>
              <c:numRef>
                <c:f>'Penetración vs TOF (s)'!$E$6:$E$11</c:f>
                <c:numCache>
                  <c:formatCode>General</c:formatCode>
                  <c:ptCount val="6"/>
                  <c:pt idx="0">
                    <c:v>8.940364230095183E-5</c:v>
                  </c:pt>
                  <c:pt idx="1">
                    <c:v>1.2852347801041276E-4</c:v>
                  </c:pt>
                  <c:pt idx="2">
                    <c:v>4.4904551539621803E-5</c:v>
                  </c:pt>
                  <c:pt idx="3">
                    <c:v>6.2987618886990238E-5</c:v>
                  </c:pt>
                  <c:pt idx="4">
                    <c:v>3.1895020643505946E-5</c:v>
                  </c:pt>
                  <c:pt idx="5">
                    <c:v>2.7498309601655101E-5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'Penetración vs TOF (s)'!$C$6:$C$11</c:f>
              <c:numCache>
                <c:formatCode>0.00</c:formatCode>
                <c:ptCount val="6"/>
                <c:pt idx="0">
                  <c:v>24.599999999999998</c:v>
                </c:pt>
                <c:pt idx="1">
                  <c:v>20.166666666666668</c:v>
                </c:pt>
                <c:pt idx="2">
                  <c:v>20.2</c:v>
                </c:pt>
                <c:pt idx="3">
                  <c:v>17.633333333333333</c:v>
                </c:pt>
                <c:pt idx="4">
                  <c:v>15.266666666666666</c:v>
                </c:pt>
                <c:pt idx="5">
                  <c:v>13.166666666666666</c:v>
                </c:pt>
              </c:numCache>
            </c:numRef>
          </c:xVal>
          <c:yVal>
            <c:numRef>
              <c:f>'Penetración vs TOF (s)'!$D$6:$D$11</c:f>
              <c:numCache>
                <c:formatCode>General</c:formatCode>
                <c:ptCount val="6"/>
                <c:pt idx="0">
                  <c:v>2.9297447215697048E-3</c:v>
                </c:pt>
                <c:pt idx="1">
                  <c:v>2.8906814586235896E-3</c:v>
                </c:pt>
                <c:pt idx="2">
                  <c:v>2.7344284068107072E-3</c:v>
                </c:pt>
                <c:pt idx="3">
                  <c:v>2.5977069864779878E-3</c:v>
                </c:pt>
                <c:pt idx="4">
                  <c:v>2.5586437235176618E-3</c:v>
                </c:pt>
                <c:pt idx="5">
                  <c:v>2.5586437235105564E-3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D68-6A41-95A1-A8D02CB10019}"/>
            </c:ext>
          </c:extLst>
        </c:ser>
        <c:ser>
          <c:idx val="0"/>
          <c:order val="1"/>
          <c:tx>
            <c:v>REF 0.35</c:v>
          </c:tx>
          <c:spPr>
            <a:ln w="12700" cap="rnd">
              <a:noFill/>
              <a:round/>
            </a:ln>
            <a:effectLst/>
          </c:spPr>
          <c:marker>
            <c:symbol val="triangle"/>
            <c:size val="3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'Penetración vs TOF (s)'!$J$6:$J$13</c:f>
                <c:numCache>
                  <c:formatCode>General</c:formatCode>
                  <c:ptCount val="8"/>
                  <c:pt idx="0">
                    <c:v>1.9776949001413391E-4</c:v>
                  </c:pt>
                  <c:pt idx="1">
                    <c:v>1.9738064153432868E-4</c:v>
                  </c:pt>
                  <c:pt idx="2">
                    <c:v>2.0435227091629576E-4</c:v>
                  </c:pt>
                  <c:pt idx="3">
                    <c:v>2.2364452479433801E-4</c:v>
                  </c:pt>
                  <c:pt idx="4">
                    <c:v>2.634616412119325E-4</c:v>
                  </c:pt>
                  <c:pt idx="5">
                    <c:v>1.5742866536129987E-4</c:v>
                  </c:pt>
                  <c:pt idx="6">
                    <c:v>9.0677208722116182E-5</c:v>
                  </c:pt>
                  <c:pt idx="7">
                    <c:v>2.0020772926775536E-4</c:v>
                  </c:pt>
                </c:numCache>
              </c:numRef>
            </c:plus>
            <c:minus>
              <c:numRef>
                <c:f>'Penetración vs TOF (s)'!$J$6:$J$13</c:f>
                <c:numCache>
                  <c:formatCode>General</c:formatCode>
                  <c:ptCount val="8"/>
                  <c:pt idx="0">
                    <c:v>1.9776949001413391E-4</c:v>
                  </c:pt>
                  <c:pt idx="1">
                    <c:v>1.9738064153432868E-4</c:v>
                  </c:pt>
                  <c:pt idx="2">
                    <c:v>2.0435227091629576E-4</c:v>
                  </c:pt>
                  <c:pt idx="3">
                    <c:v>2.2364452479433801E-4</c:v>
                  </c:pt>
                  <c:pt idx="4">
                    <c:v>2.634616412119325E-4</c:v>
                  </c:pt>
                  <c:pt idx="5">
                    <c:v>1.5742866536129987E-4</c:v>
                  </c:pt>
                  <c:pt idx="6">
                    <c:v>9.0677208722116182E-5</c:v>
                  </c:pt>
                  <c:pt idx="7">
                    <c:v>2.0020772926775536E-4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'Penetración vs TOF (s)'!$H$6:$H$13</c:f>
              <c:numCache>
                <c:formatCode>0.0</c:formatCode>
                <c:ptCount val="8"/>
                <c:pt idx="0">
                  <c:v>39.700000000000003</c:v>
                </c:pt>
                <c:pt idx="1">
                  <c:v>39.700000000000003</c:v>
                </c:pt>
                <c:pt idx="2">
                  <c:v>39.700000000000003</c:v>
                </c:pt>
                <c:pt idx="3">
                  <c:v>36.5</c:v>
                </c:pt>
                <c:pt idx="4">
                  <c:v>34.799999999999997</c:v>
                </c:pt>
                <c:pt idx="5">
                  <c:v>29.633333333333336</c:v>
                </c:pt>
                <c:pt idx="6">
                  <c:v>23.400000000000002</c:v>
                </c:pt>
                <c:pt idx="7">
                  <c:v>15.633333333333333</c:v>
                </c:pt>
              </c:numCache>
            </c:numRef>
          </c:xVal>
          <c:yVal>
            <c:numRef>
              <c:f>'Penetración vs TOF (s)'!$I$6:$I$13</c:f>
              <c:numCache>
                <c:formatCode>General</c:formatCode>
                <c:ptCount val="8"/>
                <c:pt idx="0">
                  <c:v>4.0235160842883033E-3</c:v>
                </c:pt>
                <c:pt idx="1">
                  <c:v>3.9844528213421881E-3</c:v>
                </c:pt>
                <c:pt idx="2">
                  <c:v>3.847731401005916E-3</c:v>
                </c:pt>
                <c:pt idx="3">
                  <c:v>3.7500732436193118E-3</c:v>
                </c:pt>
                <c:pt idx="4">
                  <c:v>3.6133518232777107E-3</c:v>
                </c:pt>
                <c:pt idx="5">
                  <c:v>3.7110099806625385E-3</c:v>
                </c:pt>
                <c:pt idx="6">
                  <c:v>3.3203773511161216E-3</c:v>
                </c:pt>
                <c:pt idx="7">
                  <c:v>3.1836559307834023E-3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D68-6A41-95A1-A8D02CB10019}"/>
            </c:ext>
          </c:extLst>
        </c:ser>
        <c:ser>
          <c:idx val="2"/>
          <c:order val="2"/>
          <c:tx>
            <c:v>REF 0.4</c:v>
          </c:tx>
          <c:spPr>
            <a:ln w="12700" cap="rnd">
              <a:noFill/>
              <a:round/>
            </a:ln>
            <a:effectLst/>
          </c:spPr>
          <c:marker>
            <c:symbol val="square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'Penetración vs TOF (s)'!$O$5:$O$13</c:f>
                <c:numCache>
                  <c:formatCode>General</c:formatCode>
                  <c:ptCount val="9"/>
                  <c:pt idx="0">
                    <c:v>1.7012338793565899E-4</c:v>
                  </c:pt>
                  <c:pt idx="1">
                    <c:v>1.749871409192086E-4</c:v>
                  </c:pt>
                  <c:pt idx="2">
                    <c:v>1.1972018400394134E-4</c:v>
                  </c:pt>
                  <c:pt idx="3">
                    <c:v>2.9016143340506438E-4</c:v>
                  </c:pt>
                  <c:pt idx="4">
                    <c:v>4.3089275756920002E-4</c:v>
                  </c:pt>
                  <c:pt idx="5">
                    <c:v>9.4850825756940651E-5</c:v>
                  </c:pt>
                  <c:pt idx="6">
                    <c:v>3.0165324565052166E-4</c:v>
                  </c:pt>
                  <c:pt idx="7">
                    <c:v>1.0331871738549517E-4</c:v>
                  </c:pt>
                  <c:pt idx="8">
                    <c:v>1.131679457517058E-4</c:v>
                  </c:pt>
                </c:numCache>
              </c:numRef>
            </c:plus>
            <c:minus>
              <c:numRef>
                <c:f>'Penetración vs TOF (s)'!$O$5:$O$13</c:f>
                <c:numCache>
                  <c:formatCode>General</c:formatCode>
                  <c:ptCount val="9"/>
                  <c:pt idx="0">
                    <c:v>1.7012338793565899E-4</c:v>
                  </c:pt>
                  <c:pt idx="1">
                    <c:v>1.749871409192086E-4</c:v>
                  </c:pt>
                  <c:pt idx="2">
                    <c:v>1.1972018400394134E-4</c:v>
                  </c:pt>
                  <c:pt idx="3">
                    <c:v>2.9016143340506438E-4</c:v>
                  </c:pt>
                  <c:pt idx="4">
                    <c:v>4.3089275756920002E-4</c:v>
                  </c:pt>
                  <c:pt idx="5">
                    <c:v>9.4850825756940651E-5</c:v>
                  </c:pt>
                  <c:pt idx="6">
                    <c:v>3.0165324565052166E-4</c:v>
                  </c:pt>
                  <c:pt idx="7">
                    <c:v>1.0331871738549517E-4</c:v>
                  </c:pt>
                  <c:pt idx="8">
                    <c:v>1.131679457517058E-4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'Penetración vs TOF (s)'!$M$6:$M$13</c:f>
              <c:numCache>
                <c:formatCode>0.0</c:formatCode>
                <c:ptCount val="8"/>
                <c:pt idx="0">
                  <c:v>39.5</c:v>
                </c:pt>
                <c:pt idx="1">
                  <c:v>39.5</c:v>
                </c:pt>
                <c:pt idx="2">
                  <c:v>39.5</c:v>
                </c:pt>
                <c:pt idx="3">
                  <c:v>39.5</c:v>
                </c:pt>
                <c:pt idx="4">
                  <c:v>39.5</c:v>
                </c:pt>
                <c:pt idx="5">
                  <c:v>32.275000000000006</c:v>
                </c:pt>
                <c:pt idx="6">
                  <c:v>30.099999999999998</c:v>
                </c:pt>
                <c:pt idx="7">
                  <c:v>24.433333333333334</c:v>
                </c:pt>
              </c:numCache>
            </c:numRef>
          </c:xVal>
          <c:yVal>
            <c:numRef>
              <c:f>'Penetración vs TOF (s)'!$N$6:$N$13</c:f>
              <c:numCache>
                <c:formatCode>General</c:formatCode>
                <c:ptCount val="8"/>
                <c:pt idx="0">
                  <c:v>4.1146636978582523E-3</c:v>
                </c:pt>
                <c:pt idx="1">
                  <c:v>4.1741886699789687E-3</c:v>
                </c:pt>
                <c:pt idx="2">
                  <c:v>4.2539893357297128E-3</c:v>
                </c:pt>
                <c:pt idx="3">
                  <c:v>4.2481298462847166E-3</c:v>
                </c:pt>
                <c:pt idx="4">
                  <c:v>4.3018418328450991E-3</c:v>
                </c:pt>
                <c:pt idx="5">
                  <c:v>3.9953037277208458E-3</c:v>
                </c:pt>
                <c:pt idx="6">
                  <c:v>3.4961620344202199E-3</c:v>
                </c:pt>
                <c:pt idx="7">
                  <c:v>3.200397329192375E-3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D68-6A41-95A1-A8D02CB10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225792"/>
        <c:axId val="1963063280"/>
      </c:scatterChart>
      <c:valAx>
        <c:axId val="1963225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 baseline="0"/>
                  <a:t>Penetración (mm)</a:t>
                </a:r>
                <a:endParaRPr lang="es-MX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MX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063280"/>
        <c:crosses val="autoZero"/>
        <c:crossBetween val="midCat"/>
      </c:valAx>
      <c:valAx>
        <c:axId val="1963063280"/>
        <c:scaling>
          <c:orientation val="minMax"/>
          <c:min val="2E-3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TOF (s)</a:t>
                </a:r>
              </a:p>
            </c:rich>
          </c:tx>
          <c:layout>
            <c:manualLayout>
              <c:xMode val="edge"/>
              <c:yMode val="edge"/>
              <c:x val="3.2275892458457973E-2"/>
              <c:y val="0.275305448907849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C"/>
            </a:p>
          </c:txPr>
        </c:title>
        <c:numFmt formatCode="0.000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225792"/>
        <c:crosses val="autoZero"/>
        <c:crossBetween val="midCat"/>
        <c:majorUnit val="1E-3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1039746869922749"/>
          <c:y val="4.0389867758353494E-2"/>
          <c:w val="0.25384840321592234"/>
          <c:h val="0.28445526583652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EC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942521569804581"/>
          <c:y val="6.4646655356972629E-2"/>
          <c:w val="0.71072371408560187"/>
          <c:h val="0.68918656275075452"/>
        </c:manualLayout>
      </c:layout>
      <c:scatterChart>
        <c:scatterStyle val="lineMarker"/>
        <c:varyColors val="0"/>
        <c:ser>
          <c:idx val="1"/>
          <c:order val="0"/>
          <c:tx>
            <c:v>F1 0.3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'F1 vs t (s)'!$F$5:$F$12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</c:numCache>
            </c:numRef>
          </c:xVal>
          <c:yVal>
            <c:numRef>
              <c:f>'F1 vs t (s)'!$G$5:$G$12</c:f>
              <c:numCache>
                <c:formatCode>General</c:formatCode>
                <c:ptCount val="8"/>
                <c:pt idx="0">
                  <c:v>0.18307930058035402</c:v>
                </c:pt>
                <c:pt idx="1">
                  <c:v>0.27600739659675028</c:v>
                </c:pt>
                <c:pt idx="2">
                  <c:v>0.3017954301891102</c:v>
                </c:pt>
                <c:pt idx="3">
                  <c:v>0.31884141293322876</c:v>
                </c:pt>
                <c:pt idx="4">
                  <c:v>0.33297508535757386</c:v>
                </c:pt>
                <c:pt idx="5">
                  <c:v>0.32770140823320243</c:v>
                </c:pt>
                <c:pt idx="6">
                  <c:v>0.38555023761320883</c:v>
                </c:pt>
                <c:pt idx="7">
                  <c:v>0.31264946450125031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25-014F-B0DD-E2F2E8678DA0}"/>
            </c:ext>
          </c:extLst>
        </c:ser>
        <c:ser>
          <c:idx val="0"/>
          <c:order val="1"/>
          <c:tx>
            <c:v>F1 0.35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3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'F1 vs t (s)'!$I$5:$I$13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  <c:pt idx="8">
                  <c:v>120</c:v>
                </c:pt>
              </c:numCache>
            </c:numRef>
          </c:xVal>
          <c:yVal>
            <c:numRef>
              <c:f>'F1 vs t (s)'!$J$5:$J$13</c:f>
              <c:numCache>
                <c:formatCode>General</c:formatCode>
                <c:ptCount val="9"/>
                <c:pt idx="0">
                  <c:v>0.19562545826442973</c:v>
                </c:pt>
                <c:pt idx="1">
                  <c:v>0.22695361628819324</c:v>
                </c:pt>
                <c:pt idx="2">
                  <c:v>0.2461456694444871</c:v>
                </c:pt>
                <c:pt idx="3">
                  <c:v>0.25616676237056574</c:v>
                </c:pt>
                <c:pt idx="4">
                  <c:v>0.18987509593944854</c:v>
                </c:pt>
                <c:pt idx="5">
                  <c:v>0.21192966816029518</c:v>
                </c:pt>
                <c:pt idx="6">
                  <c:v>0.17014563255238618</c:v>
                </c:pt>
                <c:pt idx="7">
                  <c:v>0.27719013013326149</c:v>
                </c:pt>
                <c:pt idx="8">
                  <c:v>0.29246330824746242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25-014F-B0DD-E2F2E8678DA0}"/>
            </c:ext>
          </c:extLst>
        </c:ser>
        <c:ser>
          <c:idx val="2"/>
          <c:order val="2"/>
          <c:tx>
            <c:v>F1 0.4</c:v>
          </c:tx>
          <c:spPr>
            <a:ln w="19050" cap="rnd">
              <a:noFill/>
              <a:round/>
            </a:ln>
            <a:effectLst/>
          </c:spPr>
          <c:marker>
            <c:symbol val="triangle"/>
            <c:size val="4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'F1 vs t (s)'!$L$5:$L$13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60</c:v>
                </c:pt>
                <c:pt idx="7">
                  <c:v>90</c:v>
                </c:pt>
                <c:pt idx="8">
                  <c:v>137</c:v>
                </c:pt>
              </c:numCache>
            </c:numRef>
          </c:xVal>
          <c:yVal>
            <c:numRef>
              <c:f>'F1 vs t (s)'!$M$5:$M$13</c:f>
              <c:numCache>
                <c:formatCode>General</c:formatCode>
                <c:ptCount val="9"/>
                <c:pt idx="0">
                  <c:v>0.25554833400260607</c:v>
                </c:pt>
                <c:pt idx="1">
                  <c:v>0.20614531143966999</c:v>
                </c:pt>
                <c:pt idx="2">
                  <c:v>0.18409018132730282</c:v>
                </c:pt>
                <c:pt idx="3">
                  <c:v>0.1637309979276084</c:v>
                </c:pt>
                <c:pt idx="4">
                  <c:v>0.15351844904509085</c:v>
                </c:pt>
                <c:pt idx="5">
                  <c:v>0.18153388410121452</c:v>
                </c:pt>
                <c:pt idx="6">
                  <c:v>0.21458461131905143</c:v>
                </c:pt>
                <c:pt idx="7">
                  <c:v>0.18376979080188016</c:v>
                </c:pt>
                <c:pt idx="8">
                  <c:v>0.26641803575973444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25-014F-B0DD-E2F2E8678D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225792"/>
        <c:axId val="1963063280"/>
      </c:scatterChart>
      <c:valAx>
        <c:axId val="1963225792"/>
        <c:scaling>
          <c:orientation val="minMax"/>
          <c:max val="1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Tiempo</a:t>
                </a:r>
                <a:r>
                  <a:rPr lang="es-MX" b="1" baseline="0"/>
                  <a:t> (min)</a:t>
                </a:r>
                <a:endParaRPr lang="es-MX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MX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063280"/>
        <c:crosses val="autoZero"/>
        <c:crossBetween val="midCat"/>
        <c:majorUnit val="25"/>
      </c:valAx>
      <c:valAx>
        <c:axId val="1963063280"/>
        <c:scaling>
          <c:orientation val="minMax"/>
          <c:max val="0.45"/>
          <c:min val="0.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MX" b="1"/>
                  <a:t>F1 (-)</a:t>
                </a:r>
              </a:p>
            </c:rich>
          </c:tx>
          <c:layout>
            <c:manualLayout>
              <c:xMode val="edge"/>
              <c:yMode val="edge"/>
              <c:x val="2.835992423128145E-2"/>
              <c:y val="0.281174364276069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C"/>
            </a:p>
          </c:txPr>
        </c:title>
        <c:numFmt formatCode="0.000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C"/>
          </a:p>
        </c:txPr>
        <c:crossAx val="1963225792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5688467852219099"/>
          <c:y val="4.9296305108068907E-2"/>
          <c:w val="0.7038954116603251"/>
          <c:h val="9.27359565212709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EC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A30FA-A1BC-5B41-BB2C-6E31B5D3EE78}" type="datetimeFigureOut">
              <a:rPr lang="es-EC" smtClean="0"/>
              <a:t>3/10/25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7BD2B-8CF3-4541-9137-FF21DD7F617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725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0.3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BD2B-8CF3-4541-9137-FF21DD7F617A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5426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0.35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BD2B-8CF3-4541-9137-FF21DD7F617A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21881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0.4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BD2B-8CF3-4541-9137-FF21DD7F617A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66110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BD2B-8CF3-4541-9137-FF21DD7F617A}" type="slidenum">
              <a:rPr lang="es-EC" smtClean="0"/>
              <a:t>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1268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353596"/>
            <a:ext cx="2754075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1134809"/>
            <a:ext cx="2430066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253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340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538647"/>
            <a:ext cx="2794576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1445894"/>
            <a:ext cx="2794576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3515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575157"/>
            <a:ext cx="1377037" cy="13708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575157"/>
            <a:ext cx="1377037" cy="13708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063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15032"/>
            <a:ext cx="2794576" cy="41761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529645"/>
            <a:ext cx="1370709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789215"/>
            <a:ext cx="1370709" cy="11608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529645"/>
            <a:ext cx="1377459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789215"/>
            <a:ext cx="1377459" cy="11608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9802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7257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853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44039"/>
            <a:ext cx="1045013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311085"/>
            <a:ext cx="1640295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648176"/>
            <a:ext cx="1045013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8498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44039"/>
            <a:ext cx="1045013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311085"/>
            <a:ext cx="1640295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648176"/>
            <a:ext cx="1045013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964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458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115032"/>
            <a:ext cx="698644" cy="183099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115032"/>
            <a:ext cx="2055431" cy="183099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740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115032"/>
            <a:ext cx="2794576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575157"/>
            <a:ext cx="2794576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2002546"/>
            <a:ext cx="72902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A5B9F-7743-B047-BD9A-2460F242FF60}" type="datetimeFigureOut">
              <a:rPr lang="es-EC" smtClean="0"/>
              <a:t>3/10/25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2002546"/>
            <a:ext cx="109353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2002546"/>
            <a:ext cx="72902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33740-2830-9149-A231-06DF3950D61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8230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D155043-1E6F-F540-951D-D38769F12283}"/>
              </a:ext>
            </a:extLst>
          </p:cNvPr>
          <p:cNvGraphicFramePr>
            <a:graphicFrameLocks/>
          </p:cNvGraphicFramePr>
          <p:nvPr/>
        </p:nvGraphicFramePr>
        <p:xfrm>
          <a:off x="5298" y="-194"/>
          <a:ext cx="3229491" cy="2160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7595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6281A09-2113-3641-9854-D1F895B8612C}"/>
              </a:ext>
            </a:extLst>
          </p:cNvPr>
          <p:cNvGraphicFramePr>
            <a:graphicFrameLocks/>
          </p:cNvGraphicFramePr>
          <p:nvPr/>
        </p:nvGraphicFramePr>
        <p:xfrm>
          <a:off x="774" y="295"/>
          <a:ext cx="3238540" cy="2159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82676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CDCC063-E148-F24F-99BF-C2A7FC864510}"/>
              </a:ext>
            </a:extLst>
          </p:cNvPr>
          <p:cNvGraphicFramePr>
            <a:graphicFrameLocks/>
          </p:cNvGraphicFramePr>
          <p:nvPr/>
        </p:nvGraphicFramePr>
        <p:xfrm>
          <a:off x="4103" y="679"/>
          <a:ext cx="3231882" cy="2159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289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B06DF94-726D-A64E-8A08-C372D573D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6373024"/>
              </p:ext>
            </p:extLst>
          </p:nvPr>
        </p:nvGraphicFramePr>
        <p:xfrm>
          <a:off x="5428" y="-195"/>
          <a:ext cx="3229231" cy="216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2041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50BEB11-0A28-814E-A534-12E6B5876506}"/>
              </a:ext>
            </a:extLst>
          </p:cNvPr>
          <p:cNvGraphicFramePr>
            <a:graphicFrameLocks/>
          </p:cNvGraphicFramePr>
          <p:nvPr/>
        </p:nvGraphicFramePr>
        <p:xfrm>
          <a:off x="5364" y="-194"/>
          <a:ext cx="3229360" cy="2160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076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01A264C3-2A3E-C244-B0CA-C8287BA40D75}"/>
              </a:ext>
            </a:extLst>
          </p:cNvPr>
          <p:cNvGraphicFramePr>
            <a:graphicFrameLocks/>
          </p:cNvGraphicFramePr>
          <p:nvPr/>
        </p:nvGraphicFramePr>
        <p:xfrm>
          <a:off x="3610" y="-8317"/>
          <a:ext cx="3232867" cy="2177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545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5A044F-9653-AC12-9CF3-1DF1B600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1405" y="503293"/>
            <a:ext cx="2016507" cy="115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3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F64F1CC-082E-B292-A5DB-17CDDDF68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8" y="0"/>
            <a:ext cx="1215331" cy="216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6DEE0A2-FC30-76FE-D97C-9763A790A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" y="0"/>
            <a:ext cx="1215331" cy="216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47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685</TotalTime>
  <Words>65</Words>
  <Application>Microsoft Macintosh PowerPoint</Application>
  <PresentationFormat>Personalizado</PresentationFormat>
  <Paragraphs>22</Paragraphs>
  <Slides>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José Torres Constante</dc:creator>
  <cp:lastModifiedBy>María José Torres Constante</cp:lastModifiedBy>
  <cp:revision>2</cp:revision>
  <dcterms:created xsi:type="dcterms:W3CDTF">2025-10-03T17:06:32Z</dcterms:created>
  <dcterms:modified xsi:type="dcterms:W3CDTF">2025-10-04T04:33:47Z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b10915-602c-481a-bdc7-238d429ea082_Enabled">
    <vt:lpwstr>true</vt:lpwstr>
  </property>
  <property fmtid="{D5CDD505-2E9C-101B-9397-08002B2CF9AE}" pid="3" name="MSIP_Label_f7b10915-602c-481a-bdc7-238d429ea082_SetDate">
    <vt:lpwstr>2025-10-03T17:08:13Z</vt:lpwstr>
  </property>
  <property fmtid="{D5CDD505-2E9C-101B-9397-08002B2CF9AE}" pid="4" name="MSIP_Label_f7b10915-602c-481a-bdc7-238d429ea082_Method">
    <vt:lpwstr>Standard</vt:lpwstr>
  </property>
  <property fmtid="{D5CDD505-2E9C-101B-9397-08002B2CF9AE}" pid="5" name="MSIP_Label_f7b10915-602c-481a-bdc7-238d429ea082_Name">
    <vt:lpwstr>defa4170-0d19-0005-0004-bc88714345d2</vt:lpwstr>
  </property>
  <property fmtid="{D5CDD505-2E9C-101B-9397-08002B2CF9AE}" pid="6" name="MSIP_Label_f7b10915-602c-481a-bdc7-238d429ea082_SiteId">
    <vt:lpwstr>9f119962-8c62-431c-a8ef-e7e0a42d11fc</vt:lpwstr>
  </property>
  <property fmtid="{D5CDD505-2E9C-101B-9397-08002B2CF9AE}" pid="7" name="MSIP_Label_f7b10915-602c-481a-bdc7-238d429ea082_ActionId">
    <vt:lpwstr>278ddd64-28fd-4f80-93fa-9ab18e1d52af</vt:lpwstr>
  </property>
  <property fmtid="{D5CDD505-2E9C-101B-9397-08002B2CF9AE}" pid="8" name="MSIP_Label_f7b10915-602c-481a-bdc7-238d429ea082_ContentBits">
    <vt:lpwstr>0</vt:lpwstr>
  </property>
  <property fmtid="{D5CDD505-2E9C-101B-9397-08002B2CF9AE}" pid="9" name="MSIP_Label_f7b10915-602c-481a-bdc7-238d429ea082_Tag">
    <vt:lpwstr>50, 3, 0, 1</vt:lpwstr>
  </property>
</Properties>
</file>